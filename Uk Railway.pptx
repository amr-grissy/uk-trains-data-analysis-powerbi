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Lst>
  <p:notesMasterIdLst>
    <p:notesMasterId r:id="rId37"/>
  </p:notesMasterIdLst>
  <p:sldIdLst>
    <p:sldId id="256" r:id="rId2"/>
    <p:sldId id="258" r:id="rId3"/>
    <p:sldId id="299" r:id="rId4"/>
    <p:sldId id="297" r:id="rId5"/>
    <p:sldId id="261" r:id="rId6"/>
    <p:sldId id="260" r:id="rId7"/>
    <p:sldId id="259" r:id="rId8"/>
    <p:sldId id="266" r:id="rId9"/>
    <p:sldId id="262" r:id="rId10"/>
    <p:sldId id="267" r:id="rId11"/>
    <p:sldId id="300" r:id="rId12"/>
    <p:sldId id="301" r:id="rId13"/>
    <p:sldId id="325" r:id="rId14"/>
    <p:sldId id="302" r:id="rId15"/>
    <p:sldId id="273" r:id="rId16"/>
    <p:sldId id="303" r:id="rId17"/>
    <p:sldId id="306" r:id="rId18"/>
    <p:sldId id="308" r:id="rId19"/>
    <p:sldId id="309" r:id="rId20"/>
    <p:sldId id="310" r:id="rId21"/>
    <p:sldId id="307" r:id="rId22"/>
    <p:sldId id="316" r:id="rId23"/>
    <p:sldId id="317" r:id="rId24"/>
    <p:sldId id="326" r:id="rId25"/>
    <p:sldId id="311" r:id="rId26"/>
    <p:sldId id="314" r:id="rId27"/>
    <p:sldId id="315" r:id="rId28"/>
    <p:sldId id="313" r:id="rId29"/>
    <p:sldId id="319" r:id="rId30"/>
    <p:sldId id="321" r:id="rId31"/>
    <p:sldId id="318" r:id="rId32"/>
    <p:sldId id="322" r:id="rId33"/>
    <p:sldId id="323" r:id="rId34"/>
    <p:sldId id="324" r:id="rId35"/>
    <p:sldId id="275" r:id="rId36"/>
  </p:sldIdLst>
  <p:sldSz cx="9144000" cy="5143500" type="screen16x9"/>
  <p:notesSz cx="6858000" cy="9144000"/>
  <p:embeddedFontLst>
    <p:embeddedFont>
      <p:font typeface="Aptos Black" panose="020B0004020202020204" pitchFamily="34" charset="0"/>
      <p:bold r:id="rId38"/>
      <p:boldItalic r:id="rId39"/>
    </p:embeddedFont>
    <p:embeddedFont>
      <p:font typeface="Arimo" panose="020B0604020202020204" charset="0"/>
      <p:regular r:id="rId40"/>
      <p:bold r:id="rId41"/>
      <p:italic r:id="rId42"/>
      <p:boldItalic r:id="rId43"/>
    </p:embeddedFont>
    <p:embeddedFont>
      <p:font typeface="Bebas Neue" panose="020B0606020202050201" pitchFamily="34" charset="0"/>
      <p:regular r:id="rId44"/>
    </p:embeddedFont>
    <p:embeddedFont>
      <p:font typeface="Nova Square" panose="020B0604020202020204" charset="0"/>
      <p:regular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208427C-CA82-4CE3-AD81-3C3F1AAE69B4}">
  <a:tblStyle styleId="{6208427C-CA82-4CE3-AD81-3C3F1AAE69B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30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48"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ed3401ed36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8" name="Google Shape;458;ged3401ed36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0"/>
        <p:cNvGrpSpPr/>
        <p:nvPr/>
      </p:nvGrpSpPr>
      <p:grpSpPr>
        <a:xfrm>
          <a:off x="0" y="0"/>
          <a:ext cx="0" cy="0"/>
          <a:chOff x="0" y="0"/>
          <a:chExt cx="0" cy="0"/>
        </a:xfrm>
      </p:grpSpPr>
      <p:sp>
        <p:nvSpPr>
          <p:cNvPr id="771" name="Google Shape;771;ge1d838b627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2" name="Google Shape;772;ge1d838b627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4">
          <a:extLst>
            <a:ext uri="{FF2B5EF4-FFF2-40B4-BE49-F238E27FC236}">
              <a16:creationId xmlns:a16="http://schemas.microsoft.com/office/drawing/2014/main" id="{E12CFC4A-A050-A127-AD24-5E95C8C294F4}"/>
            </a:ext>
          </a:extLst>
        </p:cNvPr>
        <p:cNvGrpSpPr/>
        <p:nvPr/>
      </p:nvGrpSpPr>
      <p:grpSpPr>
        <a:xfrm>
          <a:off x="0" y="0"/>
          <a:ext cx="0" cy="0"/>
          <a:chOff x="0" y="0"/>
          <a:chExt cx="0" cy="0"/>
        </a:xfrm>
      </p:grpSpPr>
      <p:sp>
        <p:nvSpPr>
          <p:cNvPr id="1845" name="Google Shape;1845;ge20d9cf87a_0_4:notes">
            <a:extLst>
              <a:ext uri="{FF2B5EF4-FFF2-40B4-BE49-F238E27FC236}">
                <a16:creationId xmlns:a16="http://schemas.microsoft.com/office/drawing/2014/main" id="{FB3D8EE1-70F3-92D0-2ABC-93C75FE270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6" name="Google Shape;1846;ge20d9cf87a_0_4:notes">
            <a:extLst>
              <a:ext uri="{FF2B5EF4-FFF2-40B4-BE49-F238E27FC236}">
                <a16:creationId xmlns:a16="http://schemas.microsoft.com/office/drawing/2014/main" id="{751B9AC1-9628-1B09-B9E7-C5E3FCA4FE2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829268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a:extLst>
            <a:ext uri="{FF2B5EF4-FFF2-40B4-BE49-F238E27FC236}">
              <a16:creationId xmlns:a16="http://schemas.microsoft.com/office/drawing/2014/main" id="{39438BBC-BF5B-D2A4-B5F0-A9CC32EE6E6E}"/>
            </a:ext>
          </a:extLst>
        </p:cNvPr>
        <p:cNvGrpSpPr/>
        <p:nvPr/>
      </p:nvGrpSpPr>
      <p:grpSpPr>
        <a:xfrm>
          <a:off x="0" y="0"/>
          <a:ext cx="0" cy="0"/>
          <a:chOff x="0" y="0"/>
          <a:chExt cx="0" cy="0"/>
        </a:xfrm>
      </p:grpSpPr>
      <p:sp>
        <p:nvSpPr>
          <p:cNvPr id="1145" name="Google Shape;1145;ge1d838b627_4_218:notes">
            <a:extLst>
              <a:ext uri="{FF2B5EF4-FFF2-40B4-BE49-F238E27FC236}">
                <a16:creationId xmlns:a16="http://schemas.microsoft.com/office/drawing/2014/main" id="{860F67CC-9C73-EA99-C296-B8CA796BBE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 name="Google Shape;1146;ge1d838b627_4_218:notes">
            <a:extLst>
              <a:ext uri="{FF2B5EF4-FFF2-40B4-BE49-F238E27FC236}">
                <a16:creationId xmlns:a16="http://schemas.microsoft.com/office/drawing/2014/main" id="{7EB4D3DD-3E9D-15D9-C145-CCB673D806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37202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6"/>
        <p:cNvGrpSpPr/>
        <p:nvPr/>
      </p:nvGrpSpPr>
      <p:grpSpPr>
        <a:xfrm>
          <a:off x="0" y="0"/>
          <a:ext cx="0" cy="0"/>
          <a:chOff x="0" y="0"/>
          <a:chExt cx="0" cy="0"/>
        </a:xfrm>
      </p:grpSpPr>
      <p:sp>
        <p:nvSpPr>
          <p:cNvPr id="1007" name="Google Shape;1007;ge1d838b627_4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8" name="Google Shape;1008;ge1d838b627_4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p:cNvGrpSpPr/>
        <p:nvPr/>
      </p:nvGrpSpPr>
      <p:grpSpPr>
        <a:xfrm>
          <a:off x="0" y="0"/>
          <a:ext cx="0" cy="0"/>
          <a:chOff x="0" y="0"/>
          <a:chExt cx="0" cy="0"/>
        </a:xfrm>
      </p:grpSpPr>
      <p:sp>
        <p:nvSpPr>
          <p:cNvPr id="807" name="Google Shape;807;ge1d838b627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8" name="Google Shape;808;ge1d838b627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ge207fd22f2_0_250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0" name="Google Shape;790;ge207fd22f2_0_250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0"/>
        <p:cNvGrpSpPr/>
        <p:nvPr/>
      </p:nvGrpSpPr>
      <p:grpSpPr>
        <a:xfrm>
          <a:off x="0" y="0"/>
          <a:ext cx="0" cy="0"/>
          <a:chOff x="0" y="0"/>
          <a:chExt cx="0" cy="0"/>
        </a:xfrm>
      </p:grpSpPr>
      <p:sp>
        <p:nvSpPr>
          <p:cNvPr id="1161" name="Google Shape;1161;ge1d838b627_4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2" name="Google Shape;1162;ge1d838b627_4_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3"/>
        <p:cNvGrpSpPr/>
        <p:nvPr/>
      </p:nvGrpSpPr>
      <p:grpSpPr>
        <a:xfrm>
          <a:off x="0" y="0"/>
          <a:ext cx="0" cy="0"/>
          <a:chOff x="0" y="0"/>
          <a:chExt cx="0" cy="0"/>
        </a:xfrm>
      </p:grpSpPr>
      <p:sp>
        <p:nvSpPr>
          <p:cNvPr id="1014" name="Google Shape;1014;ge1d838b627_4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5" name="Google Shape;1015;ge1d838b627_4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0"/>
        <p:cNvGrpSpPr/>
        <p:nvPr/>
      </p:nvGrpSpPr>
      <p:grpSpPr>
        <a:xfrm>
          <a:off x="0" y="0"/>
          <a:ext cx="0" cy="0"/>
          <a:chOff x="0" y="0"/>
          <a:chExt cx="0" cy="0"/>
        </a:xfrm>
      </p:grpSpPr>
      <p:sp>
        <p:nvSpPr>
          <p:cNvPr id="1211" name="Google Shape;1211;ge1d838b627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2" name="Google Shape;1212;ge1d838b627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3">
          <a:extLst>
            <a:ext uri="{FF2B5EF4-FFF2-40B4-BE49-F238E27FC236}">
              <a16:creationId xmlns:a16="http://schemas.microsoft.com/office/drawing/2014/main" id="{88E61A4F-A92D-839C-9C02-247F7CD34287}"/>
            </a:ext>
          </a:extLst>
        </p:cNvPr>
        <p:cNvGrpSpPr/>
        <p:nvPr/>
      </p:nvGrpSpPr>
      <p:grpSpPr>
        <a:xfrm>
          <a:off x="0" y="0"/>
          <a:ext cx="0" cy="0"/>
          <a:chOff x="0" y="0"/>
          <a:chExt cx="0" cy="0"/>
        </a:xfrm>
      </p:grpSpPr>
      <p:sp>
        <p:nvSpPr>
          <p:cNvPr id="1014" name="Google Shape;1014;ge1d838b627_4_38:notes">
            <a:extLst>
              <a:ext uri="{FF2B5EF4-FFF2-40B4-BE49-F238E27FC236}">
                <a16:creationId xmlns:a16="http://schemas.microsoft.com/office/drawing/2014/main" id="{AA6E9713-1B95-85E7-583F-9605166BF7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5" name="Google Shape;1015;ge1d838b627_4_38:notes">
            <a:extLst>
              <a:ext uri="{FF2B5EF4-FFF2-40B4-BE49-F238E27FC236}">
                <a16:creationId xmlns:a16="http://schemas.microsoft.com/office/drawing/2014/main" id="{9E8D1954-E7C1-5DFE-4283-80E7E721F0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00166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a:extLst>
            <a:ext uri="{FF2B5EF4-FFF2-40B4-BE49-F238E27FC236}">
              <a16:creationId xmlns:a16="http://schemas.microsoft.com/office/drawing/2014/main" id="{57D7F66D-1A59-3D1D-ABCB-7710D04FC582}"/>
            </a:ext>
          </a:extLst>
        </p:cNvPr>
        <p:cNvGrpSpPr/>
        <p:nvPr/>
      </p:nvGrpSpPr>
      <p:grpSpPr>
        <a:xfrm>
          <a:off x="0" y="0"/>
          <a:ext cx="0" cy="0"/>
          <a:chOff x="0" y="0"/>
          <a:chExt cx="0" cy="0"/>
        </a:xfrm>
      </p:grpSpPr>
      <p:sp>
        <p:nvSpPr>
          <p:cNvPr id="1145" name="Google Shape;1145;ge1d838b627_4_218:notes">
            <a:extLst>
              <a:ext uri="{FF2B5EF4-FFF2-40B4-BE49-F238E27FC236}">
                <a16:creationId xmlns:a16="http://schemas.microsoft.com/office/drawing/2014/main" id="{5C0C6CA1-9F50-9B94-D546-635C3CA9C1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 name="Google Shape;1146;ge1d838b627_4_218:notes">
            <a:extLst>
              <a:ext uri="{FF2B5EF4-FFF2-40B4-BE49-F238E27FC236}">
                <a16:creationId xmlns:a16="http://schemas.microsoft.com/office/drawing/2014/main" id="{A7415722-011D-8E00-826D-71AE45393A2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582857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a:extLst>
            <a:ext uri="{FF2B5EF4-FFF2-40B4-BE49-F238E27FC236}">
              <a16:creationId xmlns:a16="http://schemas.microsoft.com/office/drawing/2014/main" id="{88C9043E-6F5D-46A3-A479-504A4225997B}"/>
            </a:ext>
          </a:extLst>
        </p:cNvPr>
        <p:cNvGrpSpPr/>
        <p:nvPr/>
      </p:nvGrpSpPr>
      <p:grpSpPr>
        <a:xfrm>
          <a:off x="0" y="0"/>
          <a:ext cx="0" cy="0"/>
          <a:chOff x="0" y="0"/>
          <a:chExt cx="0" cy="0"/>
        </a:xfrm>
      </p:grpSpPr>
      <p:sp>
        <p:nvSpPr>
          <p:cNvPr id="1145" name="Google Shape;1145;ge1d838b627_4_218:notes">
            <a:extLst>
              <a:ext uri="{FF2B5EF4-FFF2-40B4-BE49-F238E27FC236}">
                <a16:creationId xmlns:a16="http://schemas.microsoft.com/office/drawing/2014/main" id="{52B0CFBD-B175-44AA-4902-733ED86B5EE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 name="Google Shape;1146;ge1d838b627_4_218:notes">
            <a:extLst>
              <a:ext uri="{FF2B5EF4-FFF2-40B4-BE49-F238E27FC236}">
                <a16:creationId xmlns:a16="http://schemas.microsoft.com/office/drawing/2014/main" id="{96AC4B3E-7092-68C8-8F61-104F2CDEC2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794628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9">
          <a:extLst>
            <a:ext uri="{FF2B5EF4-FFF2-40B4-BE49-F238E27FC236}">
              <a16:creationId xmlns:a16="http://schemas.microsoft.com/office/drawing/2014/main" id="{10F9F1BF-D95A-08F6-EBD4-B7E108448253}"/>
            </a:ext>
          </a:extLst>
        </p:cNvPr>
        <p:cNvGrpSpPr/>
        <p:nvPr/>
      </p:nvGrpSpPr>
      <p:grpSpPr>
        <a:xfrm>
          <a:off x="0" y="0"/>
          <a:ext cx="0" cy="0"/>
          <a:chOff x="0" y="0"/>
          <a:chExt cx="0" cy="0"/>
        </a:xfrm>
      </p:grpSpPr>
      <p:sp>
        <p:nvSpPr>
          <p:cNvPr id="1540" name="Google Shape;1540;ge1d838b627_4_53:notes">
            <a:extLst>
              <a:ext uri="{FF2B5EF4-FFF2-40B4-BE49-F238E27FC236}">
                <a16:creationId xmlns:a16="http://schemas.microsoft.com/office/drawing/2014/main" id="{2DF4B073-9413-8763-7242-7E6AB79D71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1" name="Google Shape;1541;ge1d838b627_4_53:notes">
            <a:extLst>
              <a:ext uri="{FF2B5EF4-FFF2-40B4-BE49-F238E27FC236}">
                <a16:creationId xmlns:a16="http://schemas.microsoft.com/office/drawing/2014/main" id="{827F84BC-4024-166D-833A-BEC55D94D83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46215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2"/>
        <p:cNvGrpSpPr/>
        <p:nvPr/>
      </p:nvGrpSpPr>
      <p:grpSpPr>
        <a:xfrm>
          <a:off x="0" y="0"/>
          <a:ext cx="0" cy="0"/>
          <a:chOff x="0" y="0"/>
          <a:chExt cx="0" cy="0"/>
        </a:xfrm>
      </p:grpSpPr>
      <p:sp>
        <p:nvSpPr>
          <p:cNvPr id="1903" name="Google Shape;1903;ge1d838b627_4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4" name="Google Shape;1904;ge1d838b627_4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3">
          <a:extLst>
            <a:ext uri="{FF2B5EF4-FFF2-40B4-BE49-F238E27FC236}">
              <a16:creationId xmlns:a16="http://schemas.microsoft.com/office/drawing/2014/main" id="{FE5C8C2D-05E1-2952-879E-E2198DD6C20B}"/>
            </a:ext>
          </a:extLst>
        </p:cNvPr>
        <p:cNvGrpSpPr/>
        <p:nvPr/>
      </p:nvGrpSpPr>
      <p:grpSpPr>
        <a:xfrm>
          <a:off x="0" y="0"/>
          <a:ext cx="0" cy="0"/>
          <a:chOff x="0" y="0"/>
          <a:chExt cx="0" cy="0"/>
        </a:xfrm>
      </p:grpSpPr>
      <p:sp>
        <p:nvSpPr>
          <p:cNvPr id="1014" name="Google Shape;1014;ge1d838b627_4_38:notes">
            <a:extLst>
              <a:ext uri="{FF2B5EF4-FFF2-40B4-BE49-F238E27FC236}">
                <a16:creationId xmlns:a16="http://schemas.microsoft.com/office/drawing/2014/main" id="{3249E6B7-8470-6B13-1BB6-87331E74E9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5" name="Google Shape;1015;ge1d838b627_4_38:notes">
            <a:extLst>
              <a:ext uri="{FF2B5EF4-FFF2-40B4-BE49-F238E27FC236}">
                <a16:creationId xmlns:a16="http://schemas.microsoft.com/office/drawing/2014/main" id="{1FD11E30-A43B-C2AE-4587-36557656AF6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301120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a:extLst>
            <a:ext uri="{FF2B5EF4-FFF2-40B4-BE49-F238E27FC236}">
              <a16:creationId xmlns:a16="http://schemas.microsoft.com/office/drawing/2014/main" id="{547BF91E-17EC-2114-676E-2853B6A5756C}"/>
            </a:ext>
          </a:extLst>
        </p:cNvPr>
        <p:cNvGrpSpPr/>
        <p:nvPr/>
      </p:nvGrpSpPr>
      <p:grpSpPr>
        <a:xfrm>
          <a:off x="0" y="0"/>
          <a:ext cx="0" cy="0"/>
          <a:chOff x="0" y="0"/>
          <a:chExt cx="0" cy="0"/>
        </a:xfrm>
      </p:grpSpPr>
      <p:sp>
        <p:nvSpPr>
          <p:cNvPr id="1145" name="Google Shape;1145;ge1d838b627_4_218:notes">
            <a:extLst>
              <a:ext uri="{FF2B5EF4-FFF2-40B4-BE49-F238E27FC236}">
                <a16:creationId xmlns:a16="http://schemas.microsoft.com/office/drawing/2014/main" id="{D0270521-3811-8365-B793-D8ADE12BF2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 name="Google Shape;1146;ge1d838b627_4_218:notes">
            <a:extLst>
              <a:ext uri="{FF2B5EF4-FFF2-40B4-BE49-F238E27FC236}">
                <a16:creationId xmlns:a16="http://schemas.microsoft.com/office/drawing/2014/main" id="{DA7157BD-3B2E-C287-196F-3B03C75D36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96549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a:extLst>
            <a:ext uri="{FF2B5EF4-FFF2-40B4-BE49-F238E27FC236}">
              <a16:creationId xmlns:a16="http://schemas.microsoft.com/office/drawing/2014/main" id="{EDAF9112-0F79-D400-B853-FC72D24313D0}"/>
            </a:ext>
          </a:extLst>
        </p:cNvPr>
        <p:cNvGrpSpPr/>
        <p:nvPr/>
      </p:nvGrpSpPr>
      <p:grpSpPr>
        <a:xfrm>
          <a:off x="0" y="0"/>
          <a:ext cx="0" cy="0"/>
          <a:chOff x="0" y="0"/>
          <a:chExt cx="0" cy="0"/>
        </a:xfrm>
      </p:grpSpPr>
      <p:sp>
        <p:nvSpPr>
          <p:cNvPr id="1043" name="Google Shape;1043;ge1d838b627_4_100:notes">
            <a:extLst>
              <a:ext uri="{FF2B5EF4-FFF2-40B4-BE49-F238E27FC236}">
                <a16:creationId xmlns:a16="http://schemas.microsoft.com/office/drawing/2014/main" id="{B26B8751-A394-D7B7-29A0-5161453237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4" name="Google Shape;1044;ge1d838b627_4_100:notes">
            <a:extLst>
              <a:ext uri="{FF2B5EF4-FFF2-40B4-BE49-F238E27FC236}">
                <a16:creationId xmlns:a16="http://schemas.microsoft.com/office/drawing/2014/main" id="{B6DF0210-10BB-91B8-4D7A-00CBB88B58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00290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a:extLst>
            <a:ext uri="{FF2B5EF4-FFF2-40B4-BE49-F238E27FC236}">
              <a16:creationId xmlns:a16="http://schemas.microsoft.com/office/drawing/2014/main" id="{F80CBD23-BA62-EF00-EA2F-C13E31160DF1}"/>
            </a:ext>
          </a:extLst>
        </p:cNvPr>
        <p:cNvGrpSpPr/>
        <p:nvPr/>
      </p:nvGrpSpPr>
      <p:grpSpPr>
        <a:xfrm>
          <a:off x="0" y="0"/>
          <a:ext cx="0" cy="0"/>
          <a:chOff x="0" y="0"/>
          <a:chExt cx="0" cy="0"/>
        </a:xfrm>
      </p:grpSpPr>
      <p:sp>
        <p:nvSpPr>
          <p:cNvPr id="1145" name="Google Shape;1145;ge1d838b627_4_218:notes">
            <a:extLst>
              <a:ext uri="{FF2B5EF4-FFF2-40B4-BE49-F238E27FC236}">
                <a16:creationId xmlns:a16="http://schemas.microsoft.com/office/drawing/2014/main" id="{1736AE5E-9B4D-F815-AC29-72DBD1C25BB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 name="Google Shape;1146;ge1d838b627_4_218:notes">
            <a:extLst>
              <a:ext uri="{FF2B5EF4-FFF2-40B4-BE49-F238E27FC236}">
                <a16:creationId xmlns:a16="http://schemas.microsoft.com/office/drawing/2014/main" id="{E2E8E465-2DF4-B06A-6C91-7D92BD9EC3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088849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9">
          <a:extLst>
            <a:ext uri="{FF2B5EF4-FFF2-40B4-BE49-F238E27FC236}">
              <a16:creationId xmlns:a16="http://schemas.microsoft.com/office/drawing/2014/main" id="{974EE524-3564-E468-9827-6D085F16E157}"/>
            </a:ext>
          </a:extLst>
        </p:cNvPr>
        <p:cNvGrpSpPr/>
        <p:nvPr/>
      </p:nvGrpSpPr>
      <p:grpSpPr>
        <a:xfrm>
          <a:off x="0" y="0"/>
          <a:ext cx="0" cy="0"/>
          <a:chOff x="0" y="0"/>
          <a:chExt cx="0" cy="0"/>
        </a:xfrm>
      </p:grpSpPr>
      <p:sp>
        <p:nvSpPr>
          <p:cNvPr id="1540" name="Google Shape;1540;ge1d838b627_4_53:notes">
            <a:extLst>
              <a:ext uri="{FF2B5EF4-FFF2-40B4-BE49-F238E27FC236}">
                <a16:creationId xmlns:a16="http://schemas.microsoft.com/office/drawing/2014/main" id="{1FC7A5AE-E5FA-E572-8195-3E50CB45E1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1" name="Google Shape;1541;ge1d838b627_4_53:notes">
            <a:extLst>
              <a:ext uri="{FF2B5EF4-FFF2-40B4-BE49-F238E27FC236}">
                <a16:creationId xmlns:a16="http://schemas.microsoft.com/office/drawing/2014/main" id="{11EE389E-37E1-4F86-148E-D40EFFFA6ED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770363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a:extLst>
            <a:ext uri="{FF2B5EF4-FFF2-40B4-BE49-F238E27FC236}">
              <a16:creationId xmlns:a16="http://schemas.microsoft.com/office/drawing/2014/main" id="{2067B3B0-6963-86E7-38AD-C31DDFC550A3}"/>
            </a:ext>
          </a:extLst>
        </p:cNvPr>
        <p:cNvGrpSpPr/>
        <p:nvPr/>
      </p:nvGrpSpPr>
      <p:grpSpPr>
        <a:xfrm>
          <a:off x="0" y="0"/>
          <a:ext cx="0" cy="0"/>
          <a:chOff x="0" y="0"/>
          <a:chExt cx="0" cy="0"/>
        </a:xfrm>
      </p:grpSpPr>
      <p:sp>
        <p:nvSpPr>
          <p:cNvPr id="1043" name="Google Shape;1043;ge1d838b627_4_100:notes">
            <a:extLst>
              <a:ext uri="{FF2B5EF4-FFF2-40B4-BE49-F238E27FC236}">
                <a16:creationId xmlns:a16="http://schemas.microsoft.com/office/drawing/2014/main" id="{49B2D369-6732-F794-4D6D-4D646C27E8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4" name="Google Shape;1044;ge1d838b627_4_100:notes">
            <a:extLst>
              <a:ext uri="{FF2B5EF4-FFF2-40B4-BE49-F238E27FC236}">
                <a16:creationId xmlns:a16="http://schemas.microsoft.com/office/drawing/2014/main" id="{04E4A661-4E96-41E4-253A-0BE37C04774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466476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a:extLst>
            <a:ext uri="{FF2B5EF4-FFF2-40B4-BE49-F238E27FC236}">
              <a16:creationId xmlns:a16="http://schemas.microsoft.com/office/drawing/2014/main" id="{5543FA57-E24B-69C3-BDB8-BEAD5F59E633}"/>
            </a:ext>
          </a:extLst>
        </p:cNvPr>
        <p:cNvGrpSpPr/>
        <p:nvPr/>
      </p:nvGrpSpPr>
      <p:grpSpPr>
        <a:xfrm>
          <a:off x="0" y="0"/>
          <a:ext cx="0" cy="0"/>
          <a:chOff x="0" y="0"/>
          <a:chExt cx="0" cy="0"/>
        </a:xfrm>
      </p:grpSpPr>
      <p:sp>
        <p:nvSpPr>
          <p:cNvPr id="1145" name="Google Shape;1145;ge1d838b627_4_218:notes">
            <a:extLst>
              <a:ext uri="{FF2B5EF4-FFF2-40B4-BE49-F238E27FC236}">
                <a16:creationId xmlns:a16="http://schemas.microsoft.com/office/drawing/2014/main" id="{DE2868DA-092B-EC4A-21D0-BC26A1DC0E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 name="Google Shape;1146;ge1d838b627_4_218:notes">
            <a:extLst>
              <a:ext uri="{FF2B5EF4-FFF2-40B4-BE49-F238E27FC236}">
                <a16:creationId xmlns:a16="http://schemas.microsoft.com/office/drawing/2014/main" id="{B3724A6C-7C41-F9D3-7FD3-886BFD7FD8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193077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a:extLst>
            <a:ext uri="{FF2B5EF4-FFF2-40B4-BE49-F238E27FC236}">
              <a16:creationId xmlns:a16="http://schemas.microsoft.com/office/drawing/2014/main" id="{9602ED59-18EB-2755-9767-E638EB870095}"/>
            </a:ext>
          </a:extLst>
        </p:cNvPr>
        <p:cNvGrpSpPr/>
        <p:nvPr/>
      </p:nvGrpSpPr>
      <p:grpSpPr>
        <a:xfrm>
          <a:off x="0" y="0"/>
          <a:ext cx="0" cy="0"/>
          <a:chOff x="0" y="0"/>
          <a:chExt cx="0" cy="0"/>
        </a:xfrm>
      </p:grpSpPr>
      <p:sp>
        <p:nvSpPr>
          <p:cNvPr id="1145" name="Google Shape;1145;ge1d838b627_4_218:notes">
            <a:extLst>
              <a:ext uri="{FF2B5EF4-FFF2-40B4-BE49-F238E27FC236}">
                <a16:creationId xmlns:a16="http://schemas.microsoft.com/office/drawing/2014/main" id="{DC2E6DB9-E9E2-62D5-E6EE-D0CB59C227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 name="Google Shape;1146;ge1d838b627_4_218:notes">
            <a:extLst>
              <a:ext uri="{FF2B5EF4-FFF2-40B4-BE49-F238E27FC236}">
                <a16:creationId xmlns:a16="http://schemas.microsoft.com/office/drawing/2014/main" id="{17C82F39-B325-09E3-37CB-1457CCF140F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40708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a:extLst>
            <a:ext uri="{FF2B5EF4-FFF2-40B4-BE49-F238E27FC236}">
              <a16:creationId xmlns:a16="http://schemas.microsoft.com/office/drawing/2014/main" id="{28EEACAE-2945-7C8A-C9F7-2D56E6221641}"/>
            </a:ext>
          </a:extLst>
        </p:cNvPr>
        <p:cNvGrpSpPr/>
        <p:nvPr/>
      </p:nvGrpSpPr>
      <p:grpSpPr>
        <a:xfrm>
          <a:off x="0" y="0"/>
          <a:ext cx="0" cy="0"/>
          <a:chOff x="0" y="0"/>
          <a:chExt cx="0" cy="0"/>
        </a:xfrm>
      </p:grpSpPr>
      <p:sp>
        <p:nvSpPr>
          <p:cNvPr id="1043" name="Google Shape;1043;ge1d838b627_4_100:notes">
            <a:extLst>
              <a:ext uri="{FF2B5EF4-FFF2-40B4-BE49-F238E27FC236}">
                <a16:creationId xmlns:a16="http://schemas.microsoft.com/office/drawing/2014/main" id="{423828E2-B4BD-D941-8D39-76E3A37907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4" name="Google Shape;1044;ge1d838b627_4_100:notes">
            <a:extLst>
              <a:ext uri="{FF2B5EF4-FFF2-40B4-BE49-F238E27FC236}">
                <a16:creationId xmlns:a16="http://schemas.microsoft.com/office/drawing/2014/main" id="{9125D545-F433-F5F0-147B-567F5DEDEB1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948033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a:extLst>
            <a:ext uri="{FF2B5EF4-FFF2-40B4-BE49-F238E27FC236}">
              <a16:creationId xmlns:a16="http://schemas.microsoft.com/office/drawing/2014/main" id="{4CED97C5-77F8-7E95-BF34-EE95022F0E3E}"/>
            </a:ext>
          </a:extLst>
        </p:cNvPr>
        <p:cNvGrpSpPr/>
        <p:nvPr/>
      </p:nvGrpSpPr>
      <p:grpSpPr>
        <a:xfrm>
          <a:off x="0" y="0"/>
          <a:ext cx="0" cy="0"/>
          <a:chOff x="0" y="0"/>
          <a:chExt cx="0" cy="0"/>
        </a:xfrm>
      </p:grpSpPr>
      <p:sp>
        <p:nvSpPr>
          <p:cNvPr id="1043" name="Google Shape;1043;ge1d838b627_4_100:notes">
            <a:extLst>
              <a:ext uri="{FF2B5EF4-FFF2-40B4-BE49-F238E27FC236}">
                <a16:creationId xmlns:a16="http://schemas.microsoft.com/office/drawing/2014/main" id="{0A823CBB-4F49-43A8-1B31-2B8083BFAF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4" name="Google Shape;1044;ge1d838b627_4_100:notes">
            <a:extLst>
              <a:ext uri="{FF2B5EF4-FFF2-40B4-BE49-F238E27FC236}">
                <a16:creationId xmlns:a16="http://schemas.microsoft.com/office/drawing/2014/main" id="{0501BD81-7261-1B70-4DBC-85EC193B72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702965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a:extLst>
            <a:ext uri="{FF2B5EF4-FFF2-40B4-BE49-F238E27FC236}">
              <a16:creationId xmlns:a16="http://schemas.microsoft.com/office/drawing/2014/main" id="{DB4A6FDF-8FDB-62A6-BDAC-27847CAE72E8}"/>
            </a:ext>
          </a:extLst>
        </p:cNvPr>
        <p:cNvGrpSpPr/>
        <p:nvPr/>
      </p:nvGrpSpPr>
      <p:grpSpPr>
        <a:xfrm>
          <a:off x="0" y="0"/>
          <a:ext cx="0" cy="0"/>
          <a:chOff x="0" y="0"/>
          <a:chExt cx="0" cy="0"/>
        </a:xfrm>
      </p:grpSpPr>
      <p:sp>
        <p:nvSpPr>
          <p:cNvPr id="1145" name="Google Shape;1145;ge1d838b627_4_218:notes">
            <a:extLst>
              <a:ext uri="{FF2B5EF4-FFF2-40B4-BE49-F238E27FC236}">
                <a16:creationId xmlns:a16="http://schemas.microsoft.com/office/drawing/2014/main" id="{F075947A-6867-6E4D-5207-4AE85C11C2C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 name="Google Shape;1146;ge1d838b627_4_218:notes">
            <a:extLst>
              <a:ext uri="{FF2B5EF4-FFF2-40B4-BE49-F238E27FC236}">
                <a16:creationId xmlns:a16="http://schemas.microsoft.com/office/drawing/2014/main" id="{AE099A1A-914F-3C02-2232-2CB488A7968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943902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a:extLst>
            <a:ext uri="{FF2B5EF4-FFF2-40B4-BE49-F238E27FC236}">
              <a16:creationId xmlns:a16="http://schemas.microsoft.com/office/drawing/2014/main" id="{EA1FE652-7D58-A512-AA2A-85DD5303049E}"/>
            </a:ext>
          </a:extLst>
        </p:cNvPr>
        <p:cNvGrpSpPr/>
        <p:nvPr/>
      </p:nvGrpSpPr>
      <p:grpSpPr>
        <a:xfrm>
          <a:off x="0" y="0"/>
          <a:ext cx="0" cy="0"/>
          <a:chOff x="0" y="0"/>
          <a:chExt cx="0" cy="0"/>
        </a:xfrm>
      </p:grpSpPr>
      <p:sp>
        <p:nvSpPr>
          <p:cNvPr id="1145" name="Google Shape;1145;ge1d838b627_4_218:notes">
            <a:extLst>
              <a:ext uri="{FF2B5EF4-FFF2-40B4-BE49-F238E27FC236}">
                <a16:creationId xmlns:a16="http://schemas.microsoft.com/office/drawing/2014/main" id="{4BD6ACD2-43DD-62AA-A4B1-2E04F41567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 name="Google Shape;1146;ge1d838b627_4_218:notes">
            <a:extLst>
              <a:ext uri="{FF2B5EF4-FFF2-40B4-BE49-F238E27FC236}">
                <a16:creationId xmlns:a16="http://schemas.microsoft.com/office/drawing/2014/main" id="{827B6EB2-A70D-5C63-C1A0-7CC828FD37F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150746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a:extLst>
            <a:ext uri="{FF2B5EF4-FFF2-40B4-BE49-F238E27FC236}">
              <a16:creationId xmlns:a16="http://schemas.microsoft.com/office/drawing/2014/main" id="{13DBE45B-BC5B-BCC2-0136-61D2EA3992F1}"/>
            </a:ext>
          </a:extLst>
        </p:cNvPr>
        <p:cNvGrpSpPr/>
        <p:nvPr/>
      </p:nvGrpSpPr>
      <p:grpSpPr>
        <a:xfrm>
          <a:off x="0" y="0"/>
          <a:ext cx="0" cy="0"/>
          <a:chOff x="0" y="0"/>
          <a:chExt cx="0" cy="0"/>
        </a:xfrm>
      </p:grpSpPr>
      <p:sp>
        <p:nvSpPr>
          <p:cNvPr id="1145" name="Google Shape;1145;ge1d838b627_4_218:notes">
            <a:extLst>
              <a:ext uri="{FF2B5EF4-FFF2-40B4-BE49-F238E27FC236}">
                <a16:creationId xmlns:a16="http://schemas.microsoft.com/office/drawing/2014/main" id="{D801B6F0-CCC0-CB2A-10BA-8CC884709E0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 name="Google Shape;1146;ge1d838b627_4_218:notes">
            <a:extLst>
              <a:ext uri="{FF2B5EF4-FFF2-40B4-BE49-F238E27FC236}">
                <a16:creationId xmlns:a16="http://schemas.microsoft.com/office/drawing/2014/main" id="{A636D5EE-07AE-6FB6-59A5-B7CF70741D1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0313795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a:extLst>
            <a:ext uri="{FF2B5EF4-FFF2-40B4-BE49-F238E27FC236}">
              <a16:creationId xmlns:a16="http://schemas.microsoft.com/office/drawing/2014/main" id="{D4914EF3-2A3A-47FA-F109-E66522288483}"/>
            </a:ext>
          </a:extLst>
        </p:cNvPr>
        <p:cNvGrpSpPr/>
        <p:nvPr/>
      </p:nvGrpSpPr>
      <p:grpSpPr>
        <a:xfrm>
          <a:off x="0" y="0"/>
          <a:ext cx="0" cy="0"/>
          <a:chOff x="0" y="0"/>
          <a:chExt cx="0" cy="0"/>
        </a:xfrm>
      </p:grpSpPr>
      <p:sp>
        <p:nvSpPr>
          <p:cNvPr id="1043" name="Google Shape;1043;ge1d838b627_4_100:notes">
            <a:extLst>
              <a:ext uri="{FF2B5EF4-FFF2-40B4-BE49-F238E27FC236}">
                <a16:creationId xmlns:a16="http://schemas.microsoft.com/office/drawing/2014/main" id="{5D532692-5D2F-2513-ECE0-20C73986B5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4" name="Google Shape;1044;ge1d838b627_4_100:notes">
            <a:extLst>
              <a:ext uri="{FF2B5EF4-FFF2-40B4-BE49-F238E27FC236}">
                <a16:creationId xmlns:a16="http://schemas.microsoft.com/office/drawing/2014/main" id="{853188A3-80DF-99EB-942E-EE130DE5A2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588322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a:extLst>
            <a:ext uri="{FF2B5EF4-FFF2-40B4-BE49-F238E27FC236}">
              <a16:creationId xmlns:a16="http://schemas.microsoft.com/office/drawing/2014/main" id="{EB1EF562-35B9-7AA5-91BF-EE652C830CC7}"/>
            </a:ext>
          </a:extLst>
        </p:cNvPr>
        <p:cNvGrpSpPr/>
        <p:nvPr/>
      </p:nvGrpSpPr>
      <p:grpSpPr>
        <a:xfrm>
          <a:off x="0" y="0"/>
          <a:ext cx="0" cy="0"/>
          <a:chOff x="0" y="0"/>
          <a:chExt cx="0" cy="0"/>
        </a:xfrm>
      </p:grpSpPr>
      <p:sp>
        <p:nvSpPr>
          <p:cNvPr id="1145" name="Google Shape;1145;ge1d838b627_4_218:notes">
            <a:extLst>
              <a:ext uri="{FF2B5EF4-FFF2-40B4-BE49-F238E27FC236}">
                <a16:creationId xmlns:a16="http://schemas.microsoft.com/office/drawing/2014/main" id="{EC178CE2-9922-0AAB-397B-E9780DEA61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 name="Google Shape;1146;ge1d838b627_4_218:notes">
            <a:extLst>
              <a:ext uri="{FF2B5EF4-FFF2-40B4-BE49-F238E27FC236}">
                <a16:creationId xmlns:a16="http://schemas.microsoft.com/office/drawing/2014/main" id="{658F35A5-8EA1-76D0-EC3B-C2BDAFC685C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830402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a:extLst>
            <a:ext uri="{FF2B5EF4-FFF2-40B4-BE49-F238E27FC236}">
              <a16:creationId xmlns:a16="http://schemas.microsoft.com/office/drawing/2014/main" id="{1A3EABFC-2777-A05E-75CA-6D00DFD80399}"/>
            </a:ext>
          </a:extLst>
        </p:cNvPr>
        <p:cNvGrpSpPr/>
        <p:nvPr/>
      </p:nvGrpSpPr>
      <p:grpSpPr>
        <a:xfrm>
          <a:off x="0" y="0"/>
          <a:ext cx="0" cy="0"/>
          <a:chOff x="0" y="0"/>
          <a:chExt cx="0" cy="0"/>
        </a:xfrm>
      </p:grpSpPr>
      <p:sp>
        <p:nvSpPr>
          <p:cNvPr id="1145" name="Google Shape;1145;ge1d838b627_4_218:notes">
            <a:extLst>
              <a:ext uri="{FF2B5EF4-FFF2-40B4-BE49-F238E27FC236}">
                <a16:creationId xmlns:a16="http://schemas.microsoft.com/office/drawing/2014/main" id="{32A702B3-D05C-7AF8-BA91-91879C0A454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 name="Google Shape;1146;ge1d838b627_4_218:notes">
            <a:extLst>
              <a:ext uri="{FF2B5EF4-FFF2-40B4-BE49-F238E27FC236}">
                <a16:creationId xmlns:a16="http://schemas.microsoft.com/office/drawing/2014/main" id="{65CF478C-964A-6492-6CA0-6866E45228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121353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a:extLst>
            <a:ext uri="{FF2B5EF4-FFF2-40B4-BE49-F238E27FC236}">
              <a16:creationId xmlns:a16="http://schemas.microsoft.com/office/drawing/2014/main" id="{C0E42FBC-967E-FC77-1561-ECB19508A776}"/>
            </a:ext>
          </a:extLst>
        </p:cNvPr>
        <p:cNvGrpSpPr/>
        <p:nvPr/>
      </p:nvGrpSpPr>
      <p:grpSpPr>
        <a:xfrm>
          <a:off x="0" y="0"/>
          <a:ext cx="0" cy="0"/>
          <a:chOff x="0" y="0"/>
          <a:chExt cx="0" cy="0"/>
        </a:xfrm>
      </p:grpSpPr>
      <p:sp>
        <p:nvSpPr>
          <p:cNvPr id="1145" name="Google Shape;1145;ge1d838b627_4_218:notes">
            <a:extLst>
              <a:ext uri="{FF2B5EF4-FFF2-40B4-BE49-F238E27FC236}">
                <a16:creationId xmlns:a16="http://schemas.microsoft.com/office/drawing/2014/main" id="{0644FD16-5EDD-7702-6F49-AD7FC7FF1C8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 name="Google Shape;1146;ge1d838b627_4_218:notes">
            <a:extLst>
              <a:ext uri="{FF2B5EF4-FFF2-40B4-BE49-F238E27FC236}">
                <a16:creationId xmlns:a16="http://schemas.microsoft.com/office/drawing/2014/main" id="{4E9565D6-2E99-FEE0-0CAC-701A095B4A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5742050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a:extLst>
            <a:ext uri="{FF2B5EF4-FFF2-40B4-BE49-F238E27FC236}">
              <a16:creationId xmlns:a16="http://schemas.microsoft.com/office/drawing/2014/main" id="{F9BADB4A-6597-E3FA-6A01-9E8948C2D1C0}"/>
            </a:ext>
          </a:extLst>
        </p:cNvPr>
        <p:cNvGrpSpPr/>
        <p:nvPr/>
      </p:nvGrpSpPr>
      <p:grpSpPr>
        <a:xfrm>
          <a:off x="0" y="0"/>
          <a:ext cx="0" cy="0"/>
          <a:chOff x="0" y="0"/>
          <a:chExt cx="0" cy="0"/>
        </a:xfrm>
      </p:grpSpPr>
      <p:sp>
        <p:nvSpPr>
          <p:cNvPr id="1145" name="Google Shape;1145;ge1d838b627_4_218:notes">
            <a:extLst>
              <a:ext uri="{FF2B5EF4-FFF2-40B4-BE49-F238E27FC236}">
                <a16:creationId xmlns:a16="http://schemas.microsoft.com/office/drawing/2014/main" id="{199176AC-AD5E-8636-D242-3B4C8893B94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 name="Google Shape;1146;ge1d838b627_4_218:notes">
            <a:extLst>
              <a:ext uri="{FF2B5EF4-FFF2-40B4-BE49-F238E27FC236}">
                <a16:creationId xmlns:a16="http://schemas.microsoft.com/office/drawing/2014/main" id="{7719F494-1996-4211-0381-B5DFAFAB9A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0434359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5">
          <a:extLst>
            <a:ext uri="{FF2B5EF4-FFF2-40B4-BE49-F238E27FC236}">
              <a16:creationId xmlns:a16="http://schemas.microsoft.com/office/drawing/2014/main" id="{7F6AA8A7-A016-563C-3DE4-FF8E75513093}"/>
            </a:ext>
          </a:extLst>
        </p:cNvPr>
        <p:cNvGrpSpPr/>
        <p:nvPr/>
      </p:nvGrpSpPr>
      <p:grpSpPr>
        <a:xfrm>
          <a:off x="0" y="0"/>
          <a:ext cx="0" cy="0"/>
          <a:chOff x="0" y="0"/>
          <a:chExt cx="0" cy="0"/>
        </a:xfrm>
      </p:grpSpPr>
      <p:sp>
        <p:nvSpPr>
          <p:cNvPr id="2106" name="Google Shape;2106;ge1d838b627_4_239:notes">
            <a:extLst>
              <a:ext uri="{FF2B5EF4-FFF2-40B4-BE49-F238E27FC236}">
                <a16:creationId xmlns:a16="http://schemas.microsoft.com/office/drawing/2014/main" id="{F75240E8-518D-C9BD-E102-823D009C50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7" name="Google Shape;2107;ge1d838b627_4_239:notes">
            <a:extLst>
              <a:ext uri="{FF2B5EF4-FFF2-40B4-BE49-F238E27FC236}">
                <a16:creationId xmlns:a16="http://schemas.microsoft.com/office/drawing/2014/main" id="{DFBE1350-F23A-E855-37CF-74E737F814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8561518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4"/>
        <p:cNvGrpSpPr/>
        <p:nvPr/>
      </p:nvGrpSpPr>
      <p:grpSpPr>
        <a:xfrm>
          <a:off x="0" y="0"/>
          <a:ext cx="0" cy="0"/>
          <a:chOff x="0" y="0"/>
          <a:chExt cx="0" cy="0"/>
        </a:xfrm>
      </p:grpSpPr>
      <p:sp>
        <p:nvSpPr>
          <p:cNvPr id="2235" name="Google Shape;2235;g135c9f142d8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6" name="Google Shape;2236;g135c9f142d8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680500" y="531550"/>
            <a:ext cx="7782900" cy="1555500"/>
          </a:xfrm>
          <a:prstGeom prst="rect">
            <a:avLst/>
          </a:prstGeom>
        </p:spPr>
        <p:txBody>
          <a:bodyPr spcFirstLastPara="1" wrap="square" lIns="91425" tIns="91425" rIns="91425" bIns="91425" anchor="ctr" anchorCtr="0">
            <a:noAutofit/>
          </a:bodyPr>
          <a:lstStyle>
            <a:lvl1pPr lvl="0" algn="ctr">
              <a:lnSpc>
                <a:spcPct val="90000"/>
              </a:lnSpc>
              <a:spcBef>
                <a:spcPts val="0"/>
              </a:spcBef>
              <a:spcAft>
                <a:spcPts val="0"/>
              </a:spcAft>
              <a:buClr>
                <a:srgbClr val="191919"/>
              </a:buClr>
              <a:buSzPts val="5200"/>
              <a:buNone/>
              <a:defRPr sz="5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680500" y="2087050"/>
            <a:ext cx="7782900" cy="393600"/>
          </a:xfrm>
          <a:prstGeom prst="rect">
            <a:avLst/>
          </a:prstGeom>
          <a:solidFill>
            <a:srgbClr val="FFFFFF">
              <a:alpha val="54720"/>
            </a:srgbClr>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flipH="1">
            <a:off x="-125295" y="2863619"/>
            <a:ext cx="9269294" cy="2449505"/>
            <a:chOff x="2477366" y="1218625"/>
            <a:chExt cx="7526833" cy="1989042"/>
          </a:xfrm>
        </p:grpSpPr>
        <p:sp>
          <p:nvSpPr>
            <p:cNvPr id="12" name="Google Shape;12;p2"/>
            <p:cNvSpPr/>
            <p:nvPr/>
          </p:nvSpPr>
          <p:spPr>
            <a:xfrm>
              <a:off x="2640100" y="1248060"/>
              <a:ext cx="814326" cy="1052496"/>
            </a:xfrm>
            <a:custGeom>
              <a:avLst/>
              <a:gdLst/>
              <a:ahLst/>
              <a:cxnLst/>
              <a:rect l="l" t="t" r="r" b="b"/>
              <a:pathLst>
                <a:path w="7940" h="10262" extrusionOk="0">
                  <a:moveTo>
                    <a:pt x="7929" y="3285"/>
                  </a:moveTo>
                  <a:lnTo>
                    <a:pt x="7608" y="3285"/>
                  </a:lnTo>
                  <a:lnTo>
                    <a:pt x="7608" y="2610"/>
                  </a:lnTo>
                  <a:lnTo>
                    <a:pt x="7210" y="2610"/>
                  </a:lnTo>
                  <a:lnTo>
                    <a:pt x="7210" y="1759"/>
                  </a:lnTo>
                  <a:lnTo>
                    <a:pt x="6137" y="1759"/>
                  </a:lnTo>
                  <a:lnTo>
                    <a:pt x="6137" y="2610"/>
                  </a:lnTo>
                  <a:lnTo>
                    <a:pt x="5739" y="2610"/>
                  </a:lnTo>
                  <a:lnTo>
                    <a:pt x="5739" y="3285"/>
                  </a:lnTo>
                  <a:lnTo>
                    <a:pt x="5175" y="3285"/>
                  </a:lnTo>
                  <a:lnTo>
                    <a:pt x="5175" y="4147"/>
                  </a:lnTo>
                  <a:cubicBezTo>
                    <a:pt x="4490" y="4169"/>
                    <a:pt x="3992" y="4213"/>
                    <a:pt x="3992" y="4280"/>
                  </a:cubicBezTo>
                  <a:lnTo>
                    <a:pt x="3992" y="4501"/>
                  </a:lnTo>
                  <a:lnTo>
                    <a:pt x="3992" y="4501"/>
                  </a:lnTo>
                  <a:lnTo>
                    <a:pt x="3992" y="4645"/>
                  </a:lnTo>
                  <a:lnTo>
                    <a:pt x="3992" y="4645"/>
                  </a:lnTo>
                  <a:lnTo>
                    <a:pt x="3992" y="4921"/>
                  </a:lnTo>
                  <a:lnTo>
                    <a:pt x="3992" y="4921"/>
                  </a:lnTo>
                  <a:lnTo>
                    <a:pt x="3992" y="5054"/>
                  </a:lnTo>
                  <a:lnTo>
                    <a:pt x="3992" y="5065"/>
                  </a:lnTo>
                  <a:lnTo>
                    <a:pt x="3992" y="5341"/>
                  </a:lnTo>
                  <a:lnTo>
                    <a:pt x="3992" y="5341"/>
                  </a:lnTo>
                  <a:lnTo>
                    <a:pt x="3992" y="5485"/>
                  </a:lnTo>
                  <a:lnTo>
                    <a:pt x="3992" y="5485"/>
                  </a:lnTo>
                  <a:lnTo>
                    <a:pt x="3992" y="5761"/>
                  </a:lnTo>
                  <a:lnTo>
                    <a:pt x="3992" y="5761"/>
                  </a:lnTo>
                  <a:lnTo>
                    <a:pt x="3992" y="5905"/>
                  </a:lnTo>
                  <a:lnTo>
                    <a:pt x="3992" y="5905"/>
                  </a:lnTo>
                  <a:lnTo>
                    <a:pt x="3992" y="6182"/>
                  </a:lnTo>
                  <a:lnTo>
                    <a:pt x="3992" y="6182"/>
                  </a:lnTo>
                  <a:lnTo>
                    <a:pt x="3992" y="6336"/>
                  </a:lnTo>
                  <a:lnTo>
                    <a:pt x="3992" y="6613"/>
                  </a:lnTo>
                  <a:lnTo>
                    <a:pt x="3992" y="6746"/>
                  </a:lnTo>
                  <a:lnTo>
                    <a:pt x="3992" y="6746"/>
                  </a:lnTo>
                  <a:lnTo>
                    <a:pt x="3992" y="7022"/>
                  </a:lnTo>
                  <a:lnTo>
                    <a:pt x="3992" y="7022"/>
                  </a:lnTo>
                  <a:lnTo>
                    <a:pt x="3992" y="7166"/>
                  </a:lnTo>
                  <a:lnTo>
                    <a:pt x="3992" y="7166"/>
                  </a:lnTo>
                  <a:lnTo>
                    <a:pt x="3992" y="7442"/>
                  </a:lnTo>
                  <a:lnTo>
                    <a:pt x="3992" y="7442"/>
                  </a:lnTo>
                  <a:lnTo>
                    <a:pt x="3992" y="7597"/>
                  </a:lnTo>
                  <a:lnTo>
                    <a:pt x="3992" y="7597"/>
                  </a:lnTo>
                  <a:lnTo>
                    <a:pt x="3992" y="7807"/>
                  </a:lnTo>
                  <a:lnTo>
                    <a:pt x="3561" y="7807"/>
                  </a:lnTo>
                  <a:lnTo>
                    <a:pt x="3561" y="3185"/>
                  </a:lnTo>
                  <a:lnTo>
                    <a:pt x="2986" y="3185"/>
                  </a:lnTo>
                  <a:lnTo>
                    <a:pt x="2986" y="863"/>
                  </a:lnTo>
                  <a:lnTo>
                    <a:pt x="2455" y="863"/>
                  </a:lnTo>
                  <a:lnTo>
                    <a:pt x="2455" y="0"/>
                  </a:lnTo>
                  <a:lnTo>
                    <a:pt x="1615" y="0"/>
                  </a:lnTo>
                  <a:lnTo>
                    <a:pt x="1615" y="863"/>
                  </a:lnTo>
                  <a:lnTo>
                    <a:pt x="1084" y="863"/>
                  </a:lnTo>
                  <a:lnTo>
                    <a:pt x="1084" y="3185"/>
                  </a:lnTo>
                  <a:lnTo>
                    <a:pt x="509" y="3185"/>
                  </a:lnTo>
                  <a:lnTo>
                    <a:pt x="509" y="3296"/>
                  </a:lnTo>
                  <a:lnTo>
                    <a:pt x="354" y="3296"/>
                  </a:lnTo>
                  <a:lnTo>
                    <a:pt x="354" y="3439"/>
                  </a:lnTo>
                  <a:lnTo>
                    <a:pt x="509" y="3439"/>
                  </a:lnTo>
                  <a:lnTo>
                    <a:pt x="509" y="3649"/>
                  </a:lnTo>
                  <a:lnTo>
                    <a:pt x="354" y="3649"/>
                  </a:lnTo>
                  <a:lnTo>
                    <a:pt x="354" y="3793"/>
                  </a:lnTo>
                  <a:lnTo>
                    <a:pt x="509" y="3793"/>
                  </a:lnTo>
                  <a:lnTo>
                    <a:pt x="509" y="4014"/>
                  </a:lnTo>
                  <a:lnTo>
                    <a:pt x="354" y="4014"/>
                  </a:lnTo>
                  <a:lnTo>
                    <a:pt x="354" y="4147"/>
                  </a:lnTo>
                  <a:lnTo>
                    <a:pt x="509" y="4147"/>
                  </a:lnTo>
                  <a:lnTo>
                    <a:pt x="509" y="4368"/>
                  </a:lnTo>
                  <a:lnTo>
                    <a:pt x="354" y="4368"/>
                  </a:lnTo>
                  <a:lnTo>
                    <a:pt x="354" y="4501"/>
                  </a:lnTo>
                  <a:lnTo>
                    <a:pt x="509" y="4501"/>
                  </a:lnTo>
                  <a:lnTo>
                    <a:pt x="509" y="4711"/>
                  </a:lnTo>
                  <a:lnTo>
                    <a:pt x="354" y="4711"/>
                  </a:lnTo>
                  <a:lnTo>
                    <a:pt x="354" y="4855"/>
                  </a:lnTo>
                  <a:lnTo>
                    <a:pt x="509" y="4855"/>
                  </a:lnTo>
                  <a:lnTo>
                    <a:pt x="509" y="5065"/>
                  </a:lnTo>
                  <a:lnTo>
                    <a:pt x="354" y="5065"/>
                  </a:lnTo>
                  <a:lnTo>
                    <a:pt x="354" y="5198"/>
                  </a:lnTo>
                  <a:lnTo>
                    <a:pt x="509" y="5198"/>
                  </a:lnTo>
                  <a:lnTo>
                    <a:pt x="509" y="5419"/>
                  </a:lnTo>
                  <a:lnTo>
                    <a:pt x="354" y="5419"/>
                  </a:lnTo>
                  <a:lnTo>
                    <a:pt x="354" y="5562"/>
                  </a:lnTo>
                  <a:lnTo>
                    <a:pt x="509" y="5562"/>
                  </a:lnTo>
                  <a:lnTo>
                    <a:pt x="509" y="5795"/>
                  </a:lnTo>
                  <a:lnTo>
                    <a:pt x="354" y="5795"/>
                  </a:lnTo>
                  <a:lnTo>
                    <a:pt x="354" y="5938"/>
                  </a:lnTo>
                  <a:lnTo>
                    <a:pt x="509" y="5938"/>
                  </a:lnTo>
                  <a:lnTo>
                    <a:pt x="509" y="6148"/>
                  </a:lnTo>
                  <a:lnTo>
                    <a:pt x="354" y="6148"/>
                  </a:lnTo>
                  <a:lnTo>
                    <a:pt x="354" y="6281"/>
                  </a:lnTo>
                  <a:lnTo>
                    <a:pt x="509" y="6281"/>
                  </a:lnTo>
                  <a:lnTo>
                    <a:pt x="509" y="6502"/>
                  </a:lnTo>
                  <a:lnTo>
                    <a:pt x="354" y="6502"/>
                  </a:lnTo>
                  <a:lnTo>
                    <a:pt x="354" y="6635"/>
                  </a:lnTo>
                  <a:lnTo>
                    <a:pt x="509" y="6635"/>
                  </a:lnTo>
                  <a:lnTo>
                    <a:pt x="509" y="6845"/>
                  </a:lnTo>
                  <a:lnTo>
                    <a:pt x="354" y="6845"/>
                  </a:lnTo>
                  <a:lnTo>
                    <a:pt x="354" y="6989"/>
                  </a:lnTo>
                  <a:lnTo>
                    <a:pt x="509" y="6989"/>
                  </a:lnTo>
                  <a:lnTo>
                    <a:pt x="509" y="7199"/>
                  </a:lnTo>
                  <a:lnTo>
                    <a:pt x="354" y="7199"/>
                  </a:lnTo>
                  <a:lnTo>
                    <a:pt x="354" y="7343"/>
                  </a:lnTo>
                  <a:lnTo>
                    <a:pt x="509" y="7343"/>
                  </a:lnTo>
                  <a:lnTo>
                    <a:pt x="509" y="7409"/>
                  </a:lnTo>
                  <a:lnTo>
                    <a:pt x="0" y="7409"/>
                  </a:lnTo>
                  <a:lnTo>
                    <a:pt x="0" y="10262"/>
                  </a:lnTo>
                  <a:lnTo>
                    <a:pt x="7940" y="10262"/>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9061672" y="1366006"/>
              <a:ext cx="942526" cy="1075265"/>
            </a:xfrm>
            <a:custGeom>
              <a:avLst/>
              <a:gdLst/>
              <a:ahLst/>
              <a:cxnLst/>
              <a:rect l="l" t="t" r="r" b="b"/>
              <a:pathLst>
                <a:path w="9190" h="10484" extrusionOk="0">
                  <a:moveTo>
                    <a:pt x="0" y="10118"/>
                  </a:moveTo>
                  <a:lnTo>
                    <a:pt x="0" y="9289"/>
                  </a:lnTo>
                  <a:cubicBezTo>
                    <a:pt x="0" y="9156"/>
                    <a:pt x="78" y="9046"/>
                    <a:pt x="177" y="9046"/>
                  </a:cubicBezTo>
                  <a:cubicBezTo>
                    <a:pt x="277" y="9046"/>
                    <a:pt x="354" y="8935"/>
                    <a:pt x="354" y="8802"/>
                  </a:cubicBezTo>
                  <a:lnTo>
                    <a:pt x="354" y="8614"/>
                  </a:lnTo>
                  <a:cubicBezTo>
                    <a:pt x="354" y="8482"/>
                    <a:pt x="431" y="8371"/>
                    <a:pt x="531" y="8371"/>
                  </a:cubicBezTo>
                  <a:lnTo>
                    <a:pt x="852" y="8371"/>
                  </a:lnTo>
                  <a:lnTo>
                    <a:pt x="852" y="8227"/>
                  </a:lnTo>
                  <a:lnTo>
                    <a:pt x="1062" y="8227"/>
                  </a:lnTo>
                  <a:cubicBezTo>
                    <a:pt x="1084" y="8205"/>
                    <a:pt x="1117" y="8194"/>
                    <a:pt x="1139" y="8194"/>
                  </a:cubicBezTo>
                  <a:lnTo>
                    <a:pt x="1139" y="8084"/>
                  </a:lnTo>
                  <a:lnTo>
                    <a:pt x="1017" y="8084"/>
                  </a:lnTo>
                  <a:lnTo>
                    <a:pt x="1017" y="7697"/>
                  </a:lnTo>
                  <a:lnTo>
                    <a:pt x="1139" y="7697"/>
                  </a:lnTo>
                  <a:lnTo>
                    <a:pt x="1139" y="7553"/>
                  </a:lnTo>
                  <a:lnTo>
                    <a:pt x="852" y="7553"/>
                  </a:lnTo>
                  <a:lnTo>
                    <a:pt x="852" y="7365"/>
                  </a:lnTo>
                  <a:lnTo>
                    <a:pt x="1139" y="7365"/>
                  </a:lnTo>
                  <a:lnTo>
                    <a:pt x="1139" y="7221"/>
                  </a:lnTo>
                  <a:lnTo>
                    <a:pt x="1017" y="7221"/>
                  </a:lnTo>
                  <a:lnTo>
                    <a:pt x="1017" y="6823"/>
                  </a:lnTo>
                  <a:lnTo>
                    <a:pt x="1139" y="6823"/>
                  </a:lnTo>
                  <a:lnTo>
                    <a:pt x="1139" y="6690"/>
                  </a:lnTo>
                  <a:lnTo>
                    <a:pt x="852" y="6690"/>
                  </a:lnTo>
                  <a:lnTo>
                    <a:pt x="852" y="6491"/>
                  </a:lnTo>
                  <a:lnTo>
                    <a:pt x="1139" y="6491"/>
                  </a:lnTo>
                  <a:lnTo>
                    <a:pt x="1139" y="6359"/>
                  </a:lnTo>
                  <a:lnTo>
                    <a:pt x="1017" y="6359"/>
                  </a:lnTo>
                  <a:lnTo>
                    <a:pt x="1017" y="5960"/>
                  </a:lnTo>
                  <a:lnTo>
                    <a:pt x="1139" y="5960"/>
                  </a:lnTo>
                  <a:lnTo>
                    <a:pt x="1139" y="5828"/>
                  </a:lnTo>
                  <a:lnTo>
                    <a:pt x="852" y="5828"/>
                  </a:lnTo>
                  <a:lnTo>
                    <a:pt x="852" y="5629"/>
                  </a:lnTo>
                  <a:lnTo>
                    <a:pt x="1139" y="5629"/>
                  </a:lnTo>
                  <a:lnTo>
                    <a:pt x="1139" y="5485"/>
                  </a:lnTo>
                  <a:lnTo>
                    <a:pt x="1017" y="5485"/>
                  </a:lnTo>
                  <a:lnTo>
                    <a:pt x="1017" y="5098"/>
                  </a:lnTo>
                  <a:lnTo>
                    <a:pt x="1139" y="5098"/>
                  </a:lnTo>
                  <a:lnTo>
                    <a:pt x="1139" y="4954"/>
                  </a:lnTo>
                  <a:lnTo>
                    <a:pt x="852" y="4954"/>
                  </a:lnTo>
                  <a:lnTo>
                    <a:pt x="852" y="4755"/>
                  </a:lnTo>
                  <a:lnTo>
                    <a:pt x="1139" y="4755"/>
                  </a:lnTo>
                  <a:lnTo>
                    <a:pt x="1139" y="4623"/>
                  </a:lnTo>
                  <a:lnTo>
                    <a:pt x="1017" y="4623"/>
                  </a:lnTo>
                  <a:lnTo>
                    <a:pt x="1017" y="4236"/>
                  </a:lnTo>
                  <a:lnTo>
                    <a:pt x="1139" y="4236"/>
                  </a:lnTo>
                  <a:lnTo>
                    <a:pt x="1139" y="4092"/>
                  </a:lnTo>
                  <a:lnTo>
                    <a:pt x="852" y="4092"/>
                  </a:lnTo>
                  <a:lnTo>
                    <a:pt x="852" y="3893"/>
                  </a:lnTo>
                  <a:lnTo>
                    <a:pt x="1139" y="3893"/>
                  </a:lnTo>
                  <a:lnTo>
                    <a:pt x="1139" y="3362"/>
                  </a:lnTo>
                  <a:lnTo>
                    <a:pt x="1692" y="3362"/>
                  </a:lnTo>
                  <a:lnTo>
                    <a:pt x="1692" y="2654"/>
                  </a:lnTo>
                  <a:lnTo>
                    <a:pt x="2090" y="2654"/>
                  </a:lnTo>
                  <a:lnTo>
                    <a:pt x="2090" y="1792"/>
                  </a:lnTo>
                  <a:lnTo>
                    <a:pt x="3152" y="1792"/>
                  </a:lnTo>
                  <a:lnTo>
                    <a:pt x="3152" y="2654"/>
                  </a:lnTo>
                  <a:lnTo>
                    <a:pt x="3539" y="2654"/>
                  </a:lnTo>
                  <a:lnTo>
                    <a:pt x="3539" y="3362"/>
                  </a:lnTo>
                  <a:lnTo>
                    <a:pt x="4092" y="3362"/>
                  </a:lnTo>
                  <a:lnTo>
                    <a:pt x="4092" y="4236"/>
                  </a:lnTo>
                  <a:cubicBezTo>
                    <a:pt x="4766" y="4258"/>
                    <a:pt x="5253" y="4302"/>
                    <a:pt x="5253" y="4368"/>
                  </a:cubicBezTo>
                  <a:lnTo>
                    <a:pt x="5253" y="4589"/>
                  </a:lnTo>
                  <a:lnTo>
                    <a:pt x="5253" y="4589"/>
                  </a:lnTo>
                  <a:lnTo>
                    <a:pt x="5253" y="4744"/>
                  </a:lnTo>
                  <a:lnTo>
                    <a:pt x="5253" y="4744"/>
                  </a:lnTo>
                  <a:lnTo>
                    <a:pt x="5253" y="5021"/>
                  </a:lnTo>
                  <a:lnTo>
                    <a:pt x="5253" y="5021"/>
                  </a:lnTo>
                  <a:lnTo>
                    <a:pt x="5253" y="5175"/>
                  </a:lnTo>
                  <a:lnTo>
                    <a:pt x="5253" y="5175"/>
                  </a:lnTo>
                  <a:lnTo>
                    <a:pt x="5253" y="5452"/>
                  </a:lnTo>
                  <a:lnTo>
                    <a:pt x="5253" y="5452"/>
                  </a:lnTo>
                  <a:lnTo>
                    <a:pt x="5253" y="5596"/>
                  </a:lnTo>
                  <a:lnTo>
                    <a:pt x="5253" y="5596"/>
                  </a:lnTo>
                  <a:lnTo>
                    <a:pt x="5253" y="5872"/>
                  </a:lnTo>
                  <a:lnTo>
                    <a:pt x="5253" y="5872"/>
                  </a:lnTo>
                  <a:lnTo>
                    <a:pt x="5253" y="6027"/>
                  </a:lnTo>
                  <a:lnTo>
                    <a:pt x="5253" y="6038"/>
                  </a:lnTo>
                  <a:lnTo>
                    <a:pt x="5253" y="6314"/>
                  </a:lnTo>
                  <a:lnTo>
                    <a:pt x="5253" y="6458"/>
                  </a:lnTo>
                  <a:lnTo>
                    <a:pt x="5253" y="6458"/>
                  </a:lnTo>
                  <a:lnTo>
                    <a:pt x="5253" y="6735"/>
                  </a:lnTo>
                  <a:lnTo>
                    <a:pt x="5253" y="6735"/>
                  </a:lnTo>
                  <a:lnTo>
                    <a:pt x="5253" y="6889"/>
                  </a:lnTo>
                  <a:lnTo>
                    <a:pt x="5253" y="6889"/>
                  </a:lnTo>
                  <a:lnTo>
                    <a:pt x="5253" y="7166"/>
                  </a:lnTo>
                  <a:lnTo>
                    <a:pt x="5253" y="7166"/>
                  </a:lnTo>
                  <a:lnTo>
                    <a:pt x="5253" y="7309"/>
                  </a:lnTo>
                  <a:lnTo>
                    <a:pt x="5253" y="7321"/>
                  </a:lnTo>
                  <a:lnTo>
                    <a:pt x="5253" y="7597"/>
                  </a:lnTo>
                  <a:lnTo>
                    <a:pt x="5253" y="7597"/>
                  </a:lnTo>
                  <a:lnTo>
                    <a:pt x="5253" y="7741"/>
                  </a:lnTo>
                  <a:lnTo>
                    <a:pt x="5253" y="7741"/>
                  </a:lnTo>
                  <a:lnTo>
                    <a:pt x="5253" y="7962"/>
                  </a:lnTo>
                  <a:lnTo>
                    <a:pt x="5684" y="7962"/>
                  </a:lnTo>
                  <a:lnTo>
                    <a:pt x="5684" y="3251"/>
                  </a:lnTo>
                  <a:lnTo>
                    <a:pt x="6248" y="3251"/>
                  </a:lnTo>
                  <a:lnTo>
                    <a:pt x="6248" y="874"/>
                  </a:lnTo>
                  <a:lnTo>
                    <a:pt x="6767" y="874"/>
                  </a:lnTo>
                  <a:lnTo>
                    <a:pt x="6767" y="0"/>
                  </a:lnTo>
                  <a:lnTo>
                    <a:pt x="7597" y="0"/>
                  </a:lnTo>
                  <a:lnTo>
                    <a:pt x="7597" y="874"/>
                  </a:lnTo>
                  <a:lnTo>
                    <a:pt x="8128" y="874"/>
                  </a:lnTo>
                  <a:lnTo>
                    <a:pt x="8128" y="3251"/>
                  </a:lnTo>
                  <a:lnTo>
                    <a:pt x="8691" y="3251"/>
                  </a:lnTo>
                  <a:lnTo>
                    <a:pt x="8691" y="3373"/>
                  </a:lnTo>
                  <a:lnTo>
                    <a:pt x="8835" y="3373"/>
                  </a:lnTo>
                  <a:lnTo>
                    <a:pt x="8835" y="3517"/>
                  </a:lnTo>
                  <a:lnTo>
                    <a:pt x="8691" y="3517"/>
                  </a:lnTo>
                  <a:lnTo>
                    <a:pt x="8691" y="3727"/>
                  </a:lnTo>
                  <a:lnTo>
                    <a:pt x="8835" y="3727"/>
                  </a:lnTo>
                  <a:lnTo>
                    <a:pt x="8835" y="3882"/>
                  </a:lnTo>
                  <a:lnTo>
                    <a:pt x="8691" y="3882"/>
                  </a:lnTo>
                  <a:lnTo>
                    <a:pt x="8691" y="4092"/>
                  </a:lnTo>
                  <a:lnTo>
                    <a:pt x="8835" y="4092"/>
                  </a:lnTo>
                  <a:lnTo>
                    <a:pt x="8835" y="4247"/>
                  </a:lnTo>
                  <a:lnTo>
                    <a:pt x="8691" y="4247"/>
                  </a:lnTo>
                  <a:lnTo>
                    <a:pt x="8691" y="4457"/>
                  </a:lnTo>
                  <a:lnTo>
                    <a:pt x="8835" y="4457"/>
                  </a:lnTo>
                  <a:lnTo>
                    <a:pt x="8835" y="4611"/>
                  </a:lnTo>
                  <a:lnTo>
                    <a:pt x="8691" y="4611"/>
                  </a:lnTo>
                  <a:lnTo>
                    <a:pt x="8691" y="4822"/>
                  </a:lnTo>
                  <a:lnTo>
                    <a:pt x="8835" y="4822"/>
                  </a:lnTo>
                  <a:lnTo>
                    <a:pt x="8835" y="4976"/>
                  </a:lnTo>
                  <a:lnTo>
                    <a:pt x="8691" y="4976"/>
                  </a:lnTo>
                  <a:lnTo>
                    <a:pt x="8691" y="5186"/>
                  </a:lnTo>
                  <a:lnTo>
                    <a:pt x="8835" y="5186"/>
                  </a:lnTo>
                  <a:lnTo>
                    <a:pt x="8835" y="5341"/>
                  </a:lnTo>
                  <a:lnTo>
                    <a:pt x="8691" y="5341"/>
                  </a:lnTo>
                  <a:lnTo>
                    <a:pt x="8691" y="5551"/>
                  </a:lnTo>
                  <a:lnTo>
                    <a:pt x="8835" y="5551"/>
                  </a:lnTo>
                  <a:lnTo>
                    <a:pt x="8835" y="5706"/>
                  </a:lnTo>
                  <a:lnTo>
                    <a:pt x="8691" y="5706"/>
                  </a:lnTo>
                  <a:lnTo>
                    <a:pt x="8691" y="5916"/>
                  </a:lnTo>
                  <a:lnTo>
                    <a:pt x="8835" y="5916"/>
                  </a:lnTo>
                  <a:lnTo>
                    <a:pt x="8835" y="6060"/>
                  </a:lnTo>
                  <a:lnTo>
                    <a:pt x="8691" y="6060"/>
                  </a:lnTo>
                  <a:lnTo>
                    <a:pt x="8691" y="6281"/>
                  </a:lnTo>
                  <a:lnTo>
                    <a:pt x="8835" y="6281"/>
                  </a:lnTo>
                  <a:lnTo>
                    <a:pt x="8835" y="6425"/>
                  </a:lnTo>
                  <a:lnTo>
                    <a:pt x="8691" y="6425"/>
                  </a:lnTo>
                  <a:lnTo>
                    <a:pt x="8691" y="6646"/>
                  </a:lnTo>
                  <a:lnTo>
                    <a:pt x="8835" y="6646"/>
                  </a:lnTo>
                  <a:lnTo>
                    <a:pt x="8835" y="6801"/>
                  </a:lnTo>
                  <a:lnTo>
                    <a:pt x="8691" y="6801"/>
                  </a:lnTo>
                  <a:lnTo>
                    <a:pt x="8691" y="7011"/>
                  </a:lnTo>
                  <a:lnTo>
                    <a:pt x="8835" y="7011"/>
                  </a:lnTo>
                  <a:lnTo>
                    <a:pt x="8835" y="7166"/>
                  </a:lnTo>
                  <a:lnTo>
                    <a:pt x="8691" y="7166"/>
                  </a:lnTo>
                  <a:lnTo>
                    <a:pt x="8691" y="7376"/>
                  </a:lnTo>
                  <a:lnTo>
                    <a:pt x="8835" y="7376"/>
                  </a:lnTo>
                  <a:lnTo>
                    <a:pt x="8835" y="7531"/>
                  </a:lnTo>
                  <a:lnTo>
                    <a:pt x="8691" y="7531"/>
                  </a:lnTo>
                  <a:lnTo>
                    <a:pt x="8691" y="7608"/>
                  </a:lnTo>
                  <a:lnTo>
                    <a:pt x="9189" y="7608"/>
                  </a:lnTo>
                  <a:lnTo>
                    <a:pt x="9189" y="10483"/>
                  </a:lnTo>
                  <a:lnTo>
                    <a:pt x="266" y="10483"/>
                  </a:lnTo>
                  <a:cubicBezTo>
                    <a:pt x="122" y="10483"/>
                    <a:pt x="0" y="10317"/>
                    <a:pt x="0" y="1011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7901942" y="1366006"/>
              <a:ext cx="958423" cy="1237314"/>
            </a:xfrm>
            <a:custGeom>
              <a:avLst/>
              <a:gdLst/>
              <a:ahLst/>
              <a:cxnLst/>
              <a:rect l="l" t="t" r="r" b="b"/>
              <a:pathLst>
                <a:path w="9345" h="12064" extrusionOk="0">
                  <a:moveTo>
                    <a:pt x="9333" y="3870"/>
                  </a:moveTo>
                  <a:lnTo>
                    <a:pt x="8957" y="3870"/>
                  </a:lnTo>
                  <a:lnTo>
                    <a:pt x="8957" y="3063"/>
                  </a:lnTo>
                  <a:lnTo>
                    <a:pt x="8482" y="3063"/>
                  </a:lnTo>
                  <a:lnTo>
                    <a:pt x="8482" y="2079"/>
                  </a:lnTo>
                  <a:lnTo>
                    <a:pt x="7232" y="2079"/>
                  </a:lnTo>
                  <a:lnTo>
                    <a:pt x="7232" y="3063"/>
                  </a:lnTo>
                  <a:lnTo>
                    <a:pt x="6757" y="3063"/>
                  </a:lnTo>
                  <a:lnTo>
                    <a:pt x="6757" y="3870"/>
                  </a:lnTo>
                  <a:lnTo>
                    <a:pt x="6093" y="3870"/>
                  </a:lnTo>
                  <a:lnTo>
                    <a:pt x="6093" y="4876"/>
                  </a:lnTo>
                  <a:cubicBezTo>
                    <a:pt x="5286" y="4898"/>
                    <a:pt x="4711" y="4954"/>
                    <a:pt x="4711" y="5031"/>
                  </a:cubicBezTo>
                  <a:lnTo>
                    <a:pt x="4711" y="5285"/>
                  </a:lnTo>
                  <a:lnTo>
                    <a:pt x="4711" y="5274"/>
                  </a:lnTo>
                  <a:lnTo>
                    <a:pt x="4711" y="5451"/>
                  </a:lnTo>
                  <a:lnTo>
                    <a:pt x="4711" y="5462"/>
                  </a:lnTo>
                  <a:lnTo>
                    <a:pt x="4711" y="5783"/>
                  </a:lnTo>
                  <a:lnTo>
                    <a:pt x="4711" y="5783"/>
                  </a:lnTo>
                  <a:lnTo>
                    <a:pt x="4711" y="5949"/>
                  </a:lnTo>
                  <a:lnTo>
                    <a:pt x="4711" y="5949"/>
                  </a:lnTo>
                  <a:lnTo>
                    <a:pt x="4711" y="6270"/>
                  </a:lnTo>
                  <a:lnTo>
                    <a:pt x="4711" y="6270"/>
                  </a:lnTo>
                  <a:lnTo>
                    <a:pt x="4711" y="6447"/>
                  </a:lnTo>
                  <a:lnTo>
                    <a:pt x="4711" y="6458"/>
                  </a:lnTo>
                  <a:lnTo>
                    <a:pt x="4711" y="6778"/>
                  </a:lnTo>
                  <a:cubicBezTo>
                    <a:pt x="4711" y="6767"/>
                    <a:pt x="4711" y="6767"/>
                    <a:pt x="4711" y="6767"/>
                  </a:cubicBezTo>
                  <a:lnTo>
                    <a:pt x="4711" y="6944"/>
                  </a:lnTo>
                  <a:cubicBezTo>
                    <a:pt x="4711" y="6944"/>
                    <a:pt x="4711" y="6944"/>
                    <a:pt x="4711" y="6944"/>
                  </a:cubicBezTo>
                  <a:lnTo>
                    <a:pt x="4711" y="7265"/>
                  </a:lnTo>
                  <a:lnTo>
                    <a:pt x="4711" y="7265"/>
                  </a:lnTo>
                  <a:lnTo>
                    <a:pt x="4711" y="7442"/>
                  </a:lnTo>
                  <a:cubicBezTo>
                    <a:pt x="4711" y="7442"/>
                    <a:pt x="4711" y="7442"/>
                    <a:pt x="4711" y="7442"/>
                  </a:cubicBezTo>
                  <a:lnTo>
                    <a:pt x="4711" y="7773"/>
                  </a:lnTo>
                  <a:lnTo>
                    <a:pt x="4711" y="7773"/>
                  </a:lnTo>
                  <a:lnTo>
                    <a:pt x="4711" y="7939"/>
                  </a:lnTo>
                  <a:lnTo>
                    <a:pt x="4711" y="7939"/>
                  </a:lnTo>
                  <a:lnTo>
                    <a:pt x="4711" y="8260"/>
                  </a:lnTo>
                  <a:lnTo>
                    <a:pt x="4711" y="8260"/>
                  </a:lnTo>
                  <a:lnTo>
                    <a:pt x="4711" y="8437"/>
                  </a:lnTo>
                  <a:lnTo>
                    <a:pt x="4711" y="8758"/>
                  </a:lnTo>
                  <a:lnTo>
                    <a:pt x="4711" y="8923"/>
                  </a:lnTo>
                  <a:lnTo>
                    <a:pt x="4711" y="8934"/>
                  </a:lnTo>
                  <a:lnTo>
                    <a:pt x="4711" y="9189"/>
                  </a:lnTo>
                  <a:lnTo>
                    <a:pt x="4192" y="9189"/>
                  </a:lnTo>
                  <a:lnTo>
                    <a:pt x="4192" y="3749"/>
                  </a:lnTo>
                  <a:lnTo>
                    <a:pt x="3517" y="3749"/>
                  </a:lnTo>
                  <a:lnTo>
                    <a:pt x="3517" y="1006"/>
                  </a:lnTo>
                  <a:lnTo>
                    <a:pt x="2898" y="1006"/>
                  </a:lnTo>
                  <a:lnTo>
                    <a:pt x="2898" y="0"/>
                  </a:lnTo>
                  <a:lnTo>
                    <a:pt x="1903" y="0"/>
                  </a:lnTo>
                  <a:lnTo>
                    <a:pt x="1903" y="1006"/>
                  </a:lnTo>
                  <a:lnTo>
                    <a:pt x="1283" y="1006"/>
                  </a:lnTo>
                  <a:lnTo>
                    <a:pt x="1283" y="3749"/>
                  </a:lnTo>
                  <a:lnTo>
                    <a:pt x="609" y="3749"/>
                  </a:lnTo>
                  <a:lnTo>
                    <a:pt x="609" y="3881"/>
                  </a:lnTo>
                  <a:lnTo>
                    <a:pt x="432" y="3881"/>
                  </a:lnTo>
                  <a:lnTo>
                    <a:pt x="432" y="4058"/>
                  </a:lnTo>
                  <a:lnTo>
                    <a:pt x="609" y="4058"/>
                  </a:lnTo>
                  <a:lnTo>
                    <a:pt x="609" y="4301"/>
                  </a:lnTo>
                  <a:lnTo>
                    <a:pt x="432" y="4301"/>
                  </a:lnTo>
                  <a:lnTo>
                    <a:pt x="432" y="4467"/>
                  </a:lnTo>
                  <a:lnTo>
                    <a:pt x="609" y="4467"/>
                  </a:lnTo>
                  <a:lnTo>
                    <a:pt x="609" y="4722"/>
                  </a:lnTo>
                  <a:lnTo>
                    <a:pt x="432" y="4722"/>
                  </a:lnTo>
                  <a:lnTo>
                    <a:pt x="432" y="4887"/>
                  </a:lnTo>
                  <a:lnTo>
                    <a:pt x="609" y="4887"/>
                  </a:lnTo>
                  <a:lnTo>
                    <a:pt x="609" y="5142"/>
                  </a:lnTo>
                  <a:lnTo>
                    <a:pt x="432" y="5142"/>
                  </a:lnTo>
                  <a:lnTo>
                    <a:pt x="432" y="5308"/>
                  </a:lnTo>
                  <a:lnTo>
                    <a:pt x="609" y="5308"/>
                  </a:lnTo>
                  <a:lnTo>
                    <a:pt x="609" y="5562"/>
                  </a:lnTo>
                  <a:lnTo>
                    <a:pt x="432" y="5562"/>
                  </a:lnTo>
                  <a:lnTo>
                    <a:pt x="432" y="5728"/>
                  </a:lnTo>
                  <a:lnTo>
                    <a:pt x="609" y="5728"/>
                  </a:lnTo>
                  <a:lnTo>
                    <a:pt x="609" y="5982"/>
                  </a:lnTo>
                  <a:lnTo>
                    <a:pt x="432" y="5982"/>
                  </a:lnTo>
                  <a:lnTo>
                    <a:pt x="432" y="6148"/>
                  </a:lnTo>
                  <a:lnTo>
                    <a:pt x="609" y="6148"/>
                  </a:lnTo>
                  <a:lnTo>
                    <a:pt x="609" y="6402"/>
                  </a:lnTo>
                  <a:lnTo>
                    <a:pt x="432" y="6402"/>
                  </a:lnTo>
                  <a:lnTo>
                    <a:pt x="432" y="6568"/>
                  </a:lnTo>
                  <a:lnTo>
                    <a:pt x="609" y="6568"/>
                  </a:lnTo>
                  <a:lnTo>
                    <a:pt x="609" y="6822"/>
                  </a:lnTo>
                  <a:lnTo>
                    <a:pt x="432" y="6822"/>
                  </a:lnTo>
                  <a:lnTo>
                    <a:pt x="432" y="6988"/>
                  </a:lnTo>
                  <a:lnTo>
                    <a:pt x="609" y="6988"/>
                  </a:lnTo>
                  <a:lnTo>
                    <a:pt x="609" y="7243"/>
                  </a:lnTo>
                  <a:lnTo>
                    <a:pt x="432" y="7243"/>
                  </a:lnTo>
                  <a:lnTo>
                    <a:pt x="432" y="7409"/>
                  </a:lnTo>
                  <a:lnTo>
                    <a:pt x="609" y="7409"/>
                  </a:lnTo>
                  <a:lnTo>
                    <a:pt x="609" y="7652"/>
                  </a:lnTo>
                  <a:lnTo>
                    <a:pt x="432" y="7652"/>
                  </a:lnTo>
                  <a:lnTo>
                    <a:pt x="432" y="7829"/>
                  </a:lnTo>
                  <a:lnTo>
                    <a:pt x="609" y="7829"/>
                  </a:lnTo>
                  <a:lnTo>
                    <a:pt x="609" y="8072"/>
                  </a:lnTo>
                  <a:lnTo>
                    <a:pt x="432" y="8072"/>
                  </a:lnTo>
                  <a:lnTo>
                    <a:pt x="432" y="8238"/>
                  </a:lnTo>
                  <a:lnTo>
                    <a:pt x="609" y="8238"/>
                  </a:lnTo>
                  <a:lnTo>
                    <a:pt x="609" y="8492"/>
                  </a:lnTo>
                  <a:lnTo>
                    <a:pt x="432" y="8492"/>
                  </a:lnTo>
                  <a:lnTo>
                    <a:pt x="432" y="8658"/>
                  </a:lnTo>
                  <a:lnTo>
                    <a:pt x="609" y="8658"/>
                  </a:lnTo>
                  <a:lnTo>
                    <a:pt x="609" y="8746"/>
                  </a:lnTo>
                  <a:lnTo>
                    <a:pt x="1" y="8746"/>
                  </a:lnTo>
                  <a:lnTo>
                    <a:pt x="1" y="12064"/>
                  </a:lnTo>
                  <a:lnTo>
                    <a:pt x="9344" y="12064"/>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4632659" y="1218625"/>
              <a:ext cx="958423" cy="1237314"/>
            </a:xfrm>
            <a:custGeom>
              <a:avLst/>
              <a:gdLst/>
              <a:ahLst/>
              <a:cxnLst/>
              <a:rect l="l" t="t" r="r" b="b"/>
              <a:pathLst>
                <a:path w="9345" h="12064" extrusionOk="0">
                  <a:moveTo>
                    <a:pt x="9344" y="3870"/>
                  </a:moveTo>
                  <a:lnTo>
                    <a:pt x="8968" y="3870"/>
                  </a:lnTo>
                  <a:lnTo>
                    <a:pt x="8968" y="3063"/>
                  </a:lnTo>
                  <a:lnTo>
                    <a:pt x="8493" y="3063"/>
                  </a:lnTo>
                  <a:lnTo>
                    <a:pt x="8493" y="2079"/>
                  </a:lnTo>
                  <a:lnTo>
                    <a:pt x="7243" y="2079"/>
                  </a:lnTo>
                  <a:lnTo>
                    <a:pt x="7243" y="3063"/>
                  </a:lnTo>
                  <a:lnTo>
                    <a:pt x="6768" y="3063"/>
                  </a:lnTo>
                  <a:lnTo>
                    <a:pt x="6768" y="3870"/>
                  </a:lnTo>
                  <a:lnTo>
                    <a:pt x="6104" y="3870"/>
                  </a:lnTo>
                  <a:lnTo>
                    <a:pt x="6104" y="4876"/>
                  </a:lnTo>
                  <a:cubicBezTo>
                    <a:pt x="5297" y="4898"/>
                    <a:pt x="4722" y="4954"/>
                    <a:pt x="4722" y="5031"/>
                  </a:cubicBezTo>
                  <a:lnTo>
                    <a:pt x="4722" y="5285"/>
                  </a:lnTo>
                  <a:lnTo>
                    <a:pt x="4722" y="5274"/>
                  </a:lnTo>
                  <a:lnTo>
                    <a:pt x="4722" y="5451"/>
                  </a:lnTo>
                  <a:cubicBezTo>
                    <a:pt x="4722" y="5451"/>
                    <a:pt x="4722" y="5451"/>
                    <a:pt x="4722" y="5462"/>
                  </a:cubicBezTo>
                  <a:lnTo>
                    <a:pt x="4722" y="5783"/>
                  </a:lnTo>
                  <a:lnTo>
                    <a:pt x="4722" y="5949"/>
                  </a:lnTo>
                  <a:lnTo>
                    <a:pt x="4722" y="5949"/>
                  </a:lnTo>
                  <a:lnTo>
                    <a:pt x="4722" y="6270"/>
                  </a:lnTo>
                  <a:lnTo>
                    <a:pt x="4722" y="6270"/>
                  </a:lnTo>
                  <a:lnTo>
                    <a:pt x="4722" y="6447"/>
                  </a:lnTo>
                  <a:cubicBezTo>
                    <a:pt x="4722" y="6447"/>
                    <a:pt x="4722" y="6447"/>
                    <a:pt x="4722" y="6458"/>
                  </a:cubicBezTo>
                  <a:lnTo>
                    <a:pt x="4722" y="6778"/>
                  </a:lnTo>
                  <a:cubicBezTo>
                    <a:pt x="4722" y="6767"/>
                    <a:pt x="4722" y="6767"/>
                    <a:pt x="4722" y="6767"/>
                  </a:cubicBezTo>
                  <a:lnTo>
                    <a:pt x="4722" y="6944"/>
                  </a:lnTo>
                  <a:cubicBezTo>
                    <a:pt x="4722" y="6944"/>
                    <a:pt x="4722" y="6944"/>
                    <a:pt x="4722" y="6944"/>
                  </a:cubicBezTo>
                  <a:lnTo>
                    <a:pt x="4722" y="7265"/>
                  </a:lnTo>
                  <a:lnTo>
                    <a:pt x="4722" y="7265"/>
                  </a:lnTo>
                  <a:lnTo>
                    <a:pt x="4722" y="7442"/>
                  </a:lnTo>
                  <a:cubicBezTo>
                    <a:pt x="4722" y="7442"/>
                    <a:pt x="4722" y="7442"/>
                    <a:pt x="4722" y="7442"/>
                  </a:cubicBezTo>
                  <a:lnTo>
                    <a:pt x="4722" y="7773"/>
                  </a:lnTo>
                  <a:lnTo>
                    <a:pt x="4722" y="7773"/>
                  </a:lnTo>
                  <a:lnTo>
                    <a:pt x="4722" y="7939"/>
                  </a:lnTo>
                  <a:lnTo>
                    <a:pt x="4722" y="7939"/>
                  </a:lnTo>
                  <a:lnTo>
                    <a:pt x="4722" y="8260"/>
                  </a:lnTo>
                  <a:lnTo>
                    <a:pt x="4722" y="8437"/>
                  </a:lnTo>
                  <a:lnTo>
                    <a:pt x="4722" y="8758"/>
                  </a:lnTo>
                  <a:lnTo>
                    <a:pt x="4722" y="8923"/>
                  </a:lnTo>
                  <a:cubicBezTo>
                    <a:pt x="4722" y="8934"/>
                    <a:pt x="4722" y="8934"/>
                    <a:pt x="4722" y="8934"/>
                  </a:cubicBezTo>
                  <a:lnTo>
                    <a:pt x="4722" y="9189"/>
                  </a:lnTo>
                  <a:lnTo>
                    <a:pt x="4191" y="9189"/>
                  </a:lnTo>
                  <a:lnTo>
                    <a:pt x="4191" y="3749"/>
                  </a:lnTo>
                  <a:lnTo>
                    <a:pt x="3517" y="3749"/>
                  </a:lnTo>
                  <a:lnTo>
                    <a:pt x="3517" y="1006"/>
                  </a:lnTo>
                  <a:lnTo>
                    <a:pt x="2898" y="1006"/>
                  </a:lnTo>
                  <a:lnTo>
                    <a:pt x="2898" y="0"/>
                  </a:lnTo>
                  <a:lnTo>
                    <a:pt x="1902" y="0"/>
                  </a:lnTo>
                  <a:lnTo>
                    <a:pt x="1902" y="1006"/>
                  </a:lnTo>
                  <a:lnTo>
                    <a:pt x="1272" y="1006"/>
                  </a:lnTo>
                  <a:lnTo>
                    <a:pt x="1272" y="3749"/>
                  </a:lnTo>
                  <a:lnTo>
                    <a:pt x="598" y="3749"/>
                  </a:lnTo>
                  <a:lnTo>
                    <a:pt x="598" y="3881"/>
                  </a:lnTo>
                  <a:lnTo>
                    <a:pt x="421" y="3881"/>
                  </a:lnTo>
                  <a:lnTo>
                    <a:pt x="421" y="4058"/>
                  </a:lnTo>
                  <a:lnTo>
                    <a:pt x="598" y="4058"/>
                  </a:lnTo>
                  <a:lnTo>
                    <a:pt x="598" y="4301"/>
                  </a:lnTo>
                  <a:lnTo>
                    <a:pt x="421" y="4301"/>
                  </a:lnTo>
                  <a:lnTo>
                    <a:pt x="421" y="4467"/>
                  </a:lnTo>
                  <a:lnTo>
                    <a:pt x="598" y="4467"/>
                  </a:lnTo>
                  <a:lnTo>
                    <a:pt x="598" y="4722"/>
                  </a:lnTo>
                  <a:lnTo>
                    <a:pt x="421" y="4722"/>
                  </a:lnTo>
                  <a:lnTo>
                    <a:pt x="421" y="4887"/>
                  </a:lnTo>
                  <a:lnTo>
                    <a:pt x="598" y="4887"/>
                  </a:lnTo>
                  <a:lnTo>
                    <a:pt x="598" y="5142"/>
                  </a:lnTo>
                  <a:lnTo>
                    <a:pt x="421" y="5142"/>
                  </a:lnTo>
                  <a:lnTo>
                    <a:pt x="421" y="5308"/>
                  </a:lnTo>
                  <a:lnTo>
                    <a:pt x="598" y="5308"/>
                  </a:lnTo>
                  <a:lnTo>
                    <a:pt x="598" y="5562"/>
                  </a:lnTo>
                  <a:lnTo>
                    <a:pt x="421" y="5562"/>
                  </a:lnTo>
                  <a:lnTo>
                    <a:pt x="421" y="5728"/>
                  </a:lnTo>
                  <a:lnTo>
                    <a:pt x="598" y="5728"/>
                  </a:lnTo>
                  <a:lnTo>
                    <a:pt x="598" y="5982"/>
                  </a:lnTo>
                  <a:lnTo>
                    <a:pt x="421" y="5982"/>
                  </a:lnTo>
                  <a:lnTo>
                    <a:pt x="421" y="6148"/>
                  </a:lnTo>
                  <a:lnTo>
                    <a:pt x="598" y="6148"/>
                  </a:lnTo>
                  <a:lnTo>
                    <a:pt x="598" y="6402"/>
                  </a:lnTo>
                  <a:lnTo>
                    <a:pt x="421" y="6402"/>
                  </a:lnTo>
                  <a:lnTo>
                    <a:pt x="421" y="6568"/>
                  </a:lnTo>
                  <a:lnTo>
                    <a:pt x="598" y="6568"/>
                  </a:lnTo>
                  <a:lnTo>
                    <a:pt x="598" y="6822"/>
                  </a:lnTo>
                  <a:lnTo>
                    <a:pt x="421" y="6822"/>
                  </a:lnTo>
                  <a:lnTo>
                    <a:pt x="421" y="6988"/>
                  </a:lnTo>
                  <a:lnTo>
                    <a:pt x="598" y="6988"/>
                  </a:lnTo>
                  <a:lnTo>
                    <a:pt x="598" y="7243"/>
                  </a:lnTo>
                  <a:lnTo>
                    <a:pt x="421" y="7243"/>
                  </a:lnTo>
                  <a:lnTo>
                    <a:pt x="421" y="7409"/>
                  </a:lnTo>
                  <a:lnTo>
                    <a:pt x="598" y="7409"/>
                  </a:lnTo>
                  <a:lnTo>
                    <a:pt x="598" y="7652"/>
                  </a:lnTo>
                  <a:lnTo>
                    <a:pt x="421" y="7652"/>
                  </a:lnTo>
                  <a:lnTo>
                    <a:pt x="421" y="7829"/>
                  </a:lnTo>
                  <a:lnTo>
                    <a:pt x="598" y="7829"/>
                  </a:lnTo>
                  <a:lnTo>
                    <a:pt x="598" y="8072"/>
                  </a:lnTo>
                  <a:lnTo>
                    <a:pt x="421" y="8072"/>
                  </a:lnTo>
                  <a:lnTo>
                    <a:pt x="421" y="8238"/>
                  </a:lnTo>
                  <a:lnTo>
                    <a:pt x="598" y="8238"/>
                  </a:lnTo>
                  <a:lnTo>
                    <a:pt x="598" y="8492"/>
                  </a:lnTo>
                  <a:lnTo>
                    <a:pt x="421" y="8492"/>
                  </a:lnTo>
                  <a:lnTo>
                    <a:pt x="421" y="8658"/>
                  </a:lnTo>
                  <a:lnTo>
                    <a:pt x="598" y="8658"/>
                  </a:lnTo>
                  <a:lnTo>
                    <a:pt x="598" y="8746"/>
                  </a:lnTo>
                  <a:lnTo>
                    <a:pt x="0" y="8746"/>
                  </a:lnTo>
                  <a:lnTo>
                    <a:pt x="0" y="12064"/>
                  </a:lnTo>
                  <a:lnTo>
                    <a:pt x="9344" y="12064"/>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6627321" y="1312674"/>
              <a:ext cx="957295" cy="829115"/>
            </a:xfrm>
            <a:custGeom>
              <a:avLst/>
              <a:gdLst/>
              <a:ahLst/>
              <a:cxnLst/>
              <a:rect l="l" t="t" r="r" b="b"/>
              <a:pathLst>
                <a:path w="9334" h="8084" extrusionOk="0">
                  <a:moveTo>
                    <a:pt x="9311" y="6912"/>
                  </a:moveTo>
                  <a:cubicBezTo>
                    <a:pt x="9223" y="6890"/>
                    <a:pt x="9167" y="6812"/>
                    <a:pt x="9167" y="6724"/>
                  </a:cubicBezTo>
                  <a:lnTo>
                    <a:pt x="9167" y="6569"/>
                  </a:lnTo>
                  <a:cubicBezTo>
                    <a:pt x="9167" y="6558"/>
                    <a:pt x="9167" y="6547"/>
                    <a:pt x="9167" y="6547"/>
                  </a:cubicBezTo>
                  <a:cubicBezTo>
                    <a:pt x="9223" y="6469"/>
                    <a:pt x="9256" y="6392"/>
                    <a:pt x="9267" y="6293"/>
                  </a:cubicBezTo>
                  <a:cubicBezTo>
                    <a:pt x="9267" y="6093"/>
                    <a:pt x="9101" y="5585"/>
                    <a:pt x="8913" y="5585"/>
                  </a:cubicBezTo>
                  <a:cubicBezTo>
                    <a:pt x="8714" y="5585"/>
                    <a:pt x="8559" y="6093"/>
                    <a:pt x="8559" y="6293"/>
                  </a:cubicBezTo>
                  <a:cubicBezTo>
                    <a:pt x="8559" y="6326"/>
                    <a:pt x="8559" y="6348"/>
                    <a:pt x="8559" y="6381"/>
                  </a:cubicBezTo>
                  <a:lnTo>
                    <a:pt x="8139" y="6381"/>
                  </a:lnTo>
                  <a:lnTo>
                    <a:pt x="8139" y="1361"/>
                  </a:lnTo>
                  <a:lnTo>
                    <a:pt x="7796" y="1361"/>
                  </a:lnTo>
                  <a:lnTo>
                    <a:pt x="7796" y="885"/>
                  </a:lnTo>
                  <a:lnTo>
                    <a:pt x="7442" y="885"/>
                  </a:lnTo>
                  <a:lnTo>
                    <a:pt x="7442" y="742"/>
                  </a:lnTo>
                  <a:lnTo>
                    <a:pt x="7442" y="454"/>
                  </a:lnTo>
                  <a:lnTo>
                    <a:pt x="7232" y="454"/>
                  </a:lnTo>
                  <a:lnTo>
                    <a:pt x="7232" y="1"/>
                  </a:lnTo>
                  <a:lnTo>
                    <a:pt x="6558" y="1"/>
                  </a:lnTo>
                  <a:lnTo>
                    <a:pt x="6558" y="454"/>
                  </a:lnTo>
                  <a:lnTo>
                    <a:pt x="6348" y="454"/>
                  </a:lnTo>
                  <a:lnTo>
                    <a:pt x="6348" y="885"/>
                  </a:lnTo>
                  <a:lnTo>
                    <a:pt x="5983" y="885"/>
                  </a:lnTo>
                  <a:lnTo>
                    <a:pt x="5983" y="1239"/>
                  </a:lnTo>
                  <a:lnTo>
                    <a:pt x="5983" y="1361"/>
                  </a:lnTo>
                  <a:lnTo>
                    <a:pt x="5607" y="1361"/>
                  </a:lnTo>
                  <a:lnTo>
                    <a:pt x="5607" y="3141"/>
                  </a:lnTo>
                  <a:lnTo>
                    <a:pt x="2456" y="3141"/>
                  </a:lnTo>
                  <a:lnTo>
                    <a:pt x="2456" y="1361"/>
                  </a:lnTo>
                  <a:lnTo>
                    <a:pt x="2057" y="1361"/>
                  </a:lnTo>
                  <a:lnTo>
                    <a:pt x="2057" y="885"/>
                  </a:lnTo>
                  <a:lnTo>
                    <a:pt x="1903" y="885"/>
                  </a:lnTo>
                  <a:lnTo>
                    <a:pt x="1903" y="797"/>
                  </a:lnTo>
                  <a:lnTo>
                    <a:pt x="1903" y="653"/>
                  </a:lnTo>
                  <a:lnTo>
                    <a:pt x="1317" y="653"/>
                  </a:lnTo>
                  <a:lnTo>
                    <a:pt x="1317" y="797"/>
                  </a:lnTo>
                  <a:lnTo>
                    <a:pt x="1317" y="885"/>
                  </a:lnTo>
                  <a:lnTo>
                    <a:pt x="996" y="885"/>
                  </a:lnTo>
                  <a:lnTo>
                    <a:pt x="996" y="797"/>
                  </a:lnTo>
                  <a:cubicBezTo>
                    <a:pt x="985" y="742"/>
                    <a:pt x="985" y="697"/>
                    <a:pt x="996" y="653"/>
                  </a:cubicBezTo>
                  <a:lnTo>
                    <a:pt x="399" y="653"/>
                  </a:lnTo>
                  <a:lnTo>
                    <a:pt x="399" y="896"/>
                  </a:lnTo>
                  <a:lnTo>
                    <a:pt x="255" y="896"/>
                  </a:lnTo>
                  <a:lnTo>
                    <a:pt x="255" y="1250"/>
                  </a:lnTo>
                  <a:cubicBezTo>
                    <a:pt x="244" y="1283"/>
                    <a:pt x="244" y="1328"/>
                    <a:pt x="255" y="1361"/>
                  </a:cubicBezTo>
                  <a:lnTo>
                    <a:pt x="1" y="1361"/>
                  </a:lnTo>
                  <a:lnTo>
                    <a:pt x="1" y="8084"/>
                  </a:lnTo>
                  <a:lnTo>
                    <a:pt x="9278" y="8084"/>
                  </a:lnTo>
                  <a:cubicBezTo>
                    <a:pt x="9289" y="8084"/>
                    <a:pt x="9311" y="8084"/>
                    <a:pt x="9333" y="80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3710634" y="1312674"/>
              <a:ext cx="956167" cy="829115"/>
            </a:xfrm>
            <a:custGeom>
              <a:avLst/>
              <a:gdLst/>
              <a:ahLst/>
              <a:cxnLst/>
              <a:rect l="l" t="t" r="r" b="b"/>
              <a:pathLst>
                <a:path w="9323" h="8084" extrusionOk="0">
                  <a:moveTo>
                    <a:pt x="9311" y="6912"/>
                  </a:moveTo>
                  <a:cubicBezTo>
                    <a:pt x="9223" y="6890"/>
                    <a:pt x="9167" y="6812"/>
                    <a:pt x="9167" y="6724"/>
                  </a:cubicBezTo>
                  <a:lnTo>
                    <a:pt x="9167" y="6569"/>
                  </a:lnTo>
                  <a:cubicBezTo>
                    <a:pt x="9167" y="6558"/>
                    <a:pt x="9167" y="6547"/>
                    <a:pt x="9167" y="6547"/>
                  </a:cubicBezTo>
                  <a:cubicBezTo>
                    <a:pt x="9223" y="6469"/>
                    <a:pt x="9267" y="6392"/>
                    <a:pt x="9267" y="6293"/>
                  </a:cubicBezTo>
                  <a:cubicBezTo>
                    <a:pt x="9267" y="6093"/>
                    <a:pt x="9101" y="5585"/>
                    <a:pt x="8913" y="5585"/>
                  </a:cubicBezTo>
                  <a:cubicBezTo>
                    <a:pt x="8714" y="5585"/>
                    <a:pt x="8559" y="6093"/>
                    <a:pt x="8559" y="6293"/>
                  </a:cubicBezTo>
                  <a:cubicBezTo>
                    <a:pt x="8559" y="6326"/>
                    <a:pt x="8559" y="6348"/>
                    <a:pt x="8570" y="6381"/>
                  </a:cubicBezTo>
                  <a:lnTo>
                    <a:pt x="8139" y="6381"/>
                  </a:lnTo>
                  <a:lnTo>
                    <a:pt x="8139" y="1361"/>
                  </a:lnTo>
                  <a:lnTo>
                    <a:pt x="7796" y="1361"/>
                  </a:lnTo>
                  <a:lnTo>
                    <a:pt x="7796" y="885"/>
                  </a:lnTo>
                  <a:lnTo>
                    <a:pt x="7431" y="885"/>
                  </a:lnTo>
                  <a:lnTo>
                    <a:pt x="7431" y="742"/>
                  </a:lnTo>
                  <a:lnTo>
                    <a:pt x="7431" y="454"/>
                  </a:lnTo>
                  <a:lnTo>
                    <a:pt x="7221" y="454"/>
                  </a:lnTo>
                  <a:lnTo>
                    <a:pt x="7221" y="1"/>
                  </a:lnTo>
                  <a:lnTo>
                    <a:pt x="6547" y="1"/>
                  </a:lnTo>
                  <a:lnTo>
                    <a:pt x="6547" y="454"/>
                  </a:lnTo>
                  <a:lnTo>
                    <a:pt x="6337" y="454"/>
                  </a:lnTo>
                  <a:lnTo>
                    <a:pt x="6337" y="885"/>
                  </a:lnTo>
                  <a:lnTo>
                    <a:pt x="5972" y="885"/>
                  </a:lnTo>
                  <a:lnTo>
                    <a:pt x="5972" y="1239"/>
                  </a:lnTo>
                  <a:lnTo>
                    <a:pt x="5972" y="1361"/>
                  </a:lnTo>
                  <a:lnTo>
                    <a:pt x="5596" y="1361"/>
                  </a:lnTo>
                  <a:lnTo>
                    <a:pt x="5596" y="3141"/>
                  </a:lnTo>
                  <a:lnTo>
                    <a:pt x="2455" y="3141"/>
                  </a:lnTo>
                  <a:lnTo>
                    <a:pt x="2455" y="1361"/>
                  </a:lnTo>
                  <a:lnTo>
                    <a:pt x="2057" y="1361"/>
                  </a:lnTo>
                  <a:lnTo>
                    <a:pt x="2057" y="885"/>
                  </a:lnTo>
                  <a:lnTo>
                    <a:pt x="1903" y="885"/>
                  </a:lnTo>
                  <a:lnTo>
                    <a:pt x="1903" y="797"/>
                  </a:lnTo>
                  <a:lnTo>
                    <a:pt x="1903" y="653"/>
                  </a:lnTo>
                  <a:lnTo>
                    <a:pt x="1317" y="653"/>
                  </a:lnTo>
                  <a:lnTo>
                    <a:pt x="1317" y="797"/>
                  </a:lnTo>
                  <a:lnTo>
                    <a:pt x="1317" y="885"/>
                  </a:lnTo>
                  <a:lnTo>
                    <a:pt x="985" y="885"/>
                  </a:lnTo>
                  <a:lnTo>
                    <a:pt x="985" y="797"/>
                  </a:lnTo>
                  <a:cubicBezTo>
                    <a:pt x="985" y="742"/>
                    <a:pt x="985" y="697"/>
                    <a:pt x="985" y="653"/>
                  </a:cubicBezTo>
                  <a:lnTo>
                    <a:pt x="399" y="653"/>
                  </a:lnTo>
                  <a:lnTo>
                    <a:pt x="399" y="896"/>
                  </a:lnTo>
                  <a:lnTo>
                    <a:pt x="244" y="896"/>
                  </a:lnTo>
                  <a:lnTo>
                    <a:pt x="244" y="1250"/>
                  </a:lnTo>
                  <a:cubicBezTo>
                    <a:pt x="244" y="1283"/>
                    <a:pt x="244" y="1328"/>
                    <a:pt x="244" y="1361"/>
                  </a:cubicBezTo>
                  <a:lnTo>
                    <a:pt x="1" y="1361"/>
                  </a:lnTo>
                  <a:lnTo>
                    <a:pt x="1" y="8084"/>
                  </a:lnTo>
                  <a:lnTo>
                    <a:pt x="9278" y="8084"/>
                  </a:lnTo>
                  <a:cubicBezTo>
                    <a:pt x="9289" y="8084"/>
                    <a:pt x="9311" y="8084"/>
                    <a:pt x="9322" y="80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5592119" y="1235548"/>
              <a:ext cx="982217" cy="1076393"/>
            </a:xfrm>
            <a:custGeom>
              <a:avLst/>
              <a:gdLst/>
              <a:ahLst/>
              <a:cxnLst/>
              <a:rect l="l" t="t" r="r" b="b"/>
              <a:pathLst>
                <a:path w="9577" h="10495" extrusionOk="0">
                  <a:moveTo>
                    <a:pt x="11" y="10130"/>
                  </a:moveTo>
                  <a:lnTo>
                    <a:pt x="11" y="9300"/>
                  </a:lnTo>
                  <a:cubicBezTo>
                    <a:pt x="0" y="9179"/>
                    <a:pt x="78" y="9079"/>
                    <a:pt x="199" y="9057"/>
                  </a:cubicBezTo>
                  <a:cubicBezTo>
                    <a:pt x="321" y="9035"/>
                    <a:pt x="398" y="8935"/>
                    <a:pt x="387" y="8814"/>
                  </a:cubicBezTo>
                  <a:lnTo>
                    <a:pt x="387" y="8626"/>
                  </a:lnTo>
                  <a:cubicBezTo>
                    <a:pt x="365" y="8504"/>
                    <a:pt x="454" y="8394"/>
                    <a:pt x="575" y="8382"/>
                  </a:cubicBezTo>
                  <a:lnTo>
                    <a:pt x="896" y="8382"/>
                  </a:lnTo>
                  <a:lnTo>
                    <a:pt x="896" y="8228"/>
                  </a:lnTo>
                  <a:lnTo>
                    <a:pt x="1117" y="8228"/>
                  </a:lnTo>
                  <a:cubicBezTo>
                    <a:pt x="1139" y="8217"/>
                    <a:pt x="1172" y="8194"/>
                    <a:pt x="1205" y="8194"/>
                  </a:cubicBezTo>
                  <a:lnTo>
                    <a:pt x="1205" y="8095"/>
                  </a:lnTo>
                  <a:lnTo>
                    <a:pt x="1062" y="8095"/>
                  </a:lnTo>
                  <a:lnTo>
                    <a:pt x="1062" y="7697"/>
                  </a:lnTo>
                  <a:lnTo>
                    <a:pt x="1205" y="7697"/>
                  </a:lnTo>
                  <a:lnTo>
                    <a:pt x="1205" y="7564"/>
                  </a:lnTo>
                  <a:lnTo>
                    <a:pt x="896" y="7564"/>
                  </a:lnTo>
                  <a:lnTo>
                    <a:pt x="896" y="7365"/>
                  </a:lnTo>
                  <a:lnTo>
                    <a:pt x="1205" y="7365"/>
                  </a:lnTo>
                  <a:lnTo>
                    <a:pt x="1205" y="7232"/>
                  </a:lnTo>
                  <a:lnTo>
                    <a:pt x="1062" y="7232"/>
                  </a:lnTo>
                  <a:lnTo>
                    <a:pt x="1062" y="6834"/>
                  </a:lnTo>
                  <a:lnTo>
                    <a:pt x="1205" y="6834"/>
                  </a:lnTo>
                  <a:lnTo>
                    <a:pt x="1205" y="6691"/>
                  </a:lnTo>
                  <a:lnTo>
                    <a:pt x="896" y="6691"/>
                  </a:lnTo>
                  <a:lnTo>
                    <a:pt x="896" y="6503"/>
                  </a:lnTo>
                  <a:lnTo>
                    <a:pt x="1205" y="6503"/>
                  </a:lnTo>
                  <a:lnTo>
                    <a:pt x="1205" y="6359"/>
                  </a:lnTo>
                  <a:lnTo>
                    <a:pt x="1062" y="6359"/>
                  </a:lnTo>
                  <a:lnTo>
                    <a:pt x="1062" y="5972"/>
                  </a:lnTo>
                  <a:lnTo>
                    <a:pt x="1205" y="5972"/>
                  </a:lnTo>
                  <a:lnTo>
                    <a:pt x="1205" y="5828"/>
                  </a:lnTo>
                  <a:lnTo>
                    <a:pt x="896" y="5828"/>
                  </a:lnTo>
                  <a:lnTo>
                    <a:pt x="896" y="5629"/>
                  </a:lnTo>
                  <a:lnTo>
                    <a:pt x="1205" y="5629"/>
                  </a:lnTo>
                  <a:lnTo>
                    <a:pt x="1205" y="5496"/>
                  </a:lnTo>
                  <a:lnTo>
                    <a:pt x="1062" y="5496"/>
                  </a:lnTo>
                  <a:lnTo>
                    <a:pt x="1062" y="5098"/>
                  </a:lnTo>
                  <a:lnTo>
                    <a:pt x="1205" y="5098"/>
                  </a:lnTo>
                  <a:lnTo>
                    <a:pt x="1205" y="4966"/>
                  </a:lnTo>
                  <a:lnTo>
                    <a:pt x="896" y="4966"/>
                  </a:lnTo>
                  <a:lnTo>
                    <a:pt x="896" y="4767"/>
                  </a:lnTo>
                  <a:lnTo>
                    <a:pt x="1205" y="4767"/>
                  </a:lnTo>
                  <a:lnTo>
                    <a:pt x="1205" y="4623"/>
                  </a:lnTo>
                  <a:lnTo>
                    <a:pt x="1062" y="4623"/>
                  </a:lnTo>
                  <a:lnTo>
                    <a:pt x="1062" y="4236"/>
                  </a:lnTo>
                  <a:lnTo>
                    <a:pt x="1205" y="4236"/>
                  </a:lnTo>
                  <a:lnTo>
                    <a:pt x="1205" y="4092"/>
                  </a:lnTo>
                  <a:lnTo>
                    <a:pt x="896" y="4092"/>
                  </a:lnTo>
                  <a:lnTo>
                    <a:pt x="896" y="3904"/>
                  </a:lnTo>
                  <a:lnTo>
                    <a:pt x="1205" y="3904"/>
                  </a:lnTo>
                  <a:lnTo>
                    <a:pt x="1205" y="3362"/>
                  </a:lnTo>
                  <a:lnTo>
                    <a:pt x="1780" y="3362"/>
                  </a:lnTo>
                  <a:lnTo>
                    <a:pt x="1780" y="2666"/>
                  </a:lnTo>
                  <a:lnTo>
                    <a:pt x="2201" y="2666"/>
                  </a:lnTo>
                  <a:lnTo>
                    <a:pt x="2201" y="1803"/>
                  </a:lnTo>
                  <a:lnTo>
                    <a:pt x="3284" y="1803"/>
                  </a:lnTo>
                  <a:lnTo>
                    <a:pt x="3284" y="2666"/>
                  </a:lnTo>
                  <a:lnTo>
                    <a:pt x="3704" y="2666"/>
                  </a:lnTo>
                  <a:lnTo>
                    <a:pt x="3704" y="3362"/>
                  </a:lnTo>
                  <a:lnTo>
                    <a:pt x="4279" y="3362"/>
                  </a:lnTo>
                  <a:lnTo>
                    <a:pt x="4279" y="4247"/>
                  </a:lnTo>
                  <a:cubicBezTo>
                    <a:pt x="4976" y="4258"/>
                    <a:pt x="5485" y="4313"/>
                    <a:pt x="5485" y="4369"/>
                  </a:cubicBezTo>
                  <a:lnTo>
                    <a:pt x="5485" y="4601"/>
                  </a:lnTo>
                  <a:lnTo>
                    <a:pt x="5485" y="4601"/>
                  </a:lnTo>
                  <a:lnTo>
                    <a:pt x="5485" y="4745"/>
                  </a:lnTo>
                  <a:lnTo>
                    <a:pt x="5485" y="4745"/>
                  </a:lnTo>
                  <a:lnTo>
                    <a:pt x="5485" y="5021"/>
                  </a:lnTo>
                  <a:lnTo>
                    <a:pt x="5485" y="5021"/>
                  </a:lnTo>
                  <a:lnTo>
                    <a:pt x="5485" y="5176"/>
                  </a:lnTo>
                  <a:lnTo>
                    <a:pt x="5485" y="5176"/>
                  </a:lnTo>
                  <a:lnTo>
                    <a:pt x="5485" y="5452"/>
                  </a:lnTo>
                  <a:lnTo>
                    <a:pt x="5485" y="5441"/>
                  </a:lnTo>
                  <a:lnTo>
                    <a:pt x="5485" y="5596"/>
                  </a:lnTo>
                  <a:lnTo>
                    <a:pt x="5485" y="5596"/>
                  </a:lnTo>
                  <a:lnTo>
                    <a:pt x="5485" y="5872"/>
                  </a:lnTo>
                  <a:lnTo>
                    <a:pt x="5485" y="5861"/>
                  </a:lnTo>
                  <a:lnTo>
                    <a:pt x="5485" y="6005"/>
                  </a:lnTo>
                  <a:lnTo>
                    <a:pt x="5485" y="6282"/>
                  </a:lnTo>
                  <a:lnTo>
                    <a:pt x="5485" y="6282"/>
                  </a:lnTo>
                  <a:lnTo>
                    <a:pt x="5485" y="6436"/>
                  </a:lnTo>
                  <a:lnTo>
                    <a:pt x="5485" y="6436"/>
                  </a:lnTo>
                  <a:lnTo>
                    <a:pt x="5485" y="6713"/>
                  </a:lnTo>
                  <a:lnTo>
                    <a:pt x="5485" y="6713"/>
                  </a:lnTo>
                  <a:lnTo>
                    <a:pt x="5485" y="6890"/>
                  </a:lnTo>
                  <a:lnTo>
                    <a:pt x="5485" y="6890"/>
                  </a:lnTo>
                  <a:lnTo>
                    <a:pt x="5485" y="7166"/>
                  </a:lnTo>
                  <a:lnTo>
                    <a:pt x="5485" y="7155"/>
                  </a:lnTo>
                  <a:lnTo>
                    <a:pt x="5485" y="7299"/>
                  </a:lnTo>
                  <a:lnTo>
                    <a:pt x="5485" y="7575"/>
                  </a:lnTo>
                  <a:lnTo>
                    <a:pt x="5485" y="7575"/>
                  </a:lnTo>
                  <a:lnTo>
                    <a:pt x="5485" y="7730"/>
                  </a:lnTo>
                  <a:lnTo>
                    <a:pt x="5485" y="7730"/>
                  </a:lnTo>
                  <a:lnTo>
                    <a:pt x="5485" y="7951"/>
                  </a:lnTo>
                  <a:lnTo>
                    <a:pt x="5927" y="7951"/>
                  </a:lnTo>
                  <a:lnTo>
                    <a:pt x="5927" y="3263"/>
                  </a:lnTo>
                  <a:lnTo>
                    <a:pt x="6513" y="3263"/>
                  </a:lnTo>
                  <a:lnTo>
                    <a:pt x="6513" y="885"/>
                  </a:lnTo>
                  <a:lnTo>
                    <a:pt x="7055" y="885"/>
                  </a:lnTo>
                  <a:lnTo>
                    <a:pt x="7055" y="1"/>
                  </a:lnTo>
                  <a:lnTo>
                    <a:pt x="7928" y="1"/>
                  </a:lnTo>
                  <a:lnTo>
                    <a:pt x="7928" y="885"/>
                  </a:lnTo>
                  <a:lnTo>
                    <a:pt x="8470" y="885"/>
                  </a:lnTo>
                  <a:lnTo>
                    <a:pt x="8470" y="3263"/>
                  </a:lnTo>
                  <a:lnTo>
                    <a:pt x="9056" y="3263"/>
                  </a:lnTo>
                  <a:lnTo>
                    <a:pt x="9056" y="3373"/>
                  </a:lnTo>
                  <a:lnTo>
                    <a:pt x="9211" y="3373"/>
                  </a:lnTo>
                  <a:lnTo>
                    <a:pt x="9211" y="3517"/>
                  </a:lnTo>
                  <a:lnTo>
                    <a:pt x="9056" y="3517"/>
                  </a:lnTo>
                  <a:lnTo>
                    <a:pt x="9056" y="3738"/>
                  </a:lnTo>
                  <a:lnTo>
                    <a:pt x="9211" y="3738"/>
                  </a:lnTo>
                  <a:lnTo>
                    <a:pt x="9211" y="3882"/>
                  </a:lnTo>
                  <a:lnTo>
                    <a:pt x="9056" y="3882"/>
                  </a:lnTo>
                  <a:lnTo>
                    <a:pt x="9056" y="4103"/>
                  </a:lnTo>
                  <a:lnTo>
                    <a:pt x="9211" y="4103"/>
                  </a:lnTo>
                  <a:lnTo>
                    <a:pt x="9211" y="4247"/>
                  </a:lnTo>
                  <a:lnTo>
                    <a:pt x="9056" y="4247"/>
                  </a:lnTo>
                  <a:lnTo>
                    <a:pt x="9056" y="4468"/>
                  </a:lnTo>
                  <a:lnTo>
                    <a:pt x="9211" y="4468"/>
                  </a:lnTo>
                  <a:lnTo>
                    <a:pt x="9211" y="4612"/>
                  </a:lnTo>
                  <a:lnTo>
                    <a:pt x="9056" y="4612"/>
                  </a:lnTo>
                  <a:lnTo>
                    <a:pt x="9056" y="4833"/>
                  </a:lnTo>
                  <a:lnTo>
                    <a:pt x="9211" y="4833"/>
                  </a:lnTo>
                  <a:lnTo>
                    <a:pt x="9211" y="4977"/>
                  </a:lnTo>
                  <a:lnTo>
                    <a:pt x="9056" y="4977"/>
                  </a:lnTo>
                  <a:lnTo>
                    <a:pt x="9056" y="5198"/>
                  </a:lnTo>
                  <a:lnTo>
                    <a:pt x="9211" y="5198"/>
                  </a:lnTo>
                  <a:lnTo>
                    <a:pt x="9211" y="5342"/>
                  </a:lnTo>
                  <a:lnTo>
                    <a:pt x="9056" y="5342"/>
                  </a:lnTo>
                  <a:lnTo>
                    <a:pt x="9056" y="5563"/>
                  </a:lnTo>
                  <a:lnTo>
                    <a:pt x="9211" y="5563"/>
                  </a:lnTo>
                  <a:lnTo>
                    <a:pt x="9211" y="5707"/>
                  </a:lnTo>
                  <a:lnTo>
                    <a:pt x="9056" y="5707"/>
                  </a:lnTo>
                  <a:lnTo>
                    <a:pt x="9056" y="5928"/>
                  </a:lnTo>
                  <a:lnTo>
                    <a:pt x="9211" y="5928"/>
                  </a:lnTo>
                  <a:lnTo>
                    <a:pt x="9211" y="6071"/>
                  </a:lnTo>
                  <a:lnTo>
                    <a:pt x="9056" y="6071"/>
                  </a:lnTo>
                  <a:lnTo>
                    <a:pt x="9056" y="6293"/>
                  </a:lnTo>
                  <a:lnTo>
                    <a:pt x="9211" y="6293"/>
                  </a:lnTo>
                  <a:lnTo>
                    <a:pt x="9211" y="6436"/>
                  </a:lnTo>
                  <a:lnTo>
                    <a:pt x="9056" y="6436"/>
                  </a:lnTo>
                  <a:lnTo>
                    <a:pt x="9056" y="6657"/>
                  </a:lnTo>
                  <a:lnTo>
                    <a:pt x="9211" y="6657"/>
                  </a:lnTo>
                  <a:lnTo>
                    <a:pt x="9211" y="6801"/>
                  </a:lnTo>
                  <a:lnTo>
                    <a:pt x="9056" y="6801"/>
                  </a:lnTo>
                  <a:lnTo>
                    <a:pt x="9056" y="7022"/>
                  </a:lnTo>
                  <a:lnTo>
                    <a:pt x="9211" y="7022"/>
                  </a:lnTo>
                  <a:lnTo>
                    <a:pt x="9211" y="7166"/>
                  </a:lnTo>
                  <a:lnTo>
                    <a:pt x="9056" y="7166"/>
                  </a:lnTo>
                  <a:lnTo>
                    <a:pt x="9056" y="7376"/>
                  </a:lnTo>
                  <a:lnTo>
                    <a:pt x="9211" y="7376"/>
                  </a:lnTo>
                  <a:lnTo>
                    <a:pt x="9211" y="7531"/>
                  </a:lnTo>
                  <a:lnTo>
                    <a:pt x="9056" y="7531"/>
                  </a:lnTo>
                  <a:lnTo>
                    <a:pt x="9056" y="7608"/>
                  </a:lnTo>
                  <a:lnTo>
                    <a:pt x="9576" y="7608"/>
                  </a:lnTo>
                  <a:lnTo>
                    <a:pt x="9576" y="10494"/>
                  </a:lnTo>
                  <a:lnTo>
                    <a:pt x="288" y="10494"/>
                  </a:lnTo>
                  <a:cubicBezTo>
                    <a:pt x="144" y="10494"/>
                    <a:pt x="11" y="10329"/>
                    <a:pt x="11" y="1013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2477366" y="2056267"/>
              <a:ext cx="7425000" cy="11514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0"/>
        <p:cNvGrpSpPr/>
        <p:nvPr/>
      </p:nvGrpSpPr>
      <p:grpSpPr>
        <a:xfrm>
          <a:off x="0" y="0"/>
          <a:ext cx="0" cy="0"/>
          <a:chOff x="0" y="0"/>
          <a:chExt cx="0" cy="0"/>
        </a:xfrm>
      </p:grpSpPr>
      <p:sp>
        <p:nvSpPr>
          <p:cNvPr id="21" name="Google Shape;21;p3"/>
          <p:cNvSpPr txBox="1">
            <a:spLocks noGrp="1"/>
          </p:cNvSpPr>
          <p:nvPr>
            <p:ph type="title"/>
          </p:nvPr>
        </p:nvSpPr>
        <p:spPr>
          <a:xfrm>
            <a:off x="3591150" y="838600"/>
            <a:ext cx="3657600" cy="841800"/>
          </a:xfrm>
          <a:prstGeom prst="rect">
            <a:avLst/>
          </a:prstGeom>
          <a:ln>
            <a:noFill/>
          </a:ln>
        </p:spPr>
        <p:txBody>
          <a:bodyPr spcFirstLastPara="1" wrap="square" lIns="91425" tIns="91425" rIns="91425" bIns="91425" anchor="ctr" anchorCtr="0">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2" name="Google Shape;22;p3"/>
          <p:cNvSpPr txBox="1">
            <a:spLocks noGrp="1"/>
          </p:cNvSpPr>
          <p:nvPr>
            <p:ph type="title" idx="2" hasCustomPrompt="1"/>
          </p:nvPr>
        </p:nvSpPr>
        <p:spPr>
          <a:xfrm>
            <a:off x="1895250" y="861850"/>
            <a:ext cx="1268400" cy="1269600"/>
          </a:xfrm>
          <a:prstGeom prst="rect">
            <a:avLst/>
          </a:prstGeom>
          <a:solidFill>
            <a:schemeClr val="accent4"/>
          </a:solidFill>
        </p:spPr>
        <p:txBody>
          <a:bodyPr spcFirstLastPara="1" wrap="square" lIns="91425" tIns="91425" rIns="91425" bIns="91425" anchor="ctr" anchorCtr="0">
            <a:noAutofit/>
          </a:bodyPr>
          <a:lstStyle>
            <a:lvl1pPr lvl="0" algn="ctr" rtl="0">
              <a:spcBef>
                <a:spcPts val="0"/>
              </a:spcBef>
              <a:spcAft>
                <a:spcPts val="0"/>
              </a:spcAft>
              <a:buSzPts val="6000"/>
              <a:buNone/>
              <a:defRPr sz="60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3" name="Google Shape;23;p3"/>
          <p:cNvSpPr txBox="1">
            <a:spLocks noGrp="1"/>
          </p:cNvSpPr>
          <p:nvPr>
            <p:ph type="subTitle" idx="1"/>
          </p:nvPr>
        </p:nvSpPr>
        <p:spPr>
          <a:xfrm>
            <a:off x="3591150" y="1680400"/>
            <a:ext cx="3657600" cy="474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 name="Google Shape;24;p3"/>
          <p:cNvSpPr/>
          <p:nvPr/>
        </p:nvSpPr>
        <p:spPr>
          <a:xfrm>
            <a:off x="6500" y="4518500"/>
            <a:ext cx="9144000" cy="624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9"/>
        <p:cNvGrpSpPr/>
        <p:nvPr/>
      </p:nvGrpSpPr>
      <p:grpSpPr>
        <a:xfrm>
          <a:off x="0" y="0"/>
          <a:ext cx="0" cy="0"/>
          <a:chOff x="0" y="0"/>
          <a:chExt cx="0" cy="0"/>
        </a:xfrm>
      </p:grpSpPr>
      <p:sp>
        <p:nvSpPr>
          <p:cNvPr id="30" name="Google Shape;30;p5"/>
          <p:cNvSpPr txBox="1">
            <a:spLocks noGrp="1"/>
          </p:cNvSpPr>
          <p:nvPr>
            <p:ph type="subTitle" idx="1"/>
          </p:nvPr>
        </p:nvSpPr>
        <p:spPr>
          <a:xfrm>
            <a:off x="1533650" y="2214747"/>
            <a:ext cx="2907600" cy="4257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1" name="Google Shape;31;p5"/>
          <p:cNvSpPr txBox="1">
            <a:spLocks noGrp="1"/>
          </p:cNvSpPr>
          <p:nvPr>
            <p:ph type="subTitle" idx="2"/>
          </p:nvPr>
        </p:nvSpPr>
        <p:spPr>
          <a:xfrm>
            <a:off x="4702750" y="2214747"/>
            <a:ext cx="2907600" cy="425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2" name="Google Shape;32;p5"/>
          <p:cNvSpPr txBox="1">
            <a:spLocks noGrp="1"/>
          </p:cNvSpPr>
          <p:nvPr>
            <p:ph type="subTitle" idx="3"/>
          </p:nvPr>
        </p:nvSpPr>
        <p:spPr>
          <a:xfrm>
            <a:off x="1533650" y="2539409"/>
            <a:ext cx="2907600" cy="101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3" name="Google Shape;33;p5"/>
          <p:cNvSpPr txBox="1">
            <a:spLocks noGrp="1"/>
          </p:cNvSpPr>
          <p:nvPr>
            <p:ph type="subTitle" idx="4"/>
          </p:nvPr>
        </p:nvSpPr>
        <p:spPr>
          <a:xfrm>
            <a:off x="4702750" y="2539409"/>
            <a:ext cx="2907600" cy="101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4" name="Google Shape;34;p5"/>
          <p:cNvSpPr txBox="1">
            <a:spLocks noGrp="1"/>
          </p:cNvSpPr>
          <p:nvPr>
            <p:ph type="title"/>
          </p:nvPr>
        </p:nvSpPr>
        <p:spPr>
          <a:xfrm>
            <a:off x="720000" y="334125"/>
            <a:ext cx="7704000" cy="683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5" name="Google Shape;35;p5"/>
          <p:cNvSpPr/>
          <p:nvPr/>
        </p:nvSpPr>
        <p:spPr>
          <a:xfrm>
            <a:off x="-268900" y="4522175"/>
            <a:ext cx="9513335" cy="621327"/>
          </a:xfrm>
          <a:custGeom>
            <a:avLst/>
            <a:gdLst/>
            <a:ahLst/>
            <a:cxnLst/>
            <a:rect l="l" t="t" r="r" b="b"/>
            <a:pathLst>
              <a:path w="62200" h="1947" extrusionOk="0">
                <a:moveTo>
                  <a:pt x="0" y="1"/>
                </a:moveTo>
                <a:lnTo>
                  <a:pt x="62199" y="1"/>
                </a:lnTo>
                <a:lnTo>
                  <a:pt x="62199" y="1947"/>
                </a:lnTo>
                <a:lnTo>
                  <a:pt x="26815" y="1947"/>
                </a:lnTo>
                <a:cubicBezTo>
                  <a:pt x="26738" y="1295"/>
                  <a:pt x="24659" y="775"/>
                  <a:pt x="22115" y="775"/>
                </a:cubicBezTo>
                <a:cubicBezTo>
                  <a:pt x="19561" y="775"/>
                  <a:pt x="17482" y="1295"/>
                  <a:pt x="17416" y="1947"/>
                </a:cubicBezTo>
                <a:lnTo>
                  <a:pt x="0" y="1947"/>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5"/>
          <p:cNvSpPr/>
          <p:nvPr/>
        </p:nvSpPr>
        <p:spPr>
          <a:xfrm>
            <a:off x="-100436" y="4522175"/>
            <a:ext cx="9513335" cy="621327"/>
          </a:xfrm>
          <a:custGeom>
            <a:avLst/>
            <a:gdLst/>
            <a:ahLst/>
            <a:cxnLst/>
            <a:rect l="l" t="t" r="r" b="b"/>
            <a:pathLst>
              <a:path w="62200" h="1947" extrusionOk="0">
                <a:moveTo>
                  <a:pt x="0" y="1"/>
                </a:moveTo>
                <a:lnTo>
                  <a:pt x="62199" y="1"/>
                </a:lnTo>
                <a:lnTo>
                  <a:pt x="62199" y="1947"/>
                </a:lnTo>
                <a:lnTo>
                  <a:pt x="26815" y="1947"/>
                </a:lnTo>
                <a:cubicBezTo>
                  <a:pt x="26738" y="1295"/>
                  <a:pt x="24659" y="775"/>
                  <a:pt x="22115" y="775"/>
                </a:cubicBezTo>
                <a:cubicBezTo>
                  <a:pt x="19561" y="775"/>
                  <a:pt x="17482" y="1295"/>
                  <a:pt x="17416" y="1947"/>
                </a:cubicBezTo>
                <a:lnTo>
                  <a:pt x="0" y="1947"/>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5"/>
          <p:cNvGrpSpPr/>
          <p:nvPr/>
        </p:nvGrpSpPr>
        <p:grpSpPr>
          <a:xfrm>
            <a:off x="8542415" y="2462477"/>
            <a:ext cx="1151549" cy="2060253"/>
            <a:chOff x="-3882175" y="2494675"/>
            <a:chExt cx="1407074" cy="2517416"/>
          </a:xfrm>
        </p:grpSpPr>
        <p:sp>
          <p:nvSpPr>
            <p:cNvPr id="38" name="Google Shape;38;p5"/>
            <p:cNvSpPr/>
            <p:nvPr/>
          </p:nvSpPr>
          <p:spPr>
            <a:xfrm>
              <a:off x="-3197920" y="4233031"/>
              <a:ext cx="115694" cy="779059"/>
            </a:xfrm>
            <a:custGeom>
              <a:avLst/>
              <a:gdLst/>
              <a:ahLst/>
              <a:cxnLst/>
              <a:rect l="l" t="t" r="r" b="b"/>
              <a:pathLst>
                <a:path w="432" h="2909" extrusionOk="0">
                  <a:moveTo>
                    <a:pt x="431" y="2908"/>
                  </a:moveTo>
                  <a:lnTo>
                    <a:pt x="0" y="2908"/>
                  </a:lnTo>
                  <a:lnTo>
                    <a:pt x="78" y="0"/>
                  </a:lnTo>
                  <a:lnTo>
                    <a:pt x="3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5"/>
            <p:cNvSpPr/>
            <p:nvPr/>
          </p:nvSpPr>
          <p:spPr>
            <a:xfrm>
              <a:off x="-3129896" y="4233031"/>
              <a:ext cx="56508" cy="779059"/>
            </a:xfrm>
            <a:custGeom>
              <a:avLst/>
              <a:gdLst/>
              <a:ahLst/>
              <a:cxnLst/>
              <a:rect l="l" t="t" r="r" b="b"/>
              <a:pathLst>
                <a:path w="211" h="2909" extrusionOk="0">
                  <a:moveTo>
                    <a:pt x="211" y="2908"/>
                  </a:moveTo>
                  <a:lnTo>
                    <a:pt x="1" y="2908"/>
                  </a:lnTo>
                  <a:lnTo>
                    <a:pt x="1" y="0"/>
                  </a:lnTo>
                  <a:lnTo>
                    <a:pt x="1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5"/>
            <p:cNvSpPr/>
            <p:nvPr/>
          </p:nvSpPr>
          <p:spPr>
            <a:xfrm>
              <a:off x="-3103115" y="4194467"/>
              <a:ext cx="189609" cy="364489"/>
            </a:xfrm>
            <a:custGeom>
              <a:avLst/>
              <a:gdLst/>
              <a:ahLst/>
              <a:cxnLst/>
              <a:rect l="l" t="t" r="r" b="b"/>
              <a:pathLst>
                <a:path w="708" h="1361" extrusionOk="0">
                  <a:moveTo>
                    <a:pt x="22" y="1360"/>
                  </a:moveTo>
                  <a:lnTo>
                    <a:pt x="0" y="1294"/>
                  </a:lnTo>
                  <a:cubicBezTo>
                    <a:pt x="464" y="1062"/>
                    <a:pt x="630" y="476"/>
                    <a:pt x="354" y="45"/>
                  </a:cubicBezTo>
                  <a:lnTo>
                    <a:pt x="409" y="0"/>
                  </a:lnTo>
                  <a:cubicBezTo>
                    <a:pt x="708" y="476"/>
                    <a:pt x="531" y="1117"/>
                    <a:pt x="22" y="13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5"/>
            <p:cNvSpPr/>
            <p:nvPr/>
          </p:nvSpPr>
          <p:spPr>
            <a:xfrm>
              <a:off x="-3369854" y="4158848"/>
              <a:ext cx="207553" cy="376273"/>
            </a:xfrm>
            <a:custGeom>
              <a:avLst/>
              <a:gdLst/>
              <a:ahLst/>
              <a:cxnLst/>
              <a:rect l="l" t="t" r="r" b="b"/>
              <a:pathLst>
                <a:path w="775" h="1405" extrusionOk="0">
                  <a:moveTo>
                    <a:pt x="709" y="1405"/>
                  </a:moveTo>
                  <a:cubicBezTo>
                    <a:pt x="189" y="1151"/>
                    <a:pt x="1" y="487"/>
                    <a:pt x="322" y="1"/>
                  </a:cubicBezTo>
                  <a:lnTo>
                    <a:pt x="432" y="78"/>
                  </a:lnTo>
                  <a:cubicBezTo>
                    <a:pt x="167" y="498"/>
                    <a:pt x="322" y="1062"/>
                    <a:pt x="775" y="1283"/>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5"/>
            <p:cNvSpPr/>
            <p:nvPr/>
          </p:nvSpPr>
          <p:spPr>
            <a:xfrm>
              <a:off x="-3882175" y="2497621"/>
              <a:ext cx="1407074" cy="2055442"/>
            </a:xfrm>
            <a:custGeom>
              <a:avLst/>
              <a:gdLst/>
              <a:ahLst/>
              <a:cxnLst/>
              <a:rect l="l" t="t" r="r" b="b"/>
              <a:pathLst>
                <a:path w="5254" h="7675" extrusionOk="0">
                  <a:moveTo>
                    <a:pt x="4988" y="3340"/>
                  </a:moveTo>
                  <a:cubicBezTo>
                    <a:pt x="4966" y="3196"/>
                    <a:pt x="4922" y="3052"/>
                    <a:pt x="4844" y="2920"/>
                  </a:cubicBezTo>
                  <a:cubicBezTo>
                    <a:pt x="4944" y="2787"/>
                    <a:pt x="4988" y="2632"/>
                    <a:pt x="4988" y="2466"/>
                  </a:cubicBezTo>
                  <a:cubicBezTo>
                    <a:pt x="4988" y="2079"/>
                    <a:pt x="4700" y="1747"/>
                    <a:pt x="4313" y="1681"/>
                  </a:cubicBezTo>
                  <a:cubicBezTo>
                    <a:pt x="4523" y="1294"/>
                    <a:pt x="4313" y="830"/>
                    <a:pt x="3904" y="708"/>
                  </a:cubicBezTo>
                  <a:cubicBezTo>
                    <a:pt x="3783" y="299"/>
                    <a:pt x="3451" y="0"/>
                    <a:pt x="3053" y="0"/>
                  </a:cubicBezTo>
                  <a:cubicBezTo>
                    <a:pt x="2688" y="11"/>
                    <a:pt x="2367" y="255"/>
                    <a:pt x="2257" y="609"/>
                  </a:cubicBezTo>
                  <a:cubicBezTo>
                    <a:pt x="2124" y="531"/>
                    <a:pt x="1980" y="498"/>
                    <a:pt x="1836" y="498"/>
                  </a:cubicBezTo>
                  <a:cubicBezTo>
                    <a:pt x="1317" y="509"/>
                    <a:pt x="908" y="940"/>
                    <a:pt x="919" y="1460"/>
                  </a:cubicBezTo>
                  <a:cubicBezTo>
                    <a:pt x="919" y="1626"/>
                    <a:pt x="952" y="1781"/>
                    <a:pt x="1029" y="1924"/>
                  </a:cubicBezTo>
                  <a:cubicBezTo>
                    <a:pt x="852" y="2035"/>
                    <a:pt x="698" y="2179"/>
                    <a:pt x="565" y="2356"/>
                  </a:cubicBezTo>
                  <a:cubicBezTo>
                    <a:pt x="543" y="2389"/>
                    <a:pt x="532" y="2422"/>
                    <a:pt x="510" y="2455"/>
                  </a:cubicBezTo>
                  <a:lnTo>
                    <a:pt x="498" y="2477"/>
                  </a:lnTo>
                  <a:cubicBezTo>
                    <a:pt x="476" y="2499"/>
                    <a:pt x="465" y="2522"/>
                    <a:pt x="454" y="2544"/>
                  </a:cubicBezTo>
                  <a:lnTo>
                    <a:pt x="443" y="2555"/>
                  </a:lnTo>
                  <a:lnTo>
                    <a:pt x="443" y="2577"/>
                  </a:lnTo>
                  <a:lnTo>
                    <a:pt x="432" y="2599"/>
                  </a:lnTo>
                  <a:lnTo>
                    <a:pt x="432" y="2599"/>
                  </a:lnTo>
                  <a:lnTo>
                    <a:pt x="432" y="2621"/>
                  </a:lnTo>
                  <a:lnTo>
                    <a:pt x="421" y="2643"/>
                  </a:lnTo>
                  <a:lnTo>
                    <a:pt x="410" y="2665"/>
                  </a:lnTo>
                  <a:lnTo>
                    <a:pt x="410" y="2665"/>
                  </a:lnTo>
                  <a:cubicBezTo>
                    <a:pt x="410" y="2676"/>
                    <a:pt x="399" y="2687"/>
                    <a:pt x="399" y="2687"/>
                  </a:cubicBezTo>
                  <a:lnTo>
                    <a:pt x="388" y="2709"/>
                  </a:lnTo>
                  <a:lnTo>
                    <a:pt x="388" y="2721"/>
                  </a:lnTo>
                  <a:lnTo>
                    <a:pt x="377" y="2776"/>
                  </a:lnTo>
                  <a:cubicBezTo>
                    <a:pt x="377" y="2787"/>
                    <a:pt x="366" y="2809"/>
                    <a:pt x="355" y="2820"/>
                  </a:cubicBezTo>
                  <a:lnTo>
                    <a:pt x="355" y="2820"/>
                  </a:lnTo>
                  <a:cubicBezTo>
                    <a:pt x="355" y="2842"/>
                    <a:pt x="355" y="2853"/>
                    <a:pt x="344" y="2875"/>
                  </a:cubicBezTo>
                  <a:cubicBezTo>
                    <a:pt x="344" y="2886"/>
                    <a:pt x="344" y="2897"/>
                    <a:pt x="344" y="2897"/>
                  </a:cubicBezTo>
                  <a:lnTo>
                    <a:pt x="344" y="2931"/>
                  </a:lnTo>
                  <a:cubicBezTo>
                    <a:pt x="277" y="3240"/>
                    <a:pt x="311" y="3550"/>
                    <a:pt x="432" y="3837"/>
                  </a:cubicBezTo>
                  <a:cubicBezTo>
                    <a:pt x="156" y="4158"/>
                    <a:pt x="1" y="4567"/>
                    <a:pt x="1" y="4998"/>
                  </a:cubicBezTo>
                  <a:cubicBezTo>
                    <a:pt x="1" y="5009"/>
                    <a:pt x="1" y="5021"/>
                    <a:pt x="1" y="5032"/>
                  </a:cubicBezTo>
                  <a:cubicBezTo>
                    <a:pt x="1" y="5054"/>
                    <a:pt x="1" y="5065"/>
                    <a:pt x="1" y="5076"/>
                  </a:cubicBezTo>
                  <a:lnTo>
                    <a:pt x="1" y="5087"/>
                  </a:lnTo>
                  <a:lnTo>
                    <a:pt x="1" y="5120"/>
                  </a:lnTo>
                  <a:lnTo>
                    <a:pt x="1" y="5131"/>
                  </a:lnTo>
                  <a:cubicBezTo>
                    <a:pt x="1" y="5142"/>
                    <a:pt x="1" y="5153"/>
                    <a:pt x="1" y="5164"/>
                  </a:cubicBezTo>
                  <a:lnTo>
                    <a:pt x="1" y="5175"/>
                  </a:lnTo>
                  <a:lnTo>
                    <a:pt x="1" y="5208"/>
                  </a:lnTo>
                  <a:lnTo>
                    <a:pt x="1" y="5208"/>
                  </a:lnTo>
                  <a:cubicBezTo>
                    <a:pt x="1" y="5220"/>
                    <a:pt x="1" y="5231"/>
                    <a:pt x="1" y="5242"/>
                  </a:cubicBezTo>
                  <a:lnTo>
                    <a:pt x="1" y="5253"/>
                  </a:lnTo>
                  <a:lnTo>
                    <a:pt x="1" y="5286"/>
                  </a:lnTo>
                  <a:lnTo>
                    <a:pt x="1" y="5297"/>
                  </a:lnTo>
                  <a:lnTo>
                    <a:pt x="1" y="5319"/>
                  </a:lnTo>
                  <a:lnTo>
                    <a:pt x="1" y="5341"/>
                  </a:lnTo>
                  <a:cubicBezTo>
                    <a:pt x="1" y="5352"/>
                    <a:pt x="1" y="5363"/>
                    <a:pt x="1" y="5363"/>
                  </a:cubicBezTo>
                  <a:cubicBezTo>
                    <a:pt x="1" y="5374"/>
                    <a:pt x="12" y="5396"/>
                    <a:pt x="12" y="5408"/>
                  </a:cubicBezTo>
                  <a:lnTo>
                    <a:pt x="12" y="5419"/>
                  </a:lnTo>
                  <a:lnTo>
                    <a:pt x="23" y="5441"/>
                  </a:lnTo>
                  <a:lnTo>
                    <a:pt x="23" y="5463"/>
                  </a:lnTo>
                  <a:lnTo>
                    <a:pt x="23" y="5485"/>
                  </a:lnTo>
                  <a:lnTo>
                    <a:pt x="23" y="5496"/>
                  </a:lnTo>
                  <a:lnTo>
                    <a:pt x="23" y="5518"/>
                  </a:lnTo>
                  <a:lnTo>
                    <a:pt x="23" y="5540"/>
                  </a:lnTo>
                  <a:cubicBezTo>
                    <a:pt x="23" y="5540"/>
                    <a:pt x="23" y="5551"/>
                    <a:pt x="23" y="5562"/>
                  </a:cubicBezTo>
                  <a:lnTo>
                    <a:pt x="23" y="5573"/>
                  </a:lnTo>
                  <a:lnTo>
                    <a:pt x="34" y="5596"/>
                  </a:lnTo>
                  <a:lnTo>
                    <a:pt x="34" y="5618"/>
                  </a:lnTo>
                  <a:lnTo>
                    <a:pt x="34" y="5629"/>
                  </a:lnTo>
                  <a:cubicBezTo>
                    <a:pt x="34" y="5640"/>
                    <a:pt x="45" y="5651"/>
                    <a:pt x="45" y="5662"/>
                  </a:cubicBezTo>
                  <a:lnTo>
                    <a:pt x="45" y="5673"/>
                  </a:lnTo>
                  <a:lnTo>
                    <a:pt x="56" y="5695"/>
                  </a:lnTo>
                  <a:lnTo>
                    <a:pt x="56" y="5706"/>
                  </a:lnTo>
                  <a:lnTo>
                    <a:pt x="56" y="5728"/>
                  </a:lnTo>
                  <a:lnTo>
                    <a:pt x="78" y="5750"/>
                  </a:lnTo>
                  <a:lnTo>
                    <a:pt x="78" y="5761"/>
                  </a:lnTo>
                  <a:lnTo>
                    <a:pt x="78" y="5772"/>
                  </a:lnTo>
                  <a:cubicBezTo>
                    <a:pt x="78" y="5783"/>
                    <a:pt x="89" y="5795"/>
                    <a:pt x="89" y="5806"/>
                  </a:cubicBezTo>
                  <a:lnTo>
                    <a:pt x="134" y="5883"/>
                  </a:lnTo>
                  <a:cubicBezTo>
                    <a:pt x="421" y="6381"/>
                    <a:pt x="919" y="6701"/>
                    <a:pt x="1472" y="6779"/>
                  </a:cubicBezTo>
                  <a:cubicBezTo>
                    <a:pt x="3241" y="7674"/>
                    <a:pt x="5253" y="6093"/>
                    <a:pt x="4789" y="4158"/>
                  </a:cubicBezTo>
                  <a:cubicBezTo>
                    <a:pt x="4944" y="3915"/>
                    <a:pt x="5021" y="3627"/>
                    <a:pt x="4988" y="334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5"/>
            <p:cNvSpPr/>
            <p:nvPr/>
          </p:nvSpPr>
          <p:spPr>
            <a:xfrm>
              <a:off x="-3882175" y="2494675"/>
              <a:ext cx="1335836" cy="1617037"/>
            </a:xfrm>
            <a:custGeom>
              <a:avLst/>
              <a:gdLst/>
              <a:ahLst/>
              <a:cxnLst/>
              <a:rect l="l" t="t" r="r" b="b"/>
              <a:pathLst>
                <a:path w="4988" h="6038" extrusionOk="0">
                  <a:moveTo>
                    <a:pt x="4933" y="3130"/>
                  </a:moveTo>
                  <a:cubicBezTo>
                    <a:pt x="4910" y="3063"/>
                    <a:pt x="4877" y="2997"/>
                    <a:pt x="4844" y="2931"/>
                  </a:cubicBezTo>
                  <a:cubicBezTo>
                    <a:pt x="4944" y="2798"/>
                    <a:pt x="4988" y="2643"/>
                    <a:pt x="4988" y="2477"/>
                  </a:cubicBezTo>
                  <a:cubicBezTo>
                    <a:pt x="4988" y="2090"/>
                    <a:pt x="4700" y="1758"/>
                    <a:pt x="4313" y="1692"/>
                  </a:cubicBezTo>
                  <a:cubicBezTo>
                    <a:pt x="4523" y="1305"/>
                    <a:pt x="4313" y="841"/>
                    <a:pt x="3904" y="719"/>
                  </a:cubicBezTo>
                  <a:cubicBezTo>
                    <a:pt x="3783" y="310"/>
                    <a:pt x="3451" y="0"/>
                    <a:pt x="3053" y="0"/>
                  </a:cubicBezTo>
                  <a:cubicBezTo>
                    <a:pt x="2688" y="22"/>
                    <a:pt x="2367" y="266"/>
                    <a:pt x="2257" y="609"/>
                  </a:cubicBezTo>
                  <a:cubicBezTo>
                    <a:pt x="2124" y="542"/>
                    <a:pt x="1980" y="509"/>
                    <a:pt x="1836" y="498"/>
                  </a:cubicBezTo>
                  <a:cubicBezTo>
                    <a:pt x="1317" y="520"/>
                    <a:pt x="908" y="951"/>
                    <a:pt x="919" y="1471"/>
                  </a:cubicBezTo>
                  <a:cubicBezTo>
                    <a:pt x="919" y="1637"/>
                    <a:pt x="952" y="1792"/>
                    <a:pt x="1029" y="1935"/>
                  </a:cubicBezTo>
                  <a:cubicBezTo>
                    <a:pt x="852" y="2046"/>
                    <a:pt x="698" y="2190"/>
                    <a:pt x="565" y="2367"/>
                  </a:cubicBezTo>
                  <a:cubicBezTo>
                    <a:pt x="543" y="2400"/>
                    <a:pt x="532" y="2433"/>
                    <a:pt x="510" y="2455"/>
                  </a:cubicBezTo>
                  <a:lnTo>
                    <a:pt x="498" y="2477"/>
                  </a:lnTo>
                  <a:cubicBezTo>
                    <a:pt x="476" y="2510"/>
                    <a:pt x="465" y="2533"/>
                    <a:pt x="454" y="2555"/>
                  </a:cubicBezTo>
                  <a:lnTo>
                    <a:pt x="443" y="2566"/>
                  </a:lnTo>
                  <a:lnTo>
                    <a:pt x="443" y="2588"/>
                  </a:lnTo>
                  <a:lnTo>
                    <a:pt x="432" y="2599"/>
                  </a:lnTo>
                  <a:lnTo>
                    <a:pt x="432" y="2610"/>
                  </a:lnTo>
                  <a:lnTo>
                    <a:pt x="432" y="2632"/>
                  </a:lnTo>
                  <a:lnTo>
                    <a:pt x="421" y="2643"/>
                  </a:lnTo>
                  <a:lnTo>
                    <a:pt x="410" y="2665"/>
                  </a:lnTo>
                  <a:lnTo>
                    <a:pt x="410" y="2676"/>
                  </a:lnTo>
                  <a:cubicBezTo>
                    <a:pt x="410" y="2687"/>
                    <a:pt x="399" y="2698"/>
                    <a:pt x="399" y="2698"/>
                  </a:cubicBezTo>
                  <a:lnTo>
                    <a:pt x="388" y="2720"/>
                  </a:lnTo>
                  <a:lnTo>
                    <a:pt x="388" y="2732"/>
                  </a:lnTo>
                  <a:lnTo>
                    <a:pt x="377" y="2776"/>
                  </a:lnTo>
                  <a:cubicBezTo>
                    <a:pt x="377" y="2798"/>
                    <a:pt x="366" y="2820"/>
                    <a:pt x="355" y="2831"/>
                  </a:cubicBezTo>
                  <a:lnTo>
                    <a:pt x="355" y="2831"/>
                  </a:lnTo>
                  <a:cubicBezTo>
                    <a:pt x="355" y="2853"/>
                    <a:pt x="355" y="2864"/>
                    <a:pt x="344" y="2886"/>
                  </a:cubicBezTo>
                  <a:cubicBezTo>
                    <a:pt x="344" y="2897"/>
                    <a:pt x="344" y="2897"/>
                    <a:pt x="344" y="2908"/>
                  </a:cubicBezTo>
                  <a:lnTo>
                    <a:pt x="344" y="2942"/>
                  </a:lnTo>
                  <a:cubicBezTo>
                    <a:pt x="277" y="3240"/>
                    <a:pt x="311" y="3561"/>
                    <a:pt x="432" y="3848"/>
                  </a:cubicBezTo>
                  <a:cubicBezTo>
                    <a:pt x="156" y="4169"/>
                    <a:pt x="1" y="4578"/>
                    <a:pt x="1" y="5009"/>
                  </a:cubicBezTo>
                  <a:cubicBezTo>
                    <a:pt x="1" y="5020"/>
                    <a:pt x="1" y="5032"/>
                    <a:pt x="1" y="5043"/>
                  </a:cubicBezTo>
                  <a:cubicBezTo>
                    <a:pt x="1" y="5054"/>
                    <a:pt x="1" y="5076"/>
                    <a:pt x="1" y="5087"/>
                  </a:cubicBezTo>
                  <a:lnTo>
                    <a:pt x="1" y="5098"/>
                  </a:lnTo>
                  <a:lnTo>
                    <a:pt x="1" y="5131"/>
                  </a:lnTo>
                  <a:lnTo>
                    <a:pt x="1" y="5142"/>
                  </a:lnTo>
                  <a:cubicBezTo>
                    <a:pt x="1" y="5153"/>
                    <a:pt x="1" y="5164"/>
                    <a:pt x="1" y="5164"/>
                  </a:cubicBezTo>
                  <a:lnTo>
                    <a:pt x="1" y="5175"/>
                  </a:lnTo>
                  <a:lnTo>
                    <a:pt x="1" y="5208"/>
                  </a:lnTo>
                  <a:lnTo>
                    <a:pt x="1" y="5219"/>
                  </a:lnTo>
                  <a:cubicBezTo>
                    <a:pt x="1" y="5231"/>
                    <a:pt x="1" y="5242"/>
                    <a:pt x="1" y="5253"/>
                  </a:cubicBezTo>
                  <a:lnTo>
                    <a:pt x="1" y="5264"/>
                  </a:lnTo>
                  <a:lnTo>
                    <a:pt x="1" y="5297"/>
                  </a:lnTo>
                  <a:lnTo>
                    <a:pt x="1" y="5308"/>
                  </a:lnTo>
                  <a:lnTo>
                    <a:pt x="1" y="5330"/>
                  </a:lnTo>
                  <a:lnTo>
                    <a:pt x="1" y="5352"/>
                  </a:lnTo>
                  <a:cubicBezTo>
                    <a:pt x="1" y="5363"/>
                    <a:pt x="1" y="5363"/>
                    <a:pt x="1" y="5374"/>
                  </a:cubicBezTo>
                  <a:cubicBezTo>
                    <a:pt x="1" y="5385"/>
                    <a:pt x="12" y="5396"/>
                    <a:pt x="12" y="5419"/>
                  </a:cubicBezTo>
                  <a:lnTo>
                    <a:pt x="12" y="5430"/>
                  </a:lnTo>
                  <a:lnTo>
                    <a:pt x="23" y="5452"/>
                  </a:lnTo>
                  <a:lnTo>
                    <a:pt x="23" y="5463"/>
                  </a:lnTo>
                  <a:lnTo>
                    <a:pt x="23" y="5496"/>
                  </a:lnTo>
                  <a:lnTo>
                    <a:pt x="23" y="5507"/>
                  </a:lnTo>
                  <a:lnTo>
                    <a:pt x="23" y="5529"/>
                  </a:lnTo>
                  <a:lnTo>
                    <a:pt x="23" y="5540"/>
                  </a:lnTo>
                  <a:cubicBezTo>
                    <a:pt x="23" y="5551"/>
                    <a:pt x="23" y="5562"/>
                    <a:pt x="23" y="5573"/>
                  </a:cubicBezTo>
                  <a:lnTo>
                    <a:pt x="23" y="5584"/>
                  </a:lnTo>
                  <a:lnTo>
                    <a:pt x="34" y="5607"/>
                  </a:lnTo>
                  <a:lnTo>
                    <a:pt x="34" y="5629"/>
                  </a:lnTo>
                  <a:lnTo>
                    <a:pt x="34" y="5640"/>
                  </a:lnTo>
                  <a:cubicBezTo>
                    <a:pt x="34" y="5651"/>
                    <a:pt x="45" y="5662"/>
                    <a:pt x="45" y="5673"/>
                  </a:cubicBezTo>
                  <a:lnTo>
                    <a:pt x="45" y="5673"/>
                  </a:lnTo>
                  <a:lnTo>
                    <a:pt x="56" y="5706"/>
                  </a:lnTo>
                  <a:lnTo>
                    <a:pt x="56" y="5717"/>
                  </a:lnTo>
                  <a:lnTo>
                    <a:pt x="56" y="5728"/>
                  </a:lnTo>
                  <a:lnTo>
                    <a:pt x="78" y="5761"/>
                  </a:lnTo>
                  <a:lnTo>
                    <a:pt x="78" y="5772"/>
                  </a:lnTo>
                  <a:lnTo>
                    <a:pt x="78" y="5783"/>
                  </a:lnTo>
                  <a:cubicBezTo>
                    <a:pt x="78" y="5794"/>
                    <a:pt x="89" y="5806"/>
                    <a:pt x="89" y="5817"/>
                  </a:cubicBezTo>
                  <a:lnTo>
                    <a:pt x="134" y="5894"/>
                  </a:lnTo>
                  <a:cubicBezTo>
                    <a:pt x="167" y="5949"/>
                    <a:pt x="189" y="5994"/>
                    <a:pt x="222" y="6038"/>
                  </a:cubicBezTo>
                  <a:cubicBezTo>
                    <a:pt x="808" y="6027"/>
                    <a:pt x="1383" y="5916"/>
                    <a:pt x="1925" y="5728"/>
                  </a:cubicBezTo>
                  <a:cubicBezTo>
                    <a:pt x="3396" y="5242"/>
                    <a:pt x="4446" y="4257"/>
                    <a:pt x="4933" y="31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5"/>
            <p:cNvSpPr/>
            <p:nvPr/>
          </p:nvSpPr>
          <p:spPr>
            <a:xfrm>
              <a:off x="-3423148" y="2938704"/>
              <a:ext cx="266739" cy="317355"/>
            </a:xfrm>
            <a:custGeom>
              <a:avLst/>
              <a:gdLst/>
              <a:ahLst/>
              <a:cxnLst/>
              <a:rect l="l" t="t" r="r" b="b"/>
              <a:pathLst>
                <a:path w="996" h="1185" extrusionOk="0">
                  <a:moveTo>
                    <a:pt x="753" y="1074"/>
                  </a:moveTo>
                  <a:cubicBezTo>
                    <a:pt x="565" y="1184"/>
                    <a:pt x="288" y="1051"/>
                    <a:pt x="145" y="786"/>
                  </a:cubicBezTo>
                  <a:cubicBezTo>
                    <a:pt x="1" y="521"/>
                    <a:pt x="34" y="222"/>
                    <a:pt x="233" y="112"/>
                  </a:cubicBezTo>
                  <a:cubicBezTo>
                    <a:pt x="432" y="1"/>
                    <a:pt x="709" y="134"/>
                    <a:pt x="852" y="399"/>
                  </a:cubicBezTo>
                  <a:cubicBezTo>
                    <a:pt x="996" y="664"/>
                    <a:pt x="952" y="974"/>
                    <a:pt x="753" y="107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5"/>
            <p:cNvSpPr/>
            <p:nvPr/>
          </p:nvSpPr>
          <p:spPr>
            <a:xfrm>
              <a:off x="-3585977" y="3279359"/>
              <a:ext cx="915375" cy="1069365"/>
            </a:xfrm>
            <a:custGeom>
              <a:avLst/>
              <a:gdLst/>
              <a:ahLst/>
              <a:cxnLst/>
              <a:rect l="l" t="t" r="r" b="b"/>
              <a:pathLst>
                <a:path w="3418" h="3993" extrusionOk="0">
                  <a:moveTo>
                    <a:pt x="1681" y="520"/>
                  </a:moveTo>
                  <a:cubicBezTo>
                    <a:pt x="1648" y="565"/>
                    <a:pt x="1626" y="609"/>
                    <a:pt x="1604" y="664"/>
                  </a:cubicBezTo>
                  <a:cubicBezTo>
                    <a:pt x="1482" y="952"/>
                    <a:pt x="1250" y="1195"/>
                    <a:pt x="963" y="1316"/>
                  </a:cubicBezTo>
                  <a:cubicBezTo>
                    <a:pt x="642" y="1427"/>
                    <a:pt x="388" y="1670"/>
                    <a:pt x="255" y="1980"/>
                  </a:cubicBezTo>
                  <a:cubicBezTo>
                    <a:pt x="1" y="2577"/>
                    <a:pt x="255" y="3285"/>
                    <a:pt x="841" y="3583"/>
                  </a:cubicBezTo>
                  <a:cubicBezTo>
                    <a:pt x="1681" y="3992"/>
                    <a:pt x="2654" y="3351"/>
                    <a:pt x="2621" y="2422"/>
                  </a:cubicBezTo>
                  <a:cubicBezTo>
                    <a:pt x="2599" y="2157"/>
                    <a:pt x="2710" y="1902"/>
                    <a:pt x="2931" y="1737"/>
                  </a:cubicBezTo>
                  <a:cubicBezTo>
                    <a:pt x="3373" y="1416"/>
                    <a:pt x="3417" y="775"/>
                    <a:pt x="3030" y="388"/>
                  </a:cubicBezTo>
                  <a:cubicBezTo>
                    <a:pt x="2643" y="1"/>
                    <a:pt x="1991" y="67"/>
                    <a:pt x="1681" y="52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5"/>
            <p:cNvSpPr/>
            <p:nvPr/>
          </p:nvSpPr>
          <p:spPr>
            <a:xfrm>
              <a:off x="-3553304" y="3217227"/>
              <a:ext cx="870918" cy="859134"/>
            </a:xfrm>
            <a:custGeom>
              <a:avLst/>
              <a:gdLst/>
              <a:ahLst/>
              <a:cxnLst/>
              <a:rect l="l" t="t" r="r" b="b"/>
              <a:pathLst>
                <a:path w="3252" h="3208" extrusionOk="0">
                  <a:moveTo>
                    <a:pt x="1559" y="752"/>
                  </a:moveTo>
                  <a:cubicBezTo>
                    <a:pt x="1526" y="797"/>
                    <a:pt x="1504" y="841"/>
                    <a:pt x="1482" y="896"/>
                  </a:cubicBezTo>
                  <a:cubicBezTo>
                    <a:pt x="1360" y="1184"/>
                    <a:pt x="1128" y="1427"/>
                    <a:pt x="841" y="1548"/>
                  </a:cubicBezTo>
                  <a:cubicBezTo>
                    <a:pt x="520" y="1659"/>
                    <a:pt x="266" y="1902"/>
                    <a:pt x="133" y="2212"/>
                  </a:cubicBezTo>
                  <a:cubicBezTo>
                    <a:pt x="0" y="2533"/>
                    <a:pt x="0" y="2897"/>
                    <a:pt x="144" y="3207"/>
                  </a:cubicBezTo>
                  <a:cubicBezTo>
                    <a:pt x="354" y="3163"/>
                    <a:pt x="564" y="3108"/>
                    <a:pt x="774" y="3030"/>
                  </a:cubicBezTo>
                  <a:cubicBezTo>
                    <a:pt x="1725" y="2709"/>
                    <a:pt x="2555" y="2112"/>
                    <a:pt x="3174" y="1327"/>
                  </a:cubicBezTo>
                  <a:cubicBezTo>
                    <a:pt x="3251" y="421"/>
                    <a:pt x="2079" y="0"/>
                    <a:pt x="1559" y="75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5"/>
            <p:cNvSpPr/>
            <p:nvPr/>
          </p:nvSpPr>
          <p:spPr>
            <a:xfrm>
              <a:off x="-3124004" y="3063236"/>
              <a:ext cx="178094" cy="213445"/>
            </a:xfrm>
            <a:custGeom>
              <a:avLst/>
              <a:gdLst/>
              <a:ahLst/>
              <a:cxnLst/>
              <a:rect l="l" t="t" r="r" b="b"/>
              <a:pathLst>
                <a:path w="665" h="797" extrusionOk="0">
                  <a:moveTo>
                    <a:pt x="542" y="597"/>
                  </a:moveTo>
                  <a:cubicBezTo>
                    <a:pt x="343" y="797"/>
                    <a:pt x="1" y="631"/>
                    <a:pt x="34" y="343"/>
                  </a:cubicBezTo>
                  <a:cubicBezTo>
                    <a:pt x="78" y="67"/>
                    <a:pt x="454" y="0"/>
                    <a:pt x="587" y="244"/>
                  </a:cubicBezTo>
                  <a:cubicBezTo>
                    <a:pt x="664" y="354"/>
                    <a:pt x="642" y="509"/>
                    <a:pt x="542" y="59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5"/>
            <p:cNvSpPr/>
            <p:nvPr/>
          </p:nvSpPr>
          <p:spPr>
            <a:xfrm>
              <a:off x="-3763535" y="3427458"/>
              <a:ext cx="266739" cy="311195"/>
            </a:xfrm>
            <a:custGeom>
              <a:avLst/>
              <a:gdLst/>
              <a:ahLst/>
              <a:cxnLst/>
              <a:rect l="l" t="t" r="r" b="b"/>
              <a:pathLst>
                <a:path w="996" h="1162" extrusionOk="0">
                  <a:moveTo>
                    <a:pt x="752" y="1062"/>
                  </a:moveTo>
                  <a:cubicBezTo>
                    <a:pt x="564" y="1162"/>
                    <a:pt x="288" y="1040"/>
                    <a:pt x="144" y="774"/>
                  </a:cubicBezTo>
                  <a:cubicBezTo>
                    <a:pt x="0" y="509"/>
                    <a:pt x="44" y="211"/>
                    <a:pt x="232" y="100"/>
                  </a:cubicBezTo>
                  <a:cubicBezTo>
                    <a:pt x="431" y="0"/>
                    <a:pt x="708" y="122"/>
                    <a:pt x="852" y="387"/>
                  </a:cubicBezTo>
                  <a:cubicBezTo>
                    <a:pt x="995" y="653"/>
                    <a:pt x="951" y="962"/>
                    <a:pt x="752" y="106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 name="Google Shape;49;p5"/>
          <p:cNvGrpSpPr/>
          <p:nvPr/>
        </p:nvGrpSpPr>
        <p:grpSpPr>
          <a:xfrm>
            <a:off x="-1899325" y="3429400"/>
            <a:ext cx="2907600" cy="1096308"/>
            <a:chOff x="-1921875" y="3428500"/>
            <a:chExt cx="2907600" cy="1096308"/>
          </a:xfrm>
        </p:grpSpPr>
        <p:sp>
          <p:nvSpPr>
            <p:cNvPr id="50" name="Google Shape;50;p5"/>
            <p:cNvSpPr/>
            <p:nvPr/>
          </p:nvSpPr>
          <p:spPr>
            <a:xfrm>
              <a:off x="604917" y="3502838"/>
              <a:ext cx="314214" cy="778307"/>
            </a:xfrm>
            <a:custGeom>
              <a:avLst/>
              <a:gdLst/>
              <a:ahLst/>
              <a:cxnLst/>
              <a:rect l="l" t="t" r="r" b="b"/>
              <a:pathLst>
                <a:path w="1826" h="4523" extrusionOk="0">
                  <a:moveTo>
                    <a:pt x="1" y="0"/>
                  </a:moveTo>
                  <a:lnTo>
                    <a:pt x="1527" y="4523"/>
                  </a:lnTo>
                  <a:lnTo>
                    <a:pt x="1825" y="4423"/>
                  </a:lnTo>
                  <a:lnTo>
                    <a:pt x="33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5"/>
            <p:cNvSpPr/>
            <p:nvPr/>
          </p:nvSpPr>
          <p:spPr>
            <a:xfrm>
              <a:off x="580310" y="3502838"/>
              <a:ext cx="314041" cy="778307"/>
            </a:xfrm>
            <a:custGeom>
              <a:avLst/>
              <a:gdLst/>
              <a:ahLst/>
              <a:cxnLst/>
              <a:rect l="l" t="t" r="r" b="b"/>
              <a:pathLst>
                <a:path w="1825" h="4523" extrusionOk="0">
                  <a:moveTo>
                    <a:pt x="0" y="0"/>
                  </a:moveTo>
                  <a:lnTo>
                    <a:pt x="1526" y="4523"/>
                  </a:lnTo>
                  <a:lnTo>
                    <a:pt x="1825" y="4423"/>
                  </a:lnTo>
                  <a:lnTo>
                    <a:pt x="332" y="0"/>
                  </a:lnTo>
                  <a:close/>
                </a:path>
              </a:pathLst>
            </a:custGeom>
            <a:solidFill>
              <a:srgbClr val="FF8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5"/>
            <p:cNvSpPr/>
            <p:nvPr/>
          </p:nvSpPr>
          <p:spPr>
            <a:xfrm>
              <a:off x="-1543304" y="3502838"/>
              <a:ext cx="314214" cy="778307"/>
            </a:xfrm>
            <a:custGeom>
              <a:avLst/>
              <a:gdLst/>
              <a:ahLst/>
              <a:cxnLst/>
              <a:rect l="l" t="t" r="r" b="b"/>
              <a:pathLst>
                <a:path w="1826" h="4523" extrusionOk="0">
                  <a:moveTo>
                    <a:pt x="1483" y="0"/>
                  </a:moveTo>
                  <a:lnTo>
                    <a:pt x="1" y="4423"/>
                  </a:lnTo>
                  <a:lnTo>
                    <a:pt x="300" y="4523"/>
                  </a:lnTo>
                  <a:lnTo>
                    <a:pt x="1825" y="0"/>
                  </a:lnTo>
                  <a:close/>
                </a:path>
              </a:pathLst>
            </a:custGeom>
            <a:solidFill>
              <a:srgbClr val="FFB1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5"/>
            <p:cNvSpPr/>
            <p:nvPr/>
          </p:nvSpPr>
          <p:spPr>
            <a:xfrm>
              <a:off x="-1569804" y="3502838"/>
              <a:ext cx="314041" cy="778307"/>
            </a:xfrm>
            <a:custGeom>
              <a:avLst/>
              <a:gdLst/>
              <a:ahLst/>
              <a:cxnLst/>
              <a:rect l="l" t="t" r="r" b="b"/>
              <a:pathLst>
                <a:path w="1825" h="4523" extrusionOk="0">
                  <a:moveTo>
                    <a:pt x="1493" y="0"/>
                  </a:moveTo>
                  <a:lnTo>
                    <a:pt x="0" y="4423"/>
                  </a:lnTo>
                  <a:lnTo>
                    <a:pt x="299" y="4523"/>
                  </a:lnTo>
                  <a:lnTo>
                    <a:pt x="1825" y="0"/>
                  </a:lnTo>
                  <a:close/>
                </a:path>
              </a:pathLst>
            </a:custGeom>
            <a:solidFill>
              <a:srgbClr val="BF65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5"/>
            <p:cNvSpPr/>
            <p:nvPr/>
          </p:nvSpPr>
          <p:spPr>
            <a:xfrm>
              <a:off x="-1480495" y="3428500"/>
              <a:ext cx="2426293" cy="782264"/>
            </a:xfrm>
            <a:custGeom>
              <a:avLst/>
              <a:gdLst/>
              <a:ahLst/>
              <a:cxnLst/>
              <a:rect l="l" t="t" r="r" b="b"/>
              <a:pathLst>
                <a:path w="14100" h="4546" extrusionOk="0">
                  <a:moveTo>
                    <a:pt x="1" y="1"/>
                  </a:moveTo>
                  <a:lnTo>
                    <a:pt x="1" y="2478"/>
                  </a:lnTo>
                  <a:lnTo>
                    <a:pt x="2080" y="4546"/>
                  </a:lnTo>
                  <a:lnTo>
                    <a:pt x="12032" y="4546"/>
                  </a:lnTo>
                  <a:lnTo>
                    <a:pt x="14099" y="2478"/>
                  </a:lnTo>
                  <a:lnTo>
                    <a:pt x="1409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5"/>
            <p:cNvSpPr/>
            <p:nvPr/>
          </p:nvSpPr>
          <p:spPr>
            <a:xfrm>
              <a:off x="-1510953" y="3428500"/>
              <a:ext cx="2426293" cy="782264"/>
            </a:xfrm>
            <a:custGeom>
              <a:avLst/>
              <a:gdLst/>
              <a:ahLst/>
              <a:cxnLst/>
              <a:rect l="l" t="t" r="r" b="b"/>
              <a:pathLst>
                <a:path w="14100" h="4546" extrusionOk="0">
                  <a:moveTo>
                    <a:pt x="1" y="1"/>
                  </a:moveTo>
                  <a:lnTo>
                    <a:pt x="1" y="2478"/>
                  </a:lnTo>
                  <a:lnTo>
                    <a:pt x="2080" y="4546"/>
                  </a:lnTo>
                  <a:lnTo>
                    <a:pt x="12032" y="4546"/>
                  </a:lnTo>
                  <a:cubicBezTo>
                    <a:pt x="12839" y="3738"/>
                    <a:pt x="13292" y="3285"/>
                    <a:pt x="14099" y="2478"/>
                  </a:cubicBezTo>
                  <a:lnTo>
                    <a:pt x="14099" y="1"/>
                  </a:lnTo>
                  <a:close/>
                </a:path>
              </a:pathLst>
            </a:custGeom>
            <a:solidFill>
              <a:srgbClr val="E845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5"/>
            <p:cNvSpPr/>
            <p:nvPr/>
          </p:nvSpPr>
          <p:spPr>
            <a:xfrm>
              <a:off x="-1587011" y="3428500"/>
              <a:ext cx="2426293" cy="782264"/>
            </a:xfrm>
            <a:custGeom>
              <a:avLst/>
              <a:gdLst/>
              <a:ahLst/>
              <a:cxnLst/>
              <a:rect l="l" t="t" r="r" b="b"/>
              <a:pathLst>
                <a:path w="14100" h="4546" extrusionOk="0">
                  <a:moveTo>
                    <a:pt x="1" y="1"/>
                  </a:moveTo>
                  <a:lnTo>
                    <a:pt x="1" y="2478"/>
                  </a:lnTo>
                  <a:lnTo>
                    <a:pt x="2068" y="4546"/>
                  </a:lnTo>
                  <a:lnTo>
                    <a:pt x="12020" y="4546"/>
                  </a:lnTo>
                  <a:lnTo>
                    <a:pt x="14099" y="2478"/>
                  </a:lnTo>
                  <a:lnTo>
                    <a:pt x="140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5"/>
            <p:cNvSpPr/>
            <p:nvPr/>
          </p:nvSpPr>
          <p:spPr>
            <a:xfrm>
              <a:off x="-1792472" y="3428500"/>
              <a:ext cx="2426121" cy="782264"/>
            </a:xfrm>
            <a:custGeom>
              <a:avLst/>
              <a:gdLst/>
              <a:ahLst/>
              <a:cxnLst/>
              <a:rect l="l" t="t" r="r" b="b"/>
              <a:pathLst>
                <a:path w="14099" h="4546" extrusionOk="0">
                  <a:moveTo>
                    <a:pt x="0" y="1"/>
                  </a:moveTo>
                  <a:lnTo>
                    <a:pt x="0" y="2478"/>
                  </a:lnTo>
                  <a:cubicBezTo>
                    <a:pt x="808" y="3285"/>
                    <a:pt x="1261" y="3738"/>
                    <a:pt x="2068" y="4546"/>
                  </a:cubicBezTo>
                  <a:lnTo>
                    <a:pt x="12020" y="4546"/>
                  </a:lnTo>
                  <a:cubicBezTo>
                    <a:pt x="12827" y="3738"/>
                    <a:pt x="13281" y="3285"/>
                    <a:pt x="14099" y="2478"/>
                  </a:cubicBezTo>
                  <a:lnTo>
                    <a:pt x="1409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5"/>
            <p:cNvSpPr/>
            <p:nvPr/>
          </p:nvSpPr>
          <p:spPr>
            <a:xfrm>
              <a:off x="-1824823" y="3428500"/>
              <a:ext cx="2426121" cy="782264"/>
            </a:xfrm>
            <a:custGeom>
              <a:avLst/>
              <a:gdLst/>
              <a:ahLst/>
              <a:cxnLst/>
              <a:rect l="l" t="t" r="r" b="b"/>
              <a:pathLst>
                <a:path w="14099" h="4546" extrusionOk="0">
                  <a:moveTo>
                    <a:pt x="0" y="1"/>
                  </a:moveTo>
                  <a:lnTo>
                    <a:pt x="0" y="2478"/>
                  </a:lnTo>
                  <a:lnTo>
                    <a:pt x="2068" y="4546"/>
                  </a:lnTo>
                  <a:lnTo>
                    <a:pt x="12020" y="4546"/>
                  </a:lnTo>
                  <a:cubicBezTo>
                    <a:pt x="12827" y="3738"/>
                    <a:pt x="13281" y="3285"/>
                    <a:pt x="14099" y="2478"/>
                  </a:cubicBezTo>
                  <a:lnTo>
                    <a:pt x="140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5"/>
            <p:cNvSpPr/>
            <p:nvPr/>
          </p:nvSpPr>
          <p:spPr>
            <a:xfrm>
              <a:off x="-1467073" y="3500945"/>
              <a:ext cx="34416" cy="709820"/>
            </a:xfrm>
            <a:custGeom>
              <a:avLst/>
              <a:gdLst/>
              <a:ahLst/>
              <a:cxnLst/>
              <a:rect l="l" t="t" r="r" b="b"/>
              <a:pathLst>
                <a:path w="200" h="4125" extrusionOk="0">
                  <a:moveTo>
                    <a:pt x="0" y="0"/>
                  </a:moveTo>
                  <a:lnTo>
                    <a:pt x="0" y="4125"/>
                  </a:lnTo>
                  <a:lnTo>
                    <a:pt x="199" y="4125"/>
                  </a:lnTo>
                  <a:lnTo>
                    <a:pt x="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5"/>
            <p:cNvSpPr/>
            <p:nvPr/>
          </p:nvSpPr>
          <p:spPr>
            <a:xfrm>
              <a:off x="-1048580" y="3500945"/>
              <a:ext cx="34416" cy="709820"/>
            </a:xfrm>
            <a:custGeom>
              <a:avLst/>
              <a:gdLst/>
              <a:ahLst/>
              <a:cxnLst/>
              <a:rect l="l" t="t" r="r" b="b"/>
              <a:pathLst>
                <a:path w="200" h="4125" extrusionOk="0">
                  <a:moveTo>
                    <a:pt x="1" y="0"/>
                  </a:moveTo>
                  <a:lnTo>
                    <a:pt x="1" y="4125"/>
                  </a:lnTo>
                  <a:lnTo>
                    <a:pt x="200" y="4125"/>
                  </a:lnTo>
                  <a:lnTo>
                    <a:pt x="20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5"/>
            <p:cNvSpPr/>
            <p:nvPr/>
          </p:nvSpPr>
          <p:spPr>
            <a:xfrm>
              <a:off x="-631807" y="3500945"/>
              <a:ext cx="34415" cy="709820"/>
            </a:xfrm>
            <a:custGeom>
              <a:avLst/>
              <a:gdLst/>
              <a:ahLst/>
              <a:cxnLst/>
              <a:rect l="l" t="t" r="r" b="b"/>
              <a:pathLst>
                <a:path w="200" h="4125" extrusionOk="0">
                  <a:moveTo>
                    <a:pt x="1" y="0"/>
                  </a:moveTo>
                  <a:lnTo>
                    <a:pt x="1" y="4125"/>
                  </a:lnTo>
                  <a:lnTo>
                    <a:pt x="200" y="4125"/>
                  </a:lnTo>
                  <a:lnTo>
                    <a:pt x="20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5"/>
            <p:cNvSpPr/>
            <p:nvPr/>
          </p:nvSpPr>
          <p:spPr>
            <a:xfrm>
              <a:off x="-213142" y="3500945"/>
              <a:ext cx="34416" cy="709820"/>
            </a:xfrm>
            <a:custGeom>
              <a:avLst/>
              <a:gdLst/>
              <a:ahLst/>
              <a:cxnLst/>
              <a:rect l="l" t="t" r="r" b="b"/>
              <a:pathLst>
                <a:path w="200" h="4125" extrusionOk="0">
                  <a:moveTo>
                    <a:pt x="0" y="0"/>
                  </a:moveTo>
                  <a:lnTo>
                    <a:pt x="0" y="4125"/>
                  </a:lnTo>
                  <a:lnTo>
                    <a:pt x="199" y="4125"/>
                  </a:lnTo>
                  <a:lnTo>
                    <a:pt x="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5"/>
            <p:cNvSpPr/>
            <p:nvPr/>
          </p:nvSpPr>
          <p:spPr>
            <a:xfrm>
              <a:off x="205352" y="3500945"/>
              <a:ext cx="34416" cy="709820"/>
            </a:xfrm>
            <a:custGeom>
              <a:avLst/>
              <a:gdLst/>
              <a:ahLst/>
              <a:cxnLst/>
              <a:rect l="l" t="t" r="r" b="b"/>
              <a:pathLst>
                <a:path w="200" h="4125" extrusionOk="0">
                  <a:moveTo>
                    <a:pt x="1" y="0"/>
                  </a:moveTo>
                  <a:lnTo>
                    <a:pt x="1" y="4125"/>
                  </a:lnTo>
                  <a:lnTo>
                    <a:pt x="200" y="4125"/>
                  </a:lnTo>
                  <a:lnTo>
                    <a:pt x="20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5"/>
            <p:cNvSpPr/>
            <p:nvPr/>
          </p:nvSpPr>
          <p:spPr>
            <a:xfrm>
              <a:off x="601131" y="3428500"/>
              <a:ext cx="380808" cy="74510"/>
            </a:xfrm>
            <a:custGeom>
              <a:avLst/>
              <a:gdLst/>
              <a:ahLst/>
              <a:cxnLst/>
              <a:rect l="l" t="t" r="r" b="b"/>
              <a:pathLst>
                <a:path w="2213" h="433" extrusionOk="0">
                  <a:moveTo>
                    <a:pt x="1" y="1"/>
                  </a:moveTo>
                  <a:lnTo>
                    <a:pt x="1" y="432"/>
                  </a:lnTo>
                  <a:lnTo>
                    <a:pt x="2212" y="432"/>
                  </a:lnTo>
                  <a:lnTo>
                    <a:pt x="22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5"/>
            <p:cNvSpPr/>
            <p:nvPr/>
          </p:nvSpPr>
          <p:spPr>
            <a:xfrm>
              <a:off x="601131" y="4210594"/>
              <a:ext cx="380808" cy="74337"/>
            </a:xfrm>
            <a:custGeom>
              <a:avLst/>
              <a:gdLst/>
              <a:ahLst/>
              <a:cxnLst/>
              <a:rect l="l" t="t" r="r" b="b"/>
              <a:pathLst>
                <a:path w="2213" h="432" extrusionOk="0">
                  <a:moveTo>
                    <a:pt x="1" y="1"/>
                  </a:moveTo>
                  <a:lnTo>
                    <a:pt x="1" y="432"/>
                  </a:lnTo>
                  <a:lnTo>
                    <a:pt x="2212" y="432"/>
                  </a:lnTo>
                  <a:lnTo>
                    <a:pt x="22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5"/>
            <p:cNvSpPr/>
            <p:nvPr/>
          </p:nvSpPr>
          <p:spPr>
            <a:xfrm>
              <a:off x="273839" y="4189600"/>
              <a:ext cx="314214" cy="21166"/>
            </a:xfrm>
            <a:custGeom>
              <a:avLst/>
              <a:gdLst/>
              <a:ahLst/>
              <a:cxnLst/>
              <a:rect l="l" t="t" r="r" b="b"/>
              <a:pathLst>
                <a:path w="1826" h="123" extrusionOk="0">
                  <a:moveTo>
                    <a:pt x="1" y="1"/>
                  </a:moveTo>
                  <a:lnTo>
                    <a:pt x="1" y="123"/>
                  </a:lnTo>
                  <a:lnTo>
                    <a:pt x="1825" y="123"/>
                  </a:lnTo>
                  <a:lnTo>
                    <a:pt x="18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5"/>
            <p:cNvSpPr/>
            <p:nvPr/>
          </p:nvSpPr>
          <p:spPr>
            <a:xfrm>
              <a:off x="294832" y="3854737"/>
              <a:ext cx="544453" cy="335035"/>
            </a:xfrm>
            <a:custGeom>
              <a:avLst/>
              <a:gdLst/>
              <a:ahLst/>
              <a:cxnLst/>
              <a:rect l="l" t="t" r="r" b="b"/>
              <a:pathLst>
                <a:path w="3164" h="1947" extrusionOk="0">
                  <a:moveTo>
                    <a:pt x="1958" y="1"/>
                  </a:moveTo>
                  <a:lnTo>
                    <a:pt x="1" y="1947"/>
                  </a:lnTo>
                  <a:lnTo>
                    <a:pt x="1206" y="1947"/>
                  </a:lnTo>
                  <a:lnTo>
                    <a:pt x="31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5"/>
            <p:cNvSpPr/>
            <p:nvPr/>
          </p:nvSpPr>
          <p:spPr>
            <a:xfrm>
              <a:off x="-1921875" y="4305753"/>
              <a:ext cx="47665" cy="106688"/>
            </a:xfrm>
            <a:custGeom>
              <a:avLst/>
              <a:gdLst/>
              <a:ahLst/>
              <a:cxnLst/>
              <a:rect l="l" t="t" r="r" b="b"/>
              <a:pathLst>
                <a:path w="277" h="620" extrusionOk="0">
                  <a:moveTo>
                    <a:pt x="133" y="0"/>
                  </a:moveTo>
                  <a:cubicBezTo>
                    <a:pt x="56" y="0"/>
                    <a:pt x="1" y="67"/>
                    <a:pt x="1" y="133"/>
                  </a:cubicBezTo>
                  <a:lnTo>
                    <a:pt x="1" y="476"/>
                  </a:lnTo>
                  <a:cubicBezTo>
                    <a:pt x="1" y="553"/>
                    <a:pt x="56" y="620"/>
                    <a:pt x="133" y="620"/>
                  </a:cubicBezTo>
                  <a:cubicBezTo>
                    <a:pt x="211" y="620"/>
                    <a:pt x="277" y="553"/>
                    <a:pt x="277" y="476"/>
                  </a:cubicBezTo>
                  <a:lnTo>
                    <a:pt x="277" y="133"/>
                  </a:lnTo>
                  <a:cubicBezTo>
                    <a:pt x="277" y="67"/>
                    <a:pt x="211" y="0"/>
                    <a:pt x="1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5"/>
            <p:cNvSpPr/>
            <p:nvPr/>
          </p:nvSpPr>
          <p:spPr>
            <a:xfrm>
              <a:off x="-1908625" y="4307646"/>
              <a:ext cx="34415" cy="104795"/>
            </a:xfrm>
            <a:custGeom>
              <a:avLst/>
              <a:gdLst/>
              <a:ahLst/>
              <a:cxnLst/>
              <a:rect l="l" t="t" r="r" b="b"/>
              <a:pathLst>
                <a:path w="200" h="609" extrusionOk="0">
                  <a:moveTo>
                    <a:pt x="100" y="1"/>
                  </a:moveTo>
                  <a:cubicBezTo>
                    <a:pt x="45" y="1"/>
                    <a:pt x="1" y="45"/>
                    <a:pt x="1" y="100"/>
                  </a:cubicBezTo>
                  <a:lnTo>
                    <a:pt x="1" y="509"/>
                  </a:lnTo>
                  <a:cubicBezTo>
                    <a:pt x="1" y="564"/>
                    <a:pt x="45" y="609"/>
                    <a:pt x="100" y="609"/>
                  </a:cubicBezTo>
                  <a:cubicBezTo>
                    <a:pt x="156" y="609"/>
                    <a:pt x="200" y="564"/>
                    <a:pt x="200" y="509"/>
                  </a:cubicBezTo>
                  <a:lnTo>
                    <a:pt x="200" y="100"/>
                  </a:lnTo>
                  <a:cubicBezTo>
                    <a:pt x="200" y="45"/>
                    <a:pt x="156" y="1"/>
                    <a:pt x="1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5"/>
            <p:cNvSpPr/>
            <p:nvPr/>
          </p:nvSpPr>
          <p:spPr>
            <a:xfrm>
              <a:off x="-1900881" y="4338104"/>
              <a:ext cx="62980" cy="41987"/>
            </a:xfrm>
            <a:custGeom>
              <a:avLst/>
              <a:gdLst/>
              <a:ahLst/>
              <a:cxnLst/>
              <a:rect l="l" t="t" r="r" b="b"/>
              <a:pathLst>
                <a:path w="366" h="244" extrusionOk="0">
                  <a:moveTo>
                    <a:pt x="122" y="0"/>
                  </a:moveTo>
                  <a:cubicBezTo>
                    <a:pt x="55" y="0"/>
                    <a:pt x="0" y="56"/>
                    <a:pt x="0" y="122"/>
                  </a:cubicBezTo>
                  <a:cubicBezTo>
                    <a:pt x="0" y="188"/>
                    <a:pt x="55" y="244"/>
                    <a:pt x="122" y="244"/>
                  </a:cubicBezTo>
                  <a:lnTo>
                    <a:pt x="365" y="244"/>
                  </a:lnTo>
                  <a:lnTo>
                    <a:pt x="3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5"/>
            <p:cNvSpPr/>
            <p:nvPr/>
          </p:nvSpPr>
          <p:spPr>
            <a:xfrm>
              <a:off x="-1654982" y="4355139"/>
              <a:ext cx="167087" cy="143341"/>
            </a:xfrm>
            <a:custGeom>
              <a:avLst/>
              <a:gdLst/>
              <a:ahLst/>
              <a:cxnLst/>
              <a:rect l="l" t="t" r="r" b="b"/>
              <a:pathLst>
                <a:path w="971" h="833" extrusionOk="0">
                  <a:moveTo>
                    <a:pt x="556" y="236"/>
                  </a:moveTo>
                  <a:cubicBezTo>
                    <a:pt x="642" y="236"/>
                    <a:pt x="727" y="306"/>
                    <a:pt x="727" y="410"/>
                  </a:cubicBezTo>
                  <a:cubicBezTo>
                    <a:pt x="727" y="499"/>
                    <a:pt x="650" y="576"/>
                    <a:pt x="562" y="576"/>
                  </a:cubicBezTo>
                  <a:cubicBezTo>
                    <a:pt x="407" y="576"/>
                    <a:pt x="329" y="399"/>
                    <a:pt x="440" y="288"/>
                  </a:cubicBezTo>
                  <a:cubicBezTo>
                    <a:pt x="472" y="253"/>
                    <a:pt x="514" y="236"/>
                    <a:pt x="556" y="236"/>
                  </a:cubicBezTo>
                  <a:close/>
                  <a:moveTo>
                    <a:pt x="548" y="1"/>
                  </a:moveTo>
                  <a:cubicBezTo>
                    <a:pt x="181" y="1"/>
                    <a:pt x="1" y="446"/>
                    <a:pt x="252" y="709"/>
                  </a:cubicBezTo>
                  <a:cubicBezTo>
                    <a:pt x="338" y="794"/>
                    <a:pt x="442" y="833"/>
                    <a:pt x="544" y="833"/>
                  </a:cubicBezTo>
                  <a:cubicBezTo>
                    <a:pt x="758" y="833"/>
                    <a:pt x="963" y="665"/>
                    <a:pt x="971" y="410"/>
                  </a:cubicBezTo>
                  <a:cubicBezTo>
                    <a:pt x="971" y="189"/>
                    <a:pt x="783" y="1"/>
                    <a:pt x="562" y="1"/>
                  </a:cubicBezTo>
                  <a:cubicBezTo>
                    <a:pt x="557" y="1"/>
                    <a:pt x="553" y="1"/>
                    <a:pt x="54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5"/>
            <p:cNvSpPr/>
            <p:nvPr/>
          </p:nvSpPr>
          <p:spPr>
            <a:xfrm>
              <a:off x="-1689226" y="4330360"/>
              <a:ext cx="228003" cy="194275"/>
            </a:xfrm>
            <a:custGeom>
              <a:avLst/>
              <a:gdLst/>
              <a:ahLst/>
              <a:cxnLst/>
              <a:rect l="l" t="t" r="r" b="b"/>
              <a:pathLst>
                <a:path w="1325" h="1129" extrusionOk="0">
                  <a:moveTo>
                    <a:pt x="743" y="131"/>
                  </a:moveTo>
                  <a:cubicBezTo>
                    <a:pt x="957" y="131"/>
                    <a:pt x="1162" y="300"/>
                    <a:pt x="1170" y="554"/>
                  </a:cubicBezTo>
                  <a:cubicBezTo>
                    <a:pt x="1170" y="775"/>
                    <a:pt x="982" y="963"/>
                    <a:pt x="761" y="963"/>
                  </a:cubicBezTo>
                  <a:cubicBezTo>
                    <a:pt x="756" y="963"/>
                    <a:pt x="752" y="963"/>
                    <a:pt x="747" y="963"/>
                  </a:cubicBezTo>
                  <a:cubicBezTo>
                    <a:pt x="380" y="963"/>
                    <a:pt x="200" y="518"/>
                    <a:pt x="451" y="256"/>
                  </a:cubicBezTo>
                  <a:cubicBezTo>
                    <a:pt x="537" y="170"/>
                    <a:pt x="641" y="131"/>
                    <a:pt x="743" y="131"/>
                  </a:cubicBezTo>
                  <a:close/>
                  <a:moveTo>
                    <a:pt x="780" y="1"/>
                  </a:moveTo>
                  <a:cubicBezTo>
                    <a:pt x="773" y="1"/>
                    <a:pt x="767" y="1"/>
                    <a:pt x="761" y="1"/>
                  </a:cubicBezTo>
                  <a:cubicBezTo>
                    <a:pt x="756" y="1"/>
                    <a:pt x="751" y="1"/>
                    <a:pt x="747" y="1"/>
                  </a:cubicBezTo>
                  <a:cubicBezTo>
                    <a:pt x="247" y="1"/>
                    <a:pt x="1" y="602"/>
                    <a:pt x="362" y="963"/>
                  </a:cubicBezTo>
                  <a:cubicBezTo>
                    <a:pt x="476" y="1077"/>
                    <a:pt x="617" y="1128"/>
                    <a:pt x="755" y="1128"/>
                  </a:cubicBezTo>
                  <a:cubicBezTo>
                    <a:pt x="1045" y="1128"/>
                    <a:pt x="1324" y="903"/>
                    <a:pt x="1324" y="565"/>
                  </a:cubicBezTo>
                  <a:cubicBezTo>
                    <a:pt x="1324" y="251"/>
                    <a:pt x="1081" y="1"/>
                    <a:pt x="7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5"/>
            <p:cNvSpPr/>
            <p:nvPr/>
          </p:nvSpPr>
          <p:spPr>
            <a:xfrm>
              <a:off x="-1598369" y="4397126"/>
              <a:ext cx="78123" cy="57130"/>
            </a:xfrm>
            <a:custGeom>
              <a:avLst/>
              <a:gdLst/>
              <a:ahLst/>
              <a:cxnLst/>
              <a:rect l="l" t="t" r="r" b="b"/>
              <a:pathLst>
                <a:path w="454" h="332" extrusionOk="0">
                  <a:moveTo>
                    <a:pt x="233" y="0"/>
                  </a:moveTo>
                  <a:cubicBezTo>
                    <a:pt x="0" y="0"/>
                    <a:pt x="0" y="332"/>
                    <a:pt x="233" y="332"/>
                  </a:cubicBezTo>
                  <a:cubicBezTo>
                    <a:pt x="454" y="332"/>
                    <a:pt x="454" y="0"/>
                    <a:pt x="2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5"/>
            <p:cNvSpPr/>
            <p:nvPr/>
          </p:nvSpPr>
          <p:spPr>
            <a:xfrm>
              <a:off x="-1531774" y="4330532"/>
              <a:ext cx="135253" cy="194275"/>
            </a:xfrm>
            <a:custGeom>
              <a:avLst/>
              <a:gdLst/>
              <a:ahLst/>
              <a:cxnLst/>
              <a:rect l="l" t="t" r="r" b="b"/>
              <a:pathLst>
                <a:path w="786" h="1129" extrusionOk="0">
                  <a:moveTo>
                    <a:pt x="0" y="0"/>
                  </a:moveTo>
                  <a:cubicBezTo>
                    <a:pt x="752" y="0"/>
                    <a:pt x="752" y="1128"/>
                    <a:pt x="0" y="1128"/>
                  </a:cubicBezTo>
                  <a:lnTo>
                    <a:pt x="33" y="1128"/>
                  </a:lnTo>
                  <a:cubicBezTo>
                    <a:pt x="785" y="1128"/>
                    <a:pt x="785" y="0"/>
                    <a:pt x="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5"/>
            <p:cNvSpPr/>
            <p:nvPr/>
          </p:nvSpPr>
          <p:spPr>
            <a:xfrm>
              <a:off x="-1554661" y="4330360"/>
              <a:ext cx="127682" cy="194448"/>
            </a:xfrm>
            <a:custGeom>
              <a:avLst/>
              <a:gdLst/>
              <a:ahLst/>
              <a:cxnLst/>
              <a:rect l="l" t="t" r="r" b="b"/>
              <a:pathLst>
                <a:path w="742" h="1130" extrusionOk="0">
                  <a:moveTo>
                    <a:pt x="153" y="1"/>
                  </a:moveTo>
                  <a:cubicBezTo>
                    <a:pt x="146" y="1"/>
                    <a:pt x="140" y="1"/>
                    <a:pt x="133" y="1"/>
                  </a:cubicBezTo>
                  <a:lnTo>
                    <a:pt x="1" y="1"/>
                  </a:lnTo>
                  <a:cubicBezTo>
                    <a:pt x="741" y="1"/>
                    <a:pt x="741" y="1129"/>
                    <a:pt x="1" y="1129"/>
                  </a:cubicBezTo>
                  <a:lnTo>
                    <a:pt x="133" y="1129"/>
                  </a:lnTo>
                  <a:cubicBezTo>
                    <a:pt x="454" y="1129"/>
                    <a:pt x="708" y="864"/>
                    <a:pt x="697" y="554"/>
                  </a:cubicBezTo>
                  <a:cubicBezTo>
                    <a:pt x="686" y="251"/>
                    <a:pt x="453" y="1"/>
                    <a:pt x="15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5"/>
            <p:cNvSpPr/>
            <p:nvPr/>
          </p:nvSpPr>
          <p:spPr>
            <a:xfrm>
              <a:off x="-1564125" y="4330532"/>
              <a:ext cx="129574" cy="194275"/>
            </a:xfrm>
            <a:custGeom>
              <a:avLst/>
              <a:gdLst/>
              <a:ahLst/>
              <a:cxnLst/>
              <a:rect l="l" t="t" r="r" b="b"/>
              <a:pathLst>
                <a:path w="753" h="1129" extrusionOk="0">
                  <a:moveTo>
                    <a:pt x="0" y="0"/>
                  </a:moveTo>
                  <a:cubicBezTo>
                    <a:pt x="752" y="0"/>
                    <a:pt x="752" y="1128"/>
                    <a:pt x="0" y="1128"/>
                  </a:cubicBezTo>
                  <a:lnTo>
                    <a:pt x="56" y="1128"/>
                  </a:lnTo>
                  <a:cubicBezTo>
                    <a:pt x="365" y="1117"/>
                    <a:pt x="609" y="863"/>
                    <a:pt x="609" y="553"/>
                  </a:cubicBezTo>
                  <a:cubicBezTo>
                    <a:pt x="597" y="244"/>
                    <a:pt x="354" y="0"/>
                    <a:pt x="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5"/>
            <p:cNvSpPr/>
            <p:nvPr/>
          </p:nvSpPr>
          <p:spPr>
            <a:xfrm>
              <a:off x="-1623148" y="4354279"/>
              <a:ext cx="68659" cy="142652"/>
            </a:xfrm>
            <a:custGeom>
              <a:avLst/>
              <a:gdLst/>
              <a:ahLst/>
              <a:cxnLst/>
              <a:rect l="l" t="t" r="r" b="b"/>
              <a:pathLst>
                <a:path w="399" h="829" extrusionOk="0">
                  <a:moveTo>
                    <a:pt x="318" y="0"/>
                  </a:moveTo>
                  <a:cubicBezTo>
                    <a:pt x="174" y="0"/>
                    <a:pt x="82" y="108"/>
                    <a:pt x="42" y="246"/>
                  </a:cubicBezTo>
                  <a:lnTo>
                    <a:pt x="42" y="246"/>
                  </a:lnTo>
                  <a:cubicBezTo>
                    <a:pt x="106" y="110"/>
                    <a:pt x="238" y="14"/>
                    <a:pt x="399" y="6"/>
                  </a:cubicBezTo>
                  <a:lnTo>
                    <a:pt x="377" y="6"/>
                  </a:lnTo>
                  <a:cubicBezTo>
                    <a:pt x="356" y="2"/>
                    <a:pt x="336" y="0"/>
                    <a:pt x="318" y="0"/>
                  </a:cubicBezTo>
                  <a:close/>
                  <a:moveTo>
                    <a:pt x="42" y="246"/>
                  </a:moveTo>
                  <a:lnTo>
                    <a:pt x="42" y="246"/>
                  </a:lnTo>
                  <a:cubicBezTo>
                    <a:pt x="18" y="298"/>
                    <a:pt x="4" y="355"/>
                    <a:pt x="1" y="415"/>
                  </a:cubicBezTo>
                  <a:cubicBezTo>
                    <a:pt x="4" y="473"/>
                    <a:pt x="18" y="529"/>
                    <a:pt x="43" y="579"/>
                  </a:cubicBezTo>
                  <a:lnTo>
                    <a:pt x="43" y="579"/>
                  </a:lnTo>
                  <a:cubicBezTo>
                    <a:pt x="12" y="474"/>
                    <a:pt x="12" y="351"/>
                    <a:pt x="42" y="246"/>
                  </a:cubicBezTo>
                  <a:close/>
                  <a:moveTo>
                    <a:pt x="43" y="579"/>
                  </a:moveTo>
                  <a:lnTo>
                    <a:pt x="43" y="579"/>
                  </a:lnTo>
                  <a:cubicBezTo>
                    <a:pt x="84" y="719"/>
                    <a:pt x="177" y="829"/>
                    <a:pt x="325" y="829"/>
                  </a:cubicBezTo>
                  <a:cubicBezTo>
                    <a:pt x="341" y="829"/>
                    <a:pt x="358" y="827"/>
                    <a:pt x="377" y="824"/>
                  </a:cubicBezTo>
                  <a:lnTo>
                    <a:pt x="399" y="824"/>
                  </a:lnTo>
                  <a:cubicBezTo>
                    <a:pt x="239" y="808"/>
                    <a:pt x="107" y="711"/>
                    <a:pt x="43" y="579"/>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5"/>
            <p:cNvSpPr/>
            <p:nvPr/>
          </p:nvSpPr>
          <p:spPr>
            <a:xfrm>
              <a:off x="-1554661" y="4395234"/>
              <a:ext cx="41987" cy="59023"/>
            </a:xfrm>
            <a:custGeom>
              <a:avLst/>
              <a:gdLst/>
              <a:ahLst/>
              <a:cxnLst/>
              <a:rect l="l" t="t" r="r" b="b"/>
              <a:pathLst>
                <a:path w="244" h="343" extrusionOk="0">
                  <a:moveTo>
                    <a:pt x="12" y="0"/>
                  </a:moveTo>
                  <a:lnTo>
                    <a:pt x="12" y="11"/>
                  </a:lnTo>
                  <a:lnTo>
                    <a:pt x="1" y="11"/>
                  </a:lnTo>
                  <a:cubicBezTo>
                    <a:pt x="200" y="22"/>
                    <a:pt x="200" y="321"/>
                    <a:pt x="1" y="343"/>
                  </a:cubicBezTo>
                  <a:lnTo>
                    <a:pt x="12" y="343"/>
                  </a:lnTo>
                  <a:cubicBezTo>
                    <a:pt x="244" y="343"/>
                    <a:pt x="244" y="0"/>
                    <a:pt x="1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5"/>
            <p:cNvSpPr/>
            <p:nvPr/>
          </p:nvSpPr>
          <p:spPr>
            <a:xfrm>
              <a:off x="-1655498" y="4387490"/>
              <a:ext cx="226626" cy="28737"/>
            </a:xfrm>
            <a:custGeom>
              <a:avLst/>
              <a:gdLst/>
              <a:ahLst/>
              <a:cxnLst/>
              <a:rect l="l" t="t" r="r" b="b"/>
              <a:pathLst>
                <a:path w="1317" h="167" extrusionOk="0">
                  <a:moveTo>
                    <a:pt x="45" y="1"/>
                  </a:moveTo>
                  <a:cubicBezTo>
                    <a:pt x="23" y="56"/>
                    <a:pt x="1" y="112"/>
                    <a:pt x="1" y="167"/>
                  </a:cubicBezTo>
                  <a:lnTo>
                    <a:pt x="1316" y="167"/>
                  </a:lnTo>
                  <a:cubicBezTo>
                    <a:pt x="1316" y="112"/>
                    <a:pt x="1294" y="56"/>
                    <a:pt x="127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5"/>
            <p:cNvSpPr/>
            <p:nvPr/>
          </p:nvSpPr>
          <p:spPr>
            <a:xfrm>
              <a:off x="-1401856" y="4355139"/>
              <a:ext cx="167087" cy="143341"/>
            </a:xfrm>
            <a:custGeom>
              <a:avLst/>
              <a:gdLst/>
              <a:ahLst/>
              <a:cxnLst/>
              <a:rect l="l" t="t" r="r" b="b"/>
              <a:pathLst>
                <a:path w="971" h="833" extrusionOk="0">
                  <a:moveTo>
                    <a:pt x="566" y="236"/>
                  </a:moveTo>
                  <a:cubicBezTo>
                    <a:pt x="653" y="236"/>
                    <a:pt x="738" y="306"/>
                    <a:pt x="738" y="410"/>
                  </a:cubicBezTo>
                  <a:cubicBezTo>
                    <a:pt x="738" y="499"/>
                    <a:pt x="661" y="576"/>
                    <a:pt x="561" y="576"/>
                  </a:cubicBezTo>
                  <a:cubicBezTo>
                    <a:pt x="417" y="576"/>
                    <a:pt x="340" y="399"/>
                    <a:pt x="451" y="288"/>
                  </a:cubicBezTo>
                  <a:cubicBezTo>
                    <a:pt x="483" y="253"/>
                    <a:pt x="525" y="236"/>
                    <a:pt x="566" y="236"/>
                  </a:cubicBezTo>
                  <a:close/>
                  <a:moveTo>
                    <a:pt x="548" y="1"/>
                  </a:moveTo>
                  <a:cubicBezTo>
                    <a:pt x="192" y="1"/>
                    <a:pt x="0" y="446"/>
                    <a:pt x="263" y="709"/>
                  </a:cubicBezTo>
                  <a:cubicBezTo>
                    <a:pt x="348" y="794"/>
                    <a:pt x="453" y="833"/>
                    <a:pt x="555" y="833"/>
                  </a:cubicBezTo>
                  <a:cubicBezTo>
                    <a:pt x="768" y="833"/>
                    <a:pt x="970" y="665"/>
                    <a:pt x="970" y="410"/>
                  </a:cubicBezTo>
                  <a:cubicBezTo>
                    <a:pt x="970" y="189"/>
                    <a:pt x="793" y="1"/>
                    <a:pt x="561" y="1"/>
                  </a:cubicBezTo>
                  <a:cubicBezTo>
                    <a:pt x="557" y="1"/>
                    <a:pt x="552" y="1"/>
                    <a:pt x="54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5"/>
            <p:cNvSpPr/>
            <p:nvPr/>
          </p:nvSpPr>
          <p:spPr>
            <a:xfrm>
              <a:off x="-1434723" y="4330360"/>
              <a:ext cx="226626" cy="194275"/>
            </a:xfrm>
            <a:custGeom>
              <a:avLst/>
              <a:gdLst/>
              <a:ahLst/>
              <a:cxnLst/>
              <a:rect l="l" t="t" r="r" b="b"/>
              <a:pathLst>
                <a:path w="1317" h="1129" extrusionOk="0">
                  <a:moveTo>
                    <a:pt x="746" y="131"/>
                  </a:moveTo>
                  <a:cubicBezTo>
                    <a:pt x="959" y="131"/>
                    <a:pt x="1161" y="300"/>
                    <a:pt x="1161" y="554"/>
                  </a:cubicBezTo>
                  <a:cubicBezTo>
                    <a:pt x="1161" y="775"/>
                    <a:pt x="984" y="963"/>
                    <a:pt x="752" y="963"/>
                  </a:cubicBezTo>
                  <a:cubicBezTo>
                    <a:pt x="748" y="963"/>
                    <a:pt x="743" y="963"/>
                    <a:pt x="739" y="963"/>
                  </a:cubicBezTo>
                  <a:cubicBezTo>
                    <a:pt x="383" y="963"/>
                    <a:pt x="191" y="518"/>
                    <a:pt x="454" y="256"/>
                  </a:cubicBezTo>
                  <a:cubicBezTo>
                    <a:pt x="539" y="170"/>
                    <a:pt x="644" y="131"/>
                    <a:pt x="746" y="131"/>
                  </a:cubicBezTo>
                  <a:close/>
                  <a:moveTo>
                    <a:pt x="772" y="1"/>
                  </a:moveTo>
                  <a:cubicBezTo>
                    <a:pt x="766" y="1"/>
                    <a:pt x="759" y="1"/>
                    <a:pt x="752" y="1"/>
                  </a:cubicBezTo>
                  <a:cubicBezTo>
                    <a:pt x="255" y="1"/>
                    <a:pt x="0" y="598"/>
                    <a:pt x="354" y="963"/>
                  </a:cubicBezTo>
                  <a:cubicBezTo>
                    <a:pt x="468" y="1077"/>
                    <a:pt x="608" y="1128"/>
                    <a:pt x="746" y="1128"/>
                  </a:cubicBezTo>
                  <a:cubicBezTo>
                    <a:pt x="1037" y="1128"/>
                    <a:pt x="1316" y="903"/>
                    <a:pt x="1316" y="565"/>
                  </a:cubicBezTo>
                  <a:cubicBezTo>
                    <a:pt x="1316" y="251"/>
                    <a:pt x="1083" y="1"/>
                    <a:pt x="7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5"/>
            <p:cNvSpPr/>
            <p:nvPr/>
          </p:nvSpPr>
          <p:spPr>
            <a:xfrm>
              <a:off x="-1343349" y="4397126"/>
              <a:ext cx="78123" cy="57130"/>
            </a:xfrm>
            <a:custGeom>
              <a:avLst/>
              <a:gdLst/>
              <a:ahLst/>
              <a:cxnLst/>
              <a:rect l="l" t="t" r="r" b="b"/>
              <a:pathLst>
                <a:path w="454" h="332" extrusionOk="0">
                  <a:moveTo>
                    <a:pt x="221" y="0"/>
                  </a:moveTo>
                  <a:cubicBezTo>
                    <a:pt x="0" y="0"/>
                    <a:pt x="0" y="332"/>
                    <a:pt x="221" y="332"/>
                  </a:cubicBezTo>
                  <a:cubicBezTo>
                    <a:pt x="453" y="332"/>
                    <a:pt x="453" y="0"/>
                    <a:pt x="2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5"/>
            <p:cNvSpPr/>
            <p:nvPr/>
          </p:nvSpPr>
          <p:spPr>
            <a:xfrm>
              <a:off x="-1276755" y="4330532"/>
              <a:ext cx="135253" cy="194275"/>
            </a:xfrm>
            <a:custGeom>
              <a:avLst/>
              <a:gdLst/>
              <a:ahLst/>
              <a:cxnLst/>
              <a:rect l="l" t="t" r="r" b="b"/>
              <a:pathLst>
                <a:path w="786" h="1129" extrusionOk="0">
                  <a:moveTo>
                    <a:pt x="0" y="0"/>
                  </a:moveTo>
                  <a:cubicBezTo>
                    <a:pt x="752" y="0"/>
                    <a:pt x="752" y="1128"/>
                    <a:pt x="0" y="1128"/>
                  </a:cubicBezTo>
                  <a:lnTo>
                    <a:pt x="44" y="1128"/>
                  </a:lnTo>
                  <a:cubicBezTo>
                    <a:pt x="785" y="1128"/>
                    <a:pt x="785" y="0"/>
                    <a:pt x="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5"/>
            <p:cNvSpPr/>
            <p:nvPr/>
          </p:nvSpPr>
          <p:spPr>
            <a:xfrm>
              <a:off x="-1301534" y="4330360"/>
              <a:ext cx="129574" cy="194448"/>
            </a:xfrm>
            <a:custGeom>
              <a:avLst/>
              <a:gdLst/>
              <a:ahLst/>
              <a:cxnLst/>
              <a:rect l="l" t="t" r="r" b="b"/>
              <a:pathLst>
                <a:path w="753" h="1130" extrusionOk="0">
                  <a:moveTo>
                    <a:pt x="163" y="1"/>
                  </a:moveTo>
                  <a:cubicBezTo>
                    <a:pt x="157" y="1"/>
                    <a:pt x="151" y="1"/>
                    <a:pt x="144" y="1"/>
                  </a:cubicBezTo>
                  <a:lnTo>
                    <a:pt x="0" y="1"/>
                  </a:lnTo>
                  <a:cubicBezTo>
                    <a:pt x="752" y="1"/>
                    <a:pt x="752" y="1129"/>
                    <a:pt x="0" y="1129"/>
                  </a:cubicBezTo>
                  <a:lnTo>
                    <a:pt x="144" y="1129"/>
                  </a:lnTo>
                  <a:cubicBezTo>
                    <a:pt x="454" y="1129"/>
                    <a:pt x="708" y="864"/>
                    <a:pt x="708" y="554"/>
                  </a:cubicBezTo>
                  <a:cubicBezTo>
                    <a:pt x="697" y="251"/>
                    <a:pt x="464" y="1"/>
                    <a:pt x="1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5"/>
            <p:cNvSpPr/>
            <p:nvPr/>
          </p:nvSpPr>
          <p:spPr>
            <a:xfrm>
              <a:off x="-1310999" y="4328467"/>
              <a:ext cx="129402" cy="194448"/>
            </a:xfrm>
            <a:custGeom>
              <a:avLst/>
              <a:gdLst/>
              <a:ahLst/>
              <a:cxnLst/>
              <a:rect l="l" t="t" r="r" b="b"/>
              <a:pathLst>
                <a:path w="752" h="1130" extrusionOk="0">
                  <a:moveTo>
                    <a:pt x="11" y="1"/>
                  </a:moveTo>
                  <a:cubicBezTo>
                    <a:pt x="7" y="1"/>
                    <a:pt x="4" y="1"/>
                    <a:pt x="0" y="1"/>
                  </a:cubicBezTo>
                  <a:lnTo>
                    <a:pt x="22" y="1"/>
                  </a:lnTo>
                  <a:cubicBezTo>
                    <a:pt x="18" y="1"/>
                    <a:pt x="15" y="1"/>
                    <a:pt x="11" y="1"/>
                  </a:cubicBezTo>
                  <a:close/>
                  <a:moveTo>
                    <a:pt x="75" y="1"/>
                  </a:moveTo>
                  <a:cubicBezTo>
                    <a:pt x="68" y="1"/>
                    <a:pt x="62" y="1"/>
                    <a:pt x="55" y="1"/>
                  </a:cubicBezTo>
                  <a:lnTo>
                    <a:pt x="22" y="1"/>
                  </a:lnTo>
                  <a:cubicBezTo>
                    <a:pt x="752" y="12"/>
                    <a:pt x="745" y="1118"/>
                    <a:pt x="0" y="1129"/>
                  </a:cubicBezTo>
                  <a:lnTo>
                    <a:pt x="55" y="1129"/>
                  </a:lnTo>
                  <a:cubicBezTo>
                    <a:pt x="365" y="1129"/>
                    <a:pt x="619" y="875"/>
                    <a:pt x="619" y="565"/>
                  </a:cubicBezTo>
                  <a:cubicBezTo>
                    <a:pt x="619" y="251"/>
                    <a:pt x="375" y="1"/>
                    <a:pt x="7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5"/>
            <p:cNvSpPr/>
            <p:nvPr/>
          </p:nvSpPr>
          <p:spPr>
            <a:xfrm>
              <a:off x="-1368128" y="4354279"/>
              <a:ext cx="66766" cy="142652"/>
            </a:xfrm>
            <a:custGeom>
              <a:avLst/>
              <a:gdLst/>
              <a:ahLst/>
              <a:cxnLst/>
              <a:rect l="l" t="t" r="r" b="b"/>
              <a:pathLst>
                <a:path w="388" h="829" extrusionOk="0">
                  <a:moveTo>
                    <a:pt x="306" y="0"/>
                  </a:moveTo>
                  <a:cubicBezTo>
                    <a:pt x="148" y="0"/>
                    <a:pt x="53" y="130"/>
                    <a:pt x="21" y="287"/>
                  </a:cubicBezTo>
                  <a:lnTo>
                    <a:pt x="21" y="287"/>
                  </a:lnTo>
                  <a:cubicBezTo>
                    <a:pt x="73" y="129"/>
                    <a:pt x="220" y="15"/>
                    <a:pt x="387" y="6"/>
                  </a:cubicBezTo>
                  <a:lnTo>
                    <a:pt x="365" y="6"/>
                  </a:lnTo>
                  <a:cubicBezTo>
                    <a:pt x="345" y="2"/>
                    <a:pt x="325" y="0"/>
                    <a:pt x="306" y="0"/>
                  </a:cubicBezTo>
                  <a:close/>
                  <a:moveTo>
                    <a:pt x="21" y="287"/>
                  </a:moveTo>
                  <a:lnTo>
                    <a:pt x="21" y="287"/>
                  </a:lnTo>
                  <a:cubicBezTo>
                    <a:pt x="8" y="327"/>
                    <a:pt x="0" y="370"/>
                    <a:pt x="0" y="415"/>
                  </a:cubicBezTo>
                  <a:cubicBezTo>
                    <a:pt x="0" y="459"/>
                    <a:pt x="8" y="502"/>
                    <a:pt x="22" y="542"/>
                  </a:cubicBezTo>
                  <a:lnTo>
                    <a:pt x="22" y="542"/>
                  </a:lnTo>
                  <a:cubicBezTo>
                    <a:pt x="4" y="459"/>
                    <a:pt x="4" y="369"/>
                    <a:pt x="21" y="287"/>
                  </a:cubicBezTo>
                  <a:close/>
                  <a:moveTo>
                    <a:pt x="22" y="542"/>
                  </a:moveTo>
                  <a:cubicBezTo>
                    <a:pt x="56" y="699"/>
                    <a:pt x="153" y="829"/>
                    <a:pt x="313" y="829"/>
                  </a:cubicBezTo>
                  <a:cubicBezTo>
                    <a:pt x="330" y="829"/>
                    <a:pt x="347" y="827"/>
                    <a:pt x="365" y="824"/>
                  </a:cubicBezTo>
                  <a:lnTo>
                    <a:pt x="387" y="824"/>
                  </a:lnTo>
                  <a:cubicBezTo>
                    <a:pt x="221" y="807"/>
                    <a:pt x="76" y="693"/>
                    <a:pt x="22" y="542"/>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5"/>
            <p:cNvSpPr/>
            <p:nvPr/>
          </p:nvSpPr>
          <p:spPr>
            <a:xfrm>
              <a:off x="-1301534" y="4395234"/>
              <a:ext cx="41987" cy="59023"/>
            </a:xfrm>
            <a:custGeom>
              <a:avLst/>
              <a:gdLst/>
              <a:ahLst/>
              <a:cxnLst/>
              <a:rect l="l" t="t" r="r" b="b"/>
              <a:pathLst>
                <a:path w="244" h="343" extrusionOk="0">
                  <a:moveTo>
                    <a:pt x="22" y="0"/>
                  </a:moveTo>
                  <a:lnTo>
                    <a:pt x="22" y="11"/>
                  </a:lnTo>
                  <a:lnTo>
                    <a:pt x="0" y="11"/>
                  </a:lnTo>
                  <a:cubicBezTo>
                    <a:pt x="210" y="22"/>
                    <a:pt x="210" y="321"/>
                    <a:pt x="0" y="343"/>
                  </a:cubicBezTo>
                  <a:lnTo>
                    <a:pt x="22" y="343"/>
                  </a:lnTo>
                  <a:cubicBezTo>
                    <a:pt x="244" y="343"/>
                    <a:pt x="244" y="0"/>
                    <a:pt x="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5"/>
            <p:cNvSpPr/>
            <p:nvPr/>
          </p:nvSpPr>
          <p:spPr>
            <a:xfrm>
              <a:off x="-1400479" y="4387490"/>
              <a:ext cx="226626" cy="28737"/>
            </a:xfrm>
            <a:custGeom>
              <a:avLst/>
              <a:gdLst/>
              <a:ahLst/>
              <a:cxnLst/>
              <a:rect l="l" t="t" r="r" b="b"/>
              <a:pathLst>
                <a:path w="1317" h="167" extrusionOk="0">
                  <a:moveTo>
                    <a:pt x="33" y="1"/>
                  </a:moveTo>
                  <a:cubicBezTo>
                    <a:pt x="11" y="56"/>
                    <a:pt x="0" y="112"/>
                    <a:pt x="0" y="167"/>
                  </a:cubicBezTo>
                  <a:lnTo>
                    <a:pt x="1316" y="167"/>
                  </a:lnTo>
                  <a:cubicBezTo>
                    <a:pt x="1305" y="112"/>
                    <a:pt x="1294" y="56"/>
                    <a:pt x="127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5"/>
            <p:cNvSpPr/>
            <p:nvPr/>
          </p:nvSpPr>
          <p:spPr>
            <a:xfrm>
              <a:off x="-1817252" y="4355139"/>
              <a:ext cx="167603" cy="143341"/>
            </a:xfrm>
            <a:custGeom>
              <a:avLst/>
              <a:gdLst/>
              <a:ahLst/>
              <a:cxnLst/>
              <a:rect l="l" t="t" r="r" b="b"/>
              <a:pathLst>
                <a:path w="974" h="833" extrusionOk="0">
                  <a:moveTo>
                    <a:pt x="554" y="244"/>
                  </a:moveTo>
                  <a:cubicBezTo>
                    <a:pt x="775" y="244"/>
                    <a:pt x="775" y="576"/>
                    <a:pt x="554" y="576"/>
                  </a:cubicBezTo>
                  <a:cubicBezTo>
                    <a:pt x="332" y="576"/>
                    <a:pt x="332" y="244"/>
                    <a:pt x="554" y="244"/>
                  </a:cubicBezTo>
                  <a:close/>
                  <a:moveTo>
                    <a:pt x="554" y="1"/>
                  </a:moveTo>
                  <a:cubicBezTo>
                    <a:pt x="189" y="1"/>
                    <a:pt x="1" y="443"/>
                    <a:pt x="255" y="709"/>
                  </a:cubicBezTo>
                  <a:cubicBezTo>
                    <a:pt x="341" y="794"/>
                    <a:pt x="446" y="833"/>
                    <a:pt x="550" y="833"/>
                  </a:cubicBezTo>
                  <a:cubicBezTo>
                    <a:pt x="766" y="833"/>
                    <a:pt x="974" y="665"/>
                    <a:pt x="974" y="410"/>
                  </a:cubicBezTo>
                  <a:cubicBezTo>
                    <a:pt x="974" y="189"/>
                    <a:pt x="786" y="1"/>
                    <a:pt x="55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5"/>
            <p:cNvSpPr/>
            <p:nvPr/>
          </p:nvSpPr>
          <p:spPr>
            <a:xfrm>
              <a:off x="-1850979" y="4330532"/>
              <a:ext cx="226110" cy="194103"/>
            </a:xfrm>
            <a:custGeom>
              <a:avLst/>
              <a:gdLst/>
              <a:ahLst/>
              <a:cxnLst/>
              <a:rect l="l" t="t" r="r" b="b"/>
              <a:pathLst>
                <a:path w="1314" h="1128" extrusionOk="0">
                  <a:moveTo>
                    <a:pt x="746" y="130"/>
                  </a:moveTo>
                  <a:cubicBezTo>
                    <a:pt x="962" y="130"/>
                    <a:pt x="1170" y="299"/>
                    <a:pt x="1170" y="553"/>
                  </a:cubicBezTo>
                  <a:cubicBezTo>
                    <a:pt x="1170" y="774"/>
                    <a:pt x="982" y="962"/>
                    <a:pt x="750" y="962"/>
                  </a:cubicBezTo>
                  <a:cubicBezTo>
                    <a:pt x="385" y="962"/>
                    <a:pt x="197" y="520"/>
                    <a:pt x="451" y="255"/>
                  </a:cubicBezTo>
                  <a:cubicBezTo>
                    <a:pt x="537" y="169"/>
                    <a:pt x="642" y="130"/>
                    <a:pt x="746" y="130"/>
                  </a:cubicBezTo>
                  <a:close/>
                  <a:moveTo>
                    <a:pt x="736" y="0"/>
                  </a:moveTo>
                  <a:cubicBezTo>
                    <a:pt x="247" y="0"/>
                    <a:pt x="1" y="601"/>
                    <a:pt x="351" y="962"/>
                  </a:cubicBezTo>
                  <a:cubicBezTo>
                    <a:pt x="465" y="1076"/>
                    <a:pt x="606" y="1127"/>
                    <a:pt x="744" y="1127"/>
                  </a:cubicBezTo>
                  <a:cubicBezTo>
                    <a:pt x="1034" y="1127"/>
                    <a:pt x="1314" y="902"/>
                    <a:pt x="1314" y="564"/>
                  </a:cubicBezTo>
                  <a:cubicBezTo>
                    <a:pt x="1314" y="244"/>
                    <a:pt x="1059" y="0"/>
                    <a:pt x="750" y="0"/>
                  </a:cubicBezTo>
                  <a:cubicBezTo>
                    <a:pt x="745" y="0"/>
                    <a:pt x="741" y="0"/>
                    <a:pt x="7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5"/>
            <p:cNvSpPr/>
            <p:nvPr/>
          </p:nvSpPr>
          <p:spPr>
            <a:xfrm>
              <a:off x="-1760122" y="4397126"/>
              <a:ext cx="66766" cy="57302"/>
            </a:xfrm>
            <a:custGeom>
              <a:avLst/>
              <a:gdLst/>
              <a:ahLst/>
              <a:cxnLst/>
              <a:rect l="l" t="t" r="r" b="b"/>
              <a:pathLst>
                <a:path w="388" h="333" extrusionOk="0">
                  <a:moveTo>
                    <a:pt x="222" y="0"/>
                  </a:moveTo>
                  <a:cubicBezTo>
                    <a:pt x="67" y="0"/>
                    <a:pt x="0" y="177"/>
                    <a:pt x="100" y="288"/>
                  </a:cubicBezTo>
                  <a:cubicBezTo>
                    <a:pt x="134" y="319"/>
                    <a:pt x="175" y="333"/>
                    <a:pt x="215" y="333"/>
                  </a:cubicBezTo>
                  <a:cubicBezTo>
                    <a:pt x="304" y="333"/>
                    <a:pt x="387" y="265"/>
                    <a:pt x="387" y="166"/>
                  </a:cubicBezTo>
                  <a:cubicBezTo>
                    <a:pt x="387" y="67"/>
                    <a:pt x="310" y="0"/>
                    <a:pt x="2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5"/>
            <p:cNvSpPr/>
            <p:nvPr/>
          </p:nvSpPr>
          <p:spPr>
            <a:xfrm>
              <a:off x="-1693528" y="4330532"/>
              <a:ext cx="135253" cy="194275"/>
            </a:xfrm>
            <a:custGeom>
              <a:avLst/>
              <a:gdLst/>
              <a:ahLst/>
              <a:cxnLst/>
              <a:rect l="l" t="t" r="r" b="b"/>
              <a:pathLst>
                <a:path w="786" h="1129" extrusionOk="0">
                  <a:moveTo>
                    <a:pt x="45" y="0"/>
                  </a:moveTo>
                  <a:cubicBezTo>
                    <a:pt x="41" y="0"/>
                    <a:pt x="37" y="0"/>
                    <a:pt x="34" y="0"/>
                  </a:cubicBezTo>
                  <a:lnTo>
                    <a:pt x="0" y="0"/>
                  </a:lnTo>
                  <a:cubicBezTo>
                    <a:pt x="752" y="0"/>
                    <a:pt x="752" y="1128"/>
                    <a:pt x="0" y="1128"/>
                  </a:cubicBezTo>
                  <a:lnTo>
                    <a:pt x="34" y="1128"/>
                  </a:lnTo>
                  <a:cubicBezTo>
                    <a:pt x="782" y="1117"/>
                    <a:pt x="786" y="0"/>
                    <a:pt x="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5"/>
            <p:cNvSpPr/>
            <p:nvPr/>
          </p:nvSpPr>
          <p:spPr>
            <a:xfrm>
              <a:off x="-1718307" y="4328639"/>
              <a:ext cx="129574" cy="194275"/>
            </a:xfrm>
            <a:custGeom>
              <a:avLst/>
              <a:gdLst/>
              <a:ahLst/>
              <a:cxnLst/>
              <a:rect l="l" t="t" r="r" b="b"/>
              <a:pathLst>
                <a:path w="753" h="1129" extrusionOk="0">
                  <a:moveTo>
                    <a:pt x="12" y="0"/>
                  </a:moveTo>
                  <a:cubicBezTo>
                    <a:pt x="8" y="0"/>
                    <a:pt x="4" y="0"/>
                    <a:pt x="1" y="0"/>
                  </a:cubicBezTo>
                  <a:lnTo>
                    <a:pt x="23" y="0"/>
                  </a:lnTo>
                  <a:cubicBezTo>
                    <a:pt x="19" y="0"/>
                    <a:pt x="15" y="0"/>
                    <a:pt x="12" y="0"/>
                  </a:cubicBezTo>
                  <a:close/>
                  <a:moveTo>
                    <a:pt x="23" y="0"/>
                  </a:moveTo>
                  <a:cubicBezTo>
                    <a:pt x="753" y="11"/>
                    <a:pt x="745" y="1117"/>
                    <a:pt x="1" y="1128"/>
                  </a:cubicBezTo>
                  <a:lnTo>
                    <a:pt x="144" y="1128"/>
                  </a:lnTo>
                  <a:cubicBezTo>
                    <a:pt x="454" y="1128"/>
                    <a:pt x="708" y="874"/>
                    <a:pt x="708" y="564"/>
                  </a:cubicBezTo>
                  <a:cubicBezTo>
                    <a:pt x="708" y="243"/>
                    <a:pt x="454" y="0"/>
                    <a:pt x="1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a:off x="-1727771" y="4328639"/>
              <a:ext cx="129574" cy="194275"/>
            </a:xfrm>
            <a:custGeom>
              <a:avLst/>
              <a:gdLst/>
              <a:ahLst/>
              <a:cxnLst/>
              <a:rect l="l" t="t" r="r" b="b"/>
              <a:pathLst>
                <a:path w="753" h="1129" extrusionOk="0">
                  <a:moveTo>
                    <a:pt x="0" y="0"/>
                  </a:moveTo>
                  <a:cubicBezTo>
                    <a:pt x="752" y="0"/>
                    <a:pt x="752" y="1128"/>
                    <a:pt x="0" y="1128"/>
                  </a:cubicBezTo>
                  <a:lnTo>
                    <a:pt x="56" y="1128"/>
                  </a:lnTo>
                  <a:cubicBezTo>
                    <a:pt x="365" y="1128"/>
                    <a:pt x="620" y="874"/>
                    <a:pt x="620" y="564"/>
                  </a:cubicBezTo>
                  <a:cubicBezTo>
                    <a:pt x="620" y="243"/>
                    <a:pt x="365" y="0"/>
                    <a:pt x="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5"/>
            <p:cNvSpPr/>
            <p:nvPr/>
          </p:nvSpPr>
          <p:spPr>
            <a:xfrm>
              <a:off x="-1797979" y="4355139"/>
              <a:ext cx="79844" cy="141104"/>
            </a:xfrm>
            <a:custGeom>
              <a:avLst/>
              <a:gdLst/>
              <a:ahLst/>
              <a:cxnLst/>
              <a:rect l="l" t="t" r="r" b="b"/>
              <a:pathLst>
                <a:path w="464" h="820" extrusionOk="0">
                  <a:moveTo>
                    <a:pt x="442" y="1"/>
                  </a:moveTo>
                  <a:cubicBezTo>
                    <a:pt x="431" y="3"/>
                    <a:pt x="420" y="5"/>
                    <a:pt x="409" y="8"/>
                  </a:cubicBezTo>
                  <a:lnTo>
                    <a:pt x="409" y="8"/>
                  </a:lnTo>
                  <a:cubicBezTo>
                    <a:pt x="427" y="4"/>
                    <a:pt x="445" y="2"/>
                    <a:pt x="464" y="1"/>
                  </a:cubicBezTo>
                  <a:close/>
                  <a:moveTo>
                    <a:pt x="409" y="8"/>
                  </a:moveTo>
                  <a:lnTo>
                    <a:pt x="409" y="8"/>
                  </a:lnTo>
                  <a:cubicBezTo>
                    <a:pt x="224" y="43"/>
                    <a:pt x="77" y="208"/>
                    <a:pt x="77" y="410"/>
                  </a:cubicBezTo>
                  <a:cubicBezTo>
                    <a:pt x="77" y="578"/>
                    <a:pt x="190" y="726"/>
                    <a:pt x="344" y="789"/>
                  </a:cubicBezTo>
                  <a:lnTo>
                    <a:pt x="344" y="789"/>
                  </a:lnTo>
                  <a:cubicBezTo>
                    <a:pt x="0" y="636"/>
                    <a:pt x="22" y="102"/>
                    <a:pt x="409" y="8"/>
                  </a:cubicBezTo>
                  <a:close/>
                  <a:moveTo>
                    <a:pt x="344" y="789"/>
                  </a:moveTo>
                  <a:lnTo>
                    <a:pt x="344" y="789"/>
                  </a:lnTo>
                  <a:cubicBezTo>
                    <a:pt x="373" y="802"/>
                    <a:pt x="406" y="812"/>
                    <a:pt x="442" y="819"/>
                  </a:cubicBezTo>
                  <a:lnTo>
                    <a:pt x="464" y="819"/>
                  </a:lnTo>
                  <a:cubicBezTo>
                    <a:pt x="422" y="815"/>
                    <a:pt x="382" y="804"/>
                    <a:pt x="344" y="789"/>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5"/>
            <p:cNvSpPr/>
            <p:nvPr/>
          </p:nvSpPr>
          <p:spPr>
            <a:xfrm>
              <a:off x="-1718307" y="4395234"/>
              <a:ext cx="41987" cy="59023"/>
            </a:xfrm>
            <a:custGeom>
              <a:avLst/>
              <a:gdLst/>
              <a:ahLst/>
              <a:cxnLst/>
              <a:rect l="l" t="t" r="r" b="b"/>
              <a:pathLst>
                <a:path w="244" h="343" extrusionOk="0">
                  <a:moveTo>
                    <a:pt x="23" y="0"/>
                  </a:moveTo>
                  <a:lnTo>
                    <a:pt x="23" y="11"/>
                  </a:lnTo>
                  <a:lnTo>
                    <a:pt x="1" y="11"/>
                  </a:lnTo>
                  <a:cubicBezTo>
                    <a:pt x="211" y="22"/>
                    <a:pt x="211" y="321"/>
                    <a:pt x="1" y="343"/>
                  </a:cubicBezTo>
                  <a:lnTo>
                    <a:pt x="23" y="343"/>
                  </a:lnTo>
                  <a:cubicBezTo>
                    <a:pt x="244" y="343"/>
                    <a:pt x="244" y="0"/>
                    <a:pt x="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5"/>
            <p:cNvSpPr/>
            <p:nvPr/>
          </p:nvSpPr>
          <p:spPr>
            <a:xfrm>
              <a:off x="-1817252" y="4387490"/>
              <a:ext cx="226626" cy="28737"/>
            </a:xfrm>
            <a:custGeom>
              <a:avLst/>
              <a:gdLst/>
              <a:ahLst/>
              <a:cxnLst/>
              <a:rect l="l" t="t" r="r" b="b"/>
              <a:pathLst>
                <a:path w="1317" h="167" extrusionOk="0">
                  <a:moveTo>
                    <a:pt x="34" y="1"/>
                  </a:moveTo>
                  <a:cubicBezTo>
                    <a:pt x="12" y="56"/>
                    <a:pt x="1" y="112"/>
                    <a:pt x="1" y="167"/>
                  </a:cubicBezTo>
                  <a:lnTo>
                    <a:pt x="1317" y="167"/>
                  </a:lnTo>
                  <a:cubicBezTo>
                    <a:pt x="1305" y="112"/>
                    <a:pt x="1294" y="56"/>
                    <a:pt x="12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5"/>
            <p:cNvSpPr/>
            <p:nvPr/>
          </p:nvSpPr>
          <p:spPr>
            <a:xfrm>
              <a:off x="-1562232" y="4355139"/>
              <a:ext cx="167603" cy="143341"/>
            </a:xfrm>
            <a:custGeom>
              <a:avLst/>
              <a:gdLst/>
              <a:ahLst/>
              <a:cxnLst/>
              <a:rect l="l" t="t" r="r" b="b"/>
              <a:pathLst>
                <a:path w="974" h="833" extrusionOk="0">
                  <a:moveTo>
                    <a:pt x="553" y="244"/>
                  </a:moveTo>
                  <a:cubicBezTo>
                    <a:pt x="774" y="244"/>
                    <a:pt x="774" y="576"/>
                    <a:pt x="553" y="576"/>
                  </a:cubicBezTo>
                  <a:cubicBezTo>
                    <a:pt x="332" y="576"/>
                    <a:pt x="332" y="244"/>
                    <a:pt x="553" y="244"/>
                  </a:cubicBezTo>
                  <a:close/>
                  <a:moveTo>
                    <a:pt x="553" y="1"/>
                  </a:moveTo>
                  <a:cubicBezTo>
                    <a:pt x="188" y="1"/>
                    <a:pt x="0" y="443"/>
                    <a:pt x="266" y="709"/>
                  </a:cubicBezTo>
                  <a:cubicBezTo>
                    <a:pt x="348" y="794"/>
                    <a:pt x="451" y="833"/>
                    <a:pt x="553" y="833"/>
                  </a:cubicBezTo>
                  <a:cubicBezTo>
                    <a:pt x="766" y="833"/>
                    <a:pt x="973" y="665"/>
                    <a:pt x="973" y="410"/>
                  </a:cubicBezTo>
                  <a:cubicBezTo>
                    <a:pt x="973" y="189"/>
                    <a:pt x="785" y="1"/>
                    <a:pt x="55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5"/>
            <p:cNvSpPr/>
            <p:nvPr/>
          </p:nvSpPr>
          <p:spPr>
            <a:xfrm>
              <a:off x="-1595959" y="4330532"/>
              <a:ext cx="226110" cy="194103"/>
            </a:xfrm>
            <a:custGeom>
              <a:avLst/>
              <a:gdLst/>
              <a:ahLst/>
              <a:cxnLst/>
              <a:rect l="l" t="t" r="r" b="b"/>
              <a:pathLst>
                <a:path w="1314" h="1128" extrusionOk="0">
                  <a:moveTo>
                    <a:pt x="749" y="130"/>
                  </a:moveTo>
                  <a:cubicBezTo>
                    <a:pt x="962" y="130"/>
                    <a:pt x="1169" y="299"/>
                    <a:pt x="1169" y="553"/>
                  </a:cubicBezTo>
                  <a:cubicBezTo>
                    <a:pt x="1169" y="774"/>
                    <a:pt x="981" y="962"/>
                    <a:pt x="749" y="962"/>
                  </a:cubicBezTo>
                  <a:cubicBezTo>
                    <a:pt x="384" y="962"/>
                    <a:pt x="196" y="520"/>
                    <a:pt x="462" y="255"/>
                  </a:cubicBezTo>
                  <a:cubicBezTo>
                    <a:pt x="544" y="169"/>
                    <a:pt x="647" y="130"/>
                    <a:pt x="749" y="130"/>
                  </a:cubicBezTo>
                  <a:close/>
                  <a:moveTo>
                    <a:pt x="736" y="0"/>
                  </a:moveTo>
                  <a:cubicBezTo>
                    <a:pt x="247" y="0"/>
                    <a:pt x="1" y="601"/>
                    <a:pt x="351" y="962"/>
                  </a:cubicBezTo>
                  <a:cubicBezTo>
                    <a:pt x="465" y="1076"/>
                    <a:pt x="605" y="1127"/>
                    <a:pt x="743" y="1127"/>
                  </a:cubicBezTo>
                  <a:cubicBezTo>
                    <a:pt x="1034" y="1127"/>
                    <a:pt x="1313" y="902"/>
                    <a:pt x="1313" y="564"/>
                  </a:cubicBezTo>
                  <a:cubicBezTo>
                    <a:pt x="1313" y="244"/>
                    <a:pt x="1059" y="0"/>
                    <a:pt x="749" y="0"/>
                  </a:cubicBezTo>
                  <a:cubicBezTo>
                    <a:pt x="745" y="0"/>
                    <a:pt x="740" y="0"/>
                    <a:pt x="7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5"/>
            <p:cNvSpPr/>
            <p:nvPr/>
          </p:nvSpPr>
          <p:spPr>
            <a:xfrm>
              <a:off x="-1505102" y="4396954"/>
              <a:ext cx="68659" cy="57474"/>
            </a:xfrm>
            <a:custGeom>
              <a:avLst/>
              <a:gdLst/>
              <a:ahLst/>
              <a:cxnLst/>
              <a:rect l="l" t="t" r="r" b="b"/>
              <a:pathLst>
                <a:path w="399" h="334" extrusionOk="0">
                  <a:moveTo>
                    <a:pt x="240" y="0"/>
                  </a:moveTo>
                  <a:cubicBezTo>
                    <a:pt x="234" y="0"/>
                    <a:pt x="228" y="1"/>
                    <a:pt x="221" y="1"/>
                  </a:cubicBezTo>
                  <a:cubicBezTo>
                    <a:pt x="78" y="1"/>
                    <a:pt x="0" y="189"/>
                    <a:pt x="111" y="289"/>
                  </a:cubicBezTo>
                  <a:cubicBezTo>
                    <a:pt x="145" y="320"/>
                    <a:pt x="186" y="334"/>
                    <a:pt x="226" y="334"/>
                  </a:cubicBezTo>
                  <a:cubicBezTo>
                    <a:pt x="314" y="334"/>
                    <a:pt x="398" y="266"/>
                    <a:pt x="398" y="167"/>
                  </a:cubicBezTo>
                  <a:cubicBezTo>
                    <a:pt x="398" y="74"/>
                    <a:pt x="330" y="0"/>
                    <a:pt x="2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5"/>
            <p:cNvSpPr/>
            <p:nvPr/>
          </p:nvSpPr>
          <p:spPr>
            <a:xfrm>
              <a:off x="-1438508" y="4330532"/>
              <a:ext cx="135253" cy="194275"/>
            </a:xfrm>
            <a:custGeom>
              <a:avLst/>
              <a:gdLst/>
              <a:ahLst/>
              <a:cxnLst/>
              <a:rect l="l" t="t" r="r" b="b"/>
              <a:pathLst>
                <a:path w="786" h="1129" extrusionOk="0">
                  <a:moveTo>
                    <a:pt x="0" y="0"/>
                  </a:moveTo>
                  <a:cubicBezTo>
                    <a:pt x="741" y="0"/>
                    <a:pt x="741" y="1128"/>
                    <a:pt x="0" y="1128"/>
                  </a:cubicBezTo>
                  <a:lnTo>
                    <a:pt x="33" y="1128"/>
                  </a:lnTo>
                  <a:cubicBezTo>
                    <a:pt x="785" y="1128"/>
                    <a:pt x="785" y="0"/>
                    <a:pt x="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5"/>
            <p:cNvSpPr/>
            <p:nvPr/>
          </p:nvSpPr>
          <p:spPr>
            <a:xfrm>
              <a:off x="-1461395" y="4328639"/>
              <a:ext cx="127682" cy="194275"/>
            </a:xfrm>
            <a:custGeom>
              <a:avLst/>
              <a:gdLst/>
              <a:ahLst/>
              <a:cxnLst/>
              <a:rect l="l" t="t" r="r" b="b"/>
              <a:pathLst>
                <a:path w="742" h="1129" extrusionOk="0">
                  <a:moveTo>
                    <a:pt x="11" y="0"/>
                  </a:moveTo>
                  <a:cubicBezTo>
                    <a:pt x="8" y="0"/>
                    <a:pt x="4" y="0"/>
                    <a:pt x="0" y="0"/>
                  </a:cubicBezTo>
                  <a:lnTo>
                    <a:pt x="22" y="0"/>
                  </a:lnTo>
                  <a:cubicBezTo>
                    <a:pt x="18" y="0"/>
                    <a:pt x="15" y="0"/>
                    <a:pt x="11" y="0"/>
                  </a:cubicBezTo>
                  <a:close/>
                  <a:moveTo>
                    <a:pt x="22" y="0"/>
                  </a:moveTo>
                  <a:cubicBezTo>
                    <a:pt x="741" y="11"/>
                    <a:pt x="734" y="1117"/>
                    <a:pt x="0" y="1128"/>
                  </a:cubicBezTo>
                  <a:lnTo>
                    <a:pt x="133" y="1128"/>
                  </a:lnTo>
                  <a:cubicBezTo>
                    <a:pt x="443" y="1128"/>
                    <a:pt x="697" y="874"/>
                    <a:pt x="697" y="564"/>
                  </a:cubicBezTo>
                  <a:cubicBezTo>
                    <a:pt x="697" y="243"/>
                    <a:pt x="443" y="0"/>
                    <a:pt x="1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5"/>
            <p:cNvSpPr/>
            <p:nvPr/>
          </p:nvSpPr>
          <p:spPr>
            <a:xfrm>
              <a:off x="-1472752" y="4328639"/>
              <a:ext cx="129402" cy="194275"/>
            </a:xfrm>
            <a:custGeom>
              <a:avLst/>
              <a:gdLst/>
              <a:ahLst/>
              <a:cxnLst/>
              <a:rect l="l" t="t" r="r" b="b"/>
              <a:pathLst>
                <a:path w="752" h="1129" extrusionOk="0">
                  <a:moveTo>
                    <a:pt x="11" y="0"/>
                  </a:moveTo>
                  <a:cubicBezTo>
                    <a:pt x="7" y="0"/>
                    <a:pt x="4" y="0"/>
                    <a:pt x="0" y="0"/>
                  </a:cubicBezTo>
                  <a:lnTo>
                    <a:pt x="22" y="0"/>
                  </a:lnTo>
                  <a:cubicBezTo>
                    <a:pt x="18" y="0"/>
                    <a:pt x="15" y="0"/>
                    <a:pt x="11" y="0"/>
                  </a:cubicBezTo>
                  <a:close/>
                  <a:moveTo>
                    <a:pt x="22" y="0"/>
                  </a:moveTo>
                  <a:cubicBezTo>
                    <a:pt x="752" y="11"/>
                    <a:pt x="745" y="1117"/>
                    <a:pt x="0" y="1128"/>
                  </a:cubicBezTo>
                  <a:lnTo>
                    <a:pt x="55" y="1128"/>
                  </a:lnTo>
                  <a:cubicBezTo>
                    <a:pt x="365" y="1128"/>
                    <a:pt x="619" y="874"/>
                    <a:pt x="619" y="564"/>
                  </a:cubicBezTo>
                  <a:cubicBezTo>
                    <a:pt x="619" y="243"/>
                    <a:pt x="365" y="0"/>
                    <a:pt x="5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5"/>
            <p:cNvSpPr/>
            <p:nvPr/>
          </p:nvSpPr>
          <p:spPr>
            <a:xfrm>
              <a:off x="-1543648" y="4355139"/>
              <a:ext cx="80532" cy="141104"/>
            </a:xfrm>
            <a:custGeom>
              <a:avLst/>
              <a:gdLst/>
              <a:ahLst/>
              <a:cxnLst/>
              <a:rect l="l" t="t" r="r" b="b"/>
              <a:pathLst>
                <a:path w="468" h="820" extrusionOk="0">
                  <a:moveTo>
                    <a:pt x="445" y="1"/>
                  </a:moveTo>
                  <a:cubicBezTo>
                    <a:pt x="437" y="2"/>
                    <a:pt x="428" y="4"/>
                    <a:pt x="420" y="6"/>
                  </a:cubicBezTo>
                  <a:lnTo>
                    <a:pt x="420" y="6"/>
                  </a:lnTo>
                  <a:cubicBezTo>
                    <a:pt x="436" y="3"/>
                    <a:pt x="451" y="2"/>
                    <a:pt x="467" y="1"/>
                  </a:cubicBezTo>
                  <a:close/>
                  <a:moveTo>
                    <a:pt x="420" y="6"/>
                  </a:moveTo>
                  <a:cubicBezTo>
                    <a:pt x="223" y="38"/>
                    <a:pt x="80" y="205"/>
                    <a:pt x="80" y="410"/>
                  </a:cubicBezTo>
                  <a:cubicBezTo>
                    <a:pt x="80" y="592"/>
                    <a:pt x="205" y="750"/>
                    <a:pt x="383" y="803"/>
                  </a:cubicBezTo>
                  <a:lnTo>
                    <a:pt x="383" y="803"/>
                  </a:lnTo>
                  <a:cubicBezTo>
                    <a:pt x="1" y="672"/>
                    <a:pt x="13" y="98"/>
                    <a:pt x="420" y="6"/>
                  </a:cubicBezTo>
                  <a:close/>
                  <a:moveTo>
                    <a:pt x="383" y="803"/>
                  </a:moveTo>
                  <a:cubicBezTo>
                    <a:pt x="403" y="809"/>
                    <a:pt x="423" y="815"/>
                    <a:pt x="445" y="819"/>
                  </a:cubicBezTo>
                  <a:lnTo>
                    <a:pt x="467" y="819"/>
                  </a:lnTo>
                  <a:cubicBezTo>
                    <a:pt x="438" y="816"/>
                    <a:pt x="410" y="811"/>
                    <a:pt x="383" y="80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5"/>
            <p:cNvSpPr/>
            <p:nvPr/>
          </p:nvSpPr>
          <p:spPr>
            <a:xfrm>
              <a:off x="-1463287" y="4395234"/>
              <a:ext cx="41987" cy="59023"/>
            </a:xfrm>
            <a:custGeom>
              <a:avLst/>
              <a:gdLst/>
              <a:ahLst/>
              <a:cxnLst/>
              <a:rect l="l" t="t" r="r" b="b"/>
              <a:pathLst>
                <a:path w="244" h="343" extrusionOk="0">
                  <a:moveTo>
                    <a:pt x="23" y="0"/>
                  </a:moveTo>
                  <a:lnTo>
                    <a:pt x="23" y="11"/>
                  </a:lnTo>
                  <a:lnTo>
                    <a:pt x="0" y="11"/>
                  </a:lnTo>
                  <a:cubicBezTo>
                    <a:pt x="199" y="22"/>
                    <a:pt x="199" y="321"/>
                    <a:pt x="0" y="343"/>
                  </a:cubicBezTo>
                  <a:lnTo>
                    <a:pt x="23" y="343"/>
                  </a:lnTo>
                  <a:cubicBezTo>
                    <a:pt x="244" y="343"/>
                    <a:pt x="244" y="0"/>
                    <a:pt x="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5"/>
            <p:cNvSpPr/>
            <p:nvPr/>
          </p:nvSpPr>
          <p:spPr>
            <a:xfrm>
              <a:off x="-1562232" y="4387490"/>
              <a:ext cx="226626" cy="28737"/>
            </a:xfrm>
            <a:custGeom>
              <a:avLst/>
              <a:gdLst/>
              <a:ahLst/>
              <a:cxnLst/>
              <a:rect l="l" t="t" r="r" b="b"/>
              <a:pathLst>
                <a:path w="1317" h="167" extrusionOk="0">
                  <a:moveTo>
                    <a:pt x="45" y="1"/>
                  </a:moveTo>
                  <a:cubicBezTo>
                    <a:pt x="11" y="56"/>
                    <a:pt x="0" y="112"/>
                    <a:pt x="0" y="167"/>
                  </a:cubicBezTo>
                  <a:lnTo>
                    <a:pt x="1316" y="167"/>
                  </a:lnTo>
                  <a:cubicBezTo>
                    <a:pt x="1316" y="112"/>
                    <a:pt x="1294" y="56"/>
                    <a:pt x="12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5"/>
            <p:cNvSpPr/>
            <p:nvPr/>
          </p:nvSpPr>
          <p:spPr>
            <a:xfrm>
              <a:off x="-1320635" y="4387490"/>
              <a:ext cx="181026" cy="59195"/>
            </a:xfrm>
            <a:custGeom>
              <a:avLst/>
              <a:gdLst/>
              <a:ahLst/>
              <a:cxnLst/>
              <a:rect l="l" t="t" r="r" b="b"/>
              <a:pathLst>
                <a:path w="1052" h="344" extrusionOk="0">
                  <a:moveTo>
                    <a:pt x="1" y="1"/>
                  </a:moveTo>
                  <a:lnTo>
                    <a:pt x="1" y="344"/>
                  </a:lnTo>
                  <a:lnTo>
                    <a:pt x="1051" y="344"/>
                  </a:lnTo>
                  <a:lnTo>
                    <a:pt x="105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5"/>
            <p:cNvSpPr/>
            <p:nvPr/>
          </p:nvSpPr>
          <p:spPr>
            <a:xfrm>
              <a:off x="-1838073" y="4284760"/>
              <a:ext cx="749742" cy="102902"/>
            </a:xfrm>
            <a:custGeom>
              <a:avLst/>
              <a:gdLst/>
              <a:ahLst/>
              <a:cxnLst/>
              <a:rect l="l" t="t" r="r" b="b"/>
              <a:pathLst>
                <a:path w="4357" h="598" extrusionOk="0">
                  <a:moveTo>
                    <a:pt x="0" y="1"/>
                  </a:moveTo>
                  <a:lnTo>
                    <a:pt x="0" y="598"/>
                  </a:lnTo>
                  <a:lnTo>
                    <a:pt x="4357" y="598"/>
                  </a:lnTo>
                  <a:lnTo>
                    <a:pt x="43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5"/>
            <p:cNvSpPr/>
            <p:nvPr/>
          </p:nvSpPr>
          <p:spPr>
            <a:xfrm>
              <a:off x="-1139781" y="4387490"/>
              <a:ext cx="192211" cy="59195"/>
            </a:xfrm>
            <a:custGeom>
              <a:avLst/>
              <a:gdLst/>
              <a:ahLst/>
              <a:cxnLst/>
              <a:rect l="l" t="t" r="r" b="b"/>
              <a:pathLst>
                <a:path w="1117" h="344" extrusionOk="0">
                  <a:moveTo>
                    <a:pt x="0" y="1"/>
                  </a:moveTo>
                  <a:lnTo>
                    <a:pt x="0" y="344"/>
                  </a:lnTo>
                  <a:lnTo>
                    <a:pt x="1117" y="344"/>
                  </a:lnTo>
                  <a:lnTo>
                    <a:pt x="11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5"/>
            <p:cNvSpPr/>
            <p:nvPr/>
          </p:nvSpPr>
          <p:spPr>
            <a:xfrm>
              <a:off x="-1088502" y="4284760"/>
              <a:ext cx="192383" cy="102902"/>
            </a:xfrm>
            <a:custGeom>
              <a:avLst/>
              <a:gdLst/>
              <a:ahLst/>
              <a:cxnLst/>
              <a:rect l="l" t="t" r="r" b="b"/>
              <a:pathLst>
                <a:path w="1118" h="598" extrusionOk="0">
                  <a:moveTo>
                    <a:pt x="1" y="1"/>
                  </a:moveTo>
                  <a:lnTo>
                    <a:pt x="1" y="598"/>
                  </a:lnTo>
                  <a:lnTo>
                    <a:pt x="1118" y="598"/>
                  </a:lnTo>
                  <a:lnTo>
                    <a:pt x="11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5"/>
            <p:cNvSpPr/>
            <p:nvPr/>
          </p:nvSpPr>
          <p:spPr>
            <a:xfrm>
              <a:off x="-1838073" y="4284760"/>
              <a:ext cx="941952" cy="30630"/>
            </a:xfrm>
            <a:custGeom>
              <a:avLst/>
              <a:gdLst/>
              <a:ahLst/>
              <a:cxnLst/>
              <a:rect l="l" t="t" r="r" b="b"/>
              <a:pathLst>
                <a:path w="5474" h="178" extrusionOk="0">
                  <a:moveTo>
                    <a:pt x="0" y="1"/>
                  </a:moveTo>
                  <a:lnTo>
                    <a:pt x="0" y="178"/>
                  </a:lnTo>
                  <a:lnTo>
                    <a:pt x="5474" y="178"/>
                  </a:lnTo>
                  <a:lnTo>
                    <a:pt x="54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5"/>
            <p:cNvSpPr/>
            <p:nvPr/>
          </p:nvSpPr>
          <p:spPr>
            <a:xfrm>
              <a:off x="-1139781" y="4387490"/>
              <a:ext cx="192211" cy="28737"/>
            </a:xfrm>
            <a:custGeom>
              <a:avLst/>
              <a:gdLst/>
              <a:ahLst/>
              <a:cxnLst/>
              <a:rect l="l" t="t" r="r" b="b"/>
              <a:pathLst>
                <a:path w="1117" h="167" extrusionOk="0">
                  <a:moveTo>
                    <a:pt x="0" y="1"/>
                  </a:moveTo>
                  <a:lnTo>
                    <a:pt x="0" y="167"/>
                  </a:lnTo>
                  <a:lnTo>
                    <a:pt x="1117" y="167"/>
                  </a:lnTo>
                  <a:lnTo>
                    <a:pt x="11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5"/>
            <p:cNvSpPr/>
            <p:nvPr/>
          </p:nvSpPr>
          <p:spPr>
            <a:xfrm>
              <a:off x="-1320635" y="4446513"/>
              <a:ext cx="158139" cy="28737"/>
            </a:xfrm>
            <a:custGeom>
              <a:avLst/>
              <a:gdLst/>
              <a:ahLst/>
              <a:cxnLst/>
              <a:rect l="l" t="t" r="r" b="b"/>
              <a:pathLst>
                <a:path w="919" h="167" extrusionOk="0">
                  <a:moveTo>
                    <a:pt x="1" y="1"/>
                  </a:moveTo>
                  <a:lnTo>
                    <a:pt x="1" y="167"/>
                  </a:lnTo>
                  <a:lnTo>
                    <a:pt x="918" y="167"/>
                  </a:lnTo>
                  <a:lnTo>
                    <a:pt x="9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5"/>
            <p:cNvSpPr/>
            <p:nvPr/>
          </p:nvSpPr>
          <p:spPr>
            <a:xfrm>
              <a:off x="-749853" y="4284760"/>
              <a:ext cx="466502" cy="102902"/>
            </a:xfrm>
            <a:custGeom>
              <a:avLst/>
              <a:gdLst/>
              <a:ahLst/>
              <a:cxnLst/>
              <a:rect l="l" t="t" r="r" b="b"/>
              <a:pathLst>
                <a:path w="2711" h="598" extrusionOk="0">
                  <a:moveTo>
                    <a:pt x="1" y="1"/>
                  </a:moveTo>
                  <a:lnTo>
                    <a:pt x="1" y="598"/>
                  </a:lnTo>
                  <a:lnTo>
                    <a:pt x="2710" y="598"/>
                  </a:lnTo>
                  <a:lnTo>
                    <a:pt x="27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5"/>
            <p:cNvSpPr/>
            <p:nvPr/>
          </p:nvSpPr>
          <p:spPr>
            <a:xfrm>
              <a:off x="-283521" y="4284760"/>
              <a:ext cx="192211" cy="102902"/>
            </a:xfrm>
            <a:custGeom>
              <a:avLst/>
              <a:gdLst/>
              <a:ahLst/>
              <a:cxnLst/>
              <a:rect l="l" t="t" r="r" b="b"/>
              <a:pathLst>
                <a:path w="1117" h="598" extrusionOk="0">
                  <a:moveTo>
                    <a:pt x="0" y="1"/>
                  </a:moveTo>
                  <a:lnTo>
                    <a:pt x="0" y="598"/>
                  </a:lnTo>
                  <a:lnTo>
                    <a:pt x="1117" y="598"/>
                  </a:lnTo>
                  <a:lnTo>
                    <a:pt x="11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5"/>
            <p:cNvSpPr/>
            <p:nvPr/>
          </p:nvSpPr>
          <p:spPr>
            <a:xfrm>
              <a:off x="-749853" y="4284760"/>
              <a:ext cx="658541" cy="30630"/>
            </a:xfrm>
            <a:custGeom>
              <a:avLst/>
              <a:gdLst/>
              <a:ahLst/>
              <a:cxnLst/>
              <a:rect l="l" t="t" r="r" b="b"/>
              <a:pathLst>
                <a:path w="3827" h="178" extrusionOk="0">
                  <a:moveTo>
                    <a:pt x="1" y="1"/>
                  </a:moveTo>
                  <a:lnTo>
                    <a:pt x="1" y="178"/>
                  </a:lnTo>
                  <a:lnTo>
                    <a:pt x="3827" y="178"/>
                  </a:lnTo>
                  <a:lnTo>
                    <a:pt x="382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5"/>
            <p:cNvSpPr/>
            <p:nvPr/>
          </p:nvSpPr>
          <p:spPr>
            <a:xfrm>
              <a:off x="-989557" y="4315217"/>
              <a:ext cx="239876" cy="28737"/>
            </a:xfrm>
            <a:custGeom>
              <a:avLst/>
              <a:gdLst/>
              <a:ahLst/>
              <a:cxnLst/>
              <a:rect l="l" t="t" r="r" b="b"/>
              <a:pathLst>
                <a:path w="1394" h="167" extrusionOk="0">
                  <a:moveTo>
                    <a:pt x="78" y="1"/>
                  </a:moveTo>
                  <a:cubicBezTo>
                    <a:pt x="34" y="1"/>
                    <a:pt x="1" y="45"/>
                    <a:pt x="1" y="89"/>
                  </a:cubicBezTo>
                  <a:cubicBezTo>
                    <a:pt x="1" y="122"/>
                    <a:pt x="34" y="167"/>
                    <a:pt x="78" y="167"/>
                  </a:cubicBezTo>
                  <a:lnTo>
                    <a:pt x="1394" y="167"/>
                  </a:lnTo>
                  <a:lnTo>
                    <a:pt x="139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5"/>
            <p:cNvSpPr/>
            <p:nvPr/>
          </p:nvSpPr>
          <p:spPr>
            <a:xfrm>
              <a:off x="-190427" y="4315217"/>
              <a:ext cx="253298" cy="28737"/>
            </a:xfrm>
            <a:custGeom>
              <a:avLst/>
              <a:gdLst/>
              <a:ahLst/>
              <a:cxnLst/>
              <a:rect l="l" t="t" r="r" b="b"/>
              <a:pathLst>
                <a:path w="1472" h="167" extrusionOk="0">
                  <a:moveTo>
                    <a:pt x="89" y="1"/>
                  </a:moveTo>
                  <a:cubicBezTo>
                    <a:pt x="45" y="1"/>
                    <a:pt x="1" y="45"/>
                    <a:pt x="1" y="89"/>
                  </a:cubicBezTo>
                  <a:cubicBezTo>
                    <a:pt x="1" y="122"/>
                    <a:pt x="45" y="167"/>
                    <a:pt x="89" y="167"/>
                  </a:cubicBezTo>
                  <a:lnTo>
                    <a:pt x="1472" y="167"/>
                  </a:lnTo>
                  <a:lnTo>
                    <a:pt x="14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5"/>
            <p:cNvSpPr/>
            <p:nvPr/>
          </p:nvSpPr>
          <p:spPr>
            <a:xfrm>
              <a:off x="243553" y="4355139"/>
              <a:ext cx="167603" cy="143341"/>
            </a:xfrm>
            <a:custGeom>
              <a:avLst/>
              <a:gdLst/>
              <a:ahLst/>
              <a:cxnLst/>
              <a:rect l="l" t="t" r="r" b="b"/>
              <a:pathLst>
                <a:path w="974" h="833" extrusionOk="0">
                  <a:moveTo>
                    <a:pt x="564" y="244"/>
                  </a:moveTo>
                  <a:cubicBezTo>
                    <a:pt x="785" y="244"/>
                    <a:pt x="785" y="576"/>
                    <a:pt x="564" y="576"/>
                  </a:cubicBezTo>
                  <a:cubicBezTo>
                    <a:pt x="332" y="576"/>
                    <a:pt x="332" y="244"/>
                    <a:pt x="564" y="244"/>
                  </a:cubicBezTo>
                  <a:close/>
                  <a:moveTo>
                    <a:pt x="564" y="1"/>
                  </a:moveTo>
                  <a:cubicBezTo>
                    <a:pt x="188" y="1"/>
                    <a:pt x="0" y="443"/>
                    <a:pt x="265" y="709"/>
                  </a:cubicBezTo>
                  <a:cubicBezTo>
                    <a:pt x="351" y="794"/>
                    <a:pt x="455" y="833"/>
                    <a:pt x="557" y="833"/>
                  </a:cubicBezTo>
                  <a:cubicBezTo>
                    <a:pt x="771" y="833"/>
                    <a:pt x="973" y="665"/>
                    <a:pt x="973" y="410"/>
                  </a:cubicBezTo>
                  <a:cubicBezTo>
                    <a:pt x="973" y="189"/>
                    <a:pt x="785" y="1"/>
                    <a:pt x="56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5"/>
            <p:cNvSpPr/>
            <p:nvPr/>
          </p:nvSpPr>
          <p:spPr>
            <a:xfrm>
              <a:off x="209310" y="4330532"/>
              <a:ext cx="228347" cy="194103"/>
            </a:xfrm>
            <a:custGeom>
              <a:avLst/>
              <a:gdLst/>
              <a:ahLst/>
              <a:cxnLst/>
              <a:rect l="l" t="t" r="r" b="b"/>
              <a:pathLst>
                <a:path w="1327" h="1128" extrusionOk="0">
                  <a:moveTo>
                    <a:pt x="756" y="130"/>
                  </a:moveTo>
                  <a:cubicBezTo>
                    <a:pt x="970" y="130"/>
                    <a:pt x="1172" y="299"/>
                    <a:pt x="1172" y="553"/>
                  </a:cubicBezTo>
                  <a:cubicBezTo>
                    <a:pt x="1172" y="774"/>
                    <a:pt x="984" y="962"/>
                    <a:pt x="763" y="962"/>
                  </a:cubicBezTo>
                  <a:cubicBezTo>
                    <a:pt x="387" y="962"/>
                    <a:pt x="199" y="520"/>
                    <a:pt x="464" y="255"/>
                  </a:cubicBezTo>
                  <a:cubicBezTo>
                    <a:pt x="550" y="169"/>
                    <a:pt x="654" y="130"/>
                    <a:pt x="756" y="130"/>
                  </a:cubicBezTo>
                  <a:close/>
                  <a:moveTo>
                    <a:pt x="763" y="0"/>
                  </a:moveTo>
                  <a:cubicBezTo>
                    <a:pt x="254" y="0"/>
                    <a:pt x="0" y="597"/>
                    <a:pt x="354" y="962"/>
                  </a:cubicBezTo>
                  <a:cubicBezTo>
                    <a:pt x="471" y="1076"/>
                    <a:pt x="614" y="1127"/>
                    <a:pt x="754" y="1127"/>
                  </a:cubicBezTo>
                  <a:cubicBezTo>
                    <a:pt x="1047" y="1127"/>
                    <a:pt x="1327" y="902"/>
                    <a:pt x="1327" y="564"/>
                  </a:cubicBezTo>
                  <a:cubicBezTo>
                    <a:pt x="1327" y="244"/>
                    <a:pt x="1073" y="0"/>
                    <a:pt x="76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5"/>
            <p:cNvSpPr/>
            <p:nvPr/>
          </p:nvSpPr>
          <p:spPr>
            <a:xfrm>
              <a:off x="300511" y="4397126"/>
              <a:ext cx="68659" cy="57302"/>
            </a:xfrm>
            <a:custGeom>
              <a:avLst/>
              <a:gdLst/>
              <a:ahLst/>
              <a:cxnLst/>
              <a:rect l="l" t="t" r="r" b="b"/>
              <a:pathLst>
                <a:path w="399" h="333" extrusionOk="0">
                  <a:moveTo>
                    <a:pt x="233" y="0"/>
                  </a:moveTo>
                  <a:cubicBezTo>
                    <a:pt x="78" y="0"/>
                    <a:pt x="1" y="177"/>
                    <a:pt x="111" y="288"/>
                  </a:cubicBezTo>
                  <a:cubicBezTo>
                    <a:pt x="146" y="319"/>
                    <a:pt x="187" y="333"/>
                    <a:pt x="227" y="333"/>
                  </a:cubicBezTo>
                  <a:cubicBezTo>
                    <a:pt x="315" y="333"/>
                    <a:pt x="399" y="265"/>
                    <a:pt x="399" y="166"/>
                  </a:cubicBezTo>
                  <a:cubicBezTo>
                    <a:pt x="399" y="67"/>
                    <a:pt x="321" y="0"/>
                    <a:pt x="2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5"/>
            <p:cNvSpPr/>
            <p:nvPr/>
          </p:nvSpPr>
          <p:spPr>
            <a:xfrm>
              <a:off x="367105" y="4330532"/>
              <a:ext cx="135253" cy="194275"/>
            </a:xfrm>
            <a:custGeom>
              <a:avLst/>
              <a:gdLst/>
              <a:ahLst/>
              <a:cxnLst/>
              <a:rect l="l" t="t" r="r" b="b"/>
              <a:pathLst>
                <a:path w="786" h="1129" extrusionOk="0">
                  <a:moveTo>
                    <a:pt x="45" y="0"/>
                  </a:moveTo>
                  <a:cubicBezTo>
                    <a:pt x="41" y="0"/>
                    <a:pt x="38" y="0"/>
                    <a:pt x="34" y="0"/>
                  </a:cubicBezTo>
                  <a:lnTo>
                    <a:pt x="1" y="0"/>
                  </a:lnTo>
                  <a:cubicBezTo>
                    <a:pt x="753" y="0"/>
                    <a:pt x="753" y="1128"/>
                    <a:pt x="1" y="1128"/>
                  </a:cubicBezTo>
                  <a:lnTo>
                    <a:pt x="34" y="1128"/>
                  </a:lnTo>
                  <a:cubicBezTo>
                    <a:pt x="782" y="1117"/>
                    <a:pt x="786" y="0"/>
                    <a:pt x="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5"/>
            <p:cNvSpPr/>
            <p:nvPr/>
          </p:nvSpPr>
          <p:spPr>
            <a:xfrm>
              <a:off x="342498" y="4328467"/>
              <a:ext cx="129402" cy="194448"/>
            </a:xfrm>
            <a:custGeom>
              <a:avLst/>
              <a:gdLst/>
              <a:ahLst/>
              <a:cxnLst/>
              <a:rect l="l" t="t" r="r" b="b"/>
              <a:pathLst>
                <a:path w="752" h="1130" extrusionOk="0">
                  <a:moveTo>
                    <a:pt x="11" y="1"/>
                  </a:moveTo>
                  <a:cubicBezTo>
                    <a:pt x="7" y="1"/>
                    <a:pt x="4" y="1"/>
                    <a:pt x="0" y="1"/>
                  </a:cubicBezTo>
                  <a:lnTo>
                    <a:pt x="22" y="1"/>
                  </a:lnTo>
                  <a:cubicBezTo>
                    <a:pt x="18" y="1"/>
                    <a:pt x="15" y="1"/>
                    <a:pt x="11" y="1"/>
                  </a:cubicBezTo>
                  <a:close/>
                  <a:moveTo>
                    <a:pt x="163" y="1"/>
                  </a:moveTo>
                  <a:cubicBezTo>
                    <a:pt x="157" y="1"/>
                    <a:pt x="150" y="1"/>
                    <a:pt x="144" y="1"/>
                  </a:cubicBezTo>
                  <a:lnTo>
                    <a:pt x="22" y="1"/>
                  </a:lnTo>
                  <a:cubicBezTo>
                    <a:pt x="752" y="12"/>
                    <a:pt x="745" y="1118"/>
                    <a:pt x="0" y="1129"/>
                  </a:cubicBezTo>
                  <a:lnTo>
                    <a:pt x="144" y="1129"/>
                  </a:lnTo>
                  <a:cubicBezTo>
                    <a:pt x="453" y="1129"/>
                    <a:pt x="708" y="875"/>
                    <a:pt x="708" y="565"/>
                  </a:cubicBezTo>
                  <a:cubicBezTo>
                    <a:pt x="708" y="251"/>
                    <a:pt x="464" y="1"/>
                    <a:pt x="1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5"/>
            <p:cNvSpPr/>
            <p:nvPr/>
          </p:nvSpPr>
          <p:spPr>
            <a:xfrm>
              <a:off x="332862" y="4328639"/>
              <a:ext cx="129574" cy="194275"/>
            </a:xfrm>
            <a:custGeom>
              <a:avLst/>
              <a:gdLst/>
              <a:ahLst/>
              <a:cxnLst/>
              <a:rect l="l" t="t" r="r" b="b"/>
              <a:pathLst>
                <a:path w="753" h="1129" extrusionOk="0">
                  <a:moveTo>
                    <a:pt x="12" y="0"/>
                  </a:moveTo>
                  <a:cubicBezTo>
                    <a:pt x="8" y="0"/>
                    <a:pt x="4" y="0"/>
                    <a:pt x="1" y="0"/>
                  </a:cubicBezTo>
                  <a:lnTo>
                    <a:pt x="23" y="0"/>
                  </a:lnTo>
                  <a:cubicBezTo>
                    <a:pt x="19" y="0"/>
                    <a:pt x="15" y="0"/>
                    <a:pt x="12" y="0"/>
                  </a:cubicBezTo>
                  <a:close/>
                  <a:moveTo>
                    <a:pt x="23" y="0"/>
                  </a:moveTo>
                  <a:cubicBezTo>
                    <a:pt x="753" y="11"/>
                    <a:pt x="745" y="1117"/>
                    <a:pt x="1" y="1128"/>
                  </a:cubicBezTo>
                  <a:lnTo>
                    <a:pt x="56" y="1128"/>
                  </a:lnTo>
                  <a:cubicBezTo>
                    <a:pt x="366" y="1128"/>
                    <a:pt x="620" y="874"/>
                    <a:pt x="620" y="564"/>
                  </a:cubicBezTo>
                  <a:cubicBezTo>
                    <a:pt x="620" y="243"/>
                    <a:pt x="366" y="0"/>
                    <a:pt x="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5"/>
            <p:cNvSpPr/>
            <p:nvPr/>
          </p:nvSpPr>
          <p:spPr>
            <a:xfrm>
              <a:off x="262138" y="4355139"/>
              <a:ext cx="80532" cy="141104"/>
            </a:xfrm>
            <a:custGeom>
              <a:avLst/>
              <a:gdLst/>
              <a:ahLst/>
              <a:cxnLst/>
              <a:rect l="l" t="t" r="r" b="b"/>
              <a:pathLst>
                <a:path w="468" h="820" extrusionOk="0">
                  <a:moveTo>
                    <a:pt x="445" y="1"/>
                  </a:moveTo>
                  <a:cubicBezTo>
                    <a:pt x="436" y="2"/>
                    <a:pt x="428" y="4"/>
                    <a:pt x="420" y="6"/>
                  </a:cubicBezTo>
                  <a:lnTo>
                    <a:pt x="420" y="6"/>
                  </a:lnTo>
                  <a:cubicBezTo>
                    <a:pt x="435" y="3"/>
                    <a:pt x="451" y="2"/>
                    <a:pt x="467" y="1"/>
                  </a:cubicBezTo>
                  <a:close/>
                  <a:moveTo>
                    <a:pt x="420" y="6"/>
                  </a:moveTo>
                  <a:cubicBezTo>
                    <a:pt x="223" y="38"/>
                    <a:pt x="80" y="205"/>
                    <a:pt x="80" y="410"/>
                  </a:cubicBezTo>
                  <a:cubicBezTo>
                    <a:pt x="80" y="592"/>
                    <a:pt x="205" y="750"/>
                    <a:pt x="383" y="803"/>
                  </a:cubicBezTo>
                  <a:lnTo>
                    <a:pt x="383" y="803"/>
                  </a:lnTo>
                  <a:cubicBezTo>
                    <a:pt x="0" y="672"/>
                    <a:pt x="13" y="98"/>
                    <a:pt x="420" y="6"/>
                  </a:cubicBezTo>
                  <a:close/>
                  <a:moveTo>
                    <a:pt x="383" y="803"/>
                  </a:moveTo>
                  <a:cubicBezTo>
                    <a:pt x="402" y="809"/>
                    <a:pt x="423" y="815"/>
                    <a:pt x="445" y="819"/>
                  </a:cubicBezTo>
                  <a:lnTo>
                    <a:pt x="467" y="819"/>
                  </a:lnTo>
                  <a:cubicBezTo>
                    <a:pt x="438" y="816"/>
                    <a:pt x="410" y="811"/>
                    <a:pt x="383" y="80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5"/>
            <p:cNvSpPr/>
            <p:nvPr/>
          </p:nvSpPr>
          <p:spPr>
            <a:xfrm>
              <a:off x="344391" y="4395234"/>
              <a:ext cx="41987" cy="59023"/>
            </a:xfrm>
            <a:custGeom>
              <a:avLst/>
              <a:gdLst/>
              <a:ahLst/>
              <a:cxnLst/>
              <a:rect l="l" t="t" r="r" b="b"/>
              <a:pathLst>
                <a:path w="244" h="343" extrusionOk="0">
                  <a:moveTo>
                    <a:pt x="22" y="0"/>
                  </a:moveTo>
                  <a:lnTo>
                    <a:pt x="22" y="11"/>
                  </a:lnTo>
                  <a:lnTo>
                    <a:pt x="0" y="11"/>
                  </a:lnTo>
                  <a:cubicBezTo>
                    <a:pt x="199" y="22"/>
                    <a:pt x="199" y="321"/>
                    <a:pt x="0" y="343"/>
                  </a:cubicBezTo>
                  <a:lnTo>
                    <a:pt x="22" y="343"/>
                  </a:lnTo>
                  <a:cubicBezTo>
                    <a:pt x="243" y="343"/>
                    <a:pt x="243" y="0"/>
                    <a:pt x="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5"/>
            <p:cNvSpPr/>
            <p:nvPr/>
          </p:nvSpPr>
          <p:spPr>
            <a:xfrm>
              <a:off x="243553" y="4387490"/>
              <a:ext cx="226454" cy="28737"/>
            </a:xfrm>
            <a:custGeom>
              <a:avLst/>
              <a:gdLst/>
              <a:ahLst/>
              <a:cxnLst/>
              <a:rect l="l" t="t" r="r" b="b"/>
              <a:pathLst>
                <a:path w="1316" h="167" extrusionOk="0">
                  <a:moveTo>
                    <a:pt x="44" y="1"/>
                  </a:moveTo>
                  <a:cubicBezTo>
                    <a:pt x="22" y="56"/>
                    <a:pt x="0" y="112"/>
                    <a:pt x="0" y="167"/>
                  </a:cubicBezTo>
                  <a:lnTo>
                    <a:pt x="1316" y="167"/>
                  </a:lnTo>
                  <a:cubicBezTo>
                    <a:pt x="1316" y="112"/>
                    <a:pt x="1294" y="56"/>
                    <a:pt x="127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5"/>
            <p:cNvSpPr/>
            <p:nvPr/>
          </p:nvSpPr>
          <p:spPr>
            <a:xfrm>
              <a:off x="498400" y="4355139"/>
              <a:ext cx="167603" cy="143341"/>
            </a:xfrm>
            <a:custGeom>
              <a:avLst/>
              <a:gdLst/>
              <a:ahLst/>
              <a:cxnLst/>
              <a:rect l="l" t="t" r="r" b="b"/>
              <a:pathLst>
                <a:path w="974" h="833" extrusionOk="0">
                  <a:moveTo>
                    <a:pt x="553" y="241"/>
                  </a:moveTo>
                  <a:cubicBezTo>
                    <a:pt x="640" y="241"/>
                    <a:pt x="723" y="306"/>
                    <a:pt x="731" y="410"/>
                  </a:cubicBezTo>
                  <a:cubicBezTo>
                    <a:pt x="731" y="499"/>
                    <a:pt x="653" y="576"/>
                    <a:pt x="554" y="576"/>
                  </a:cubicBezTo>
                  <a:cubicBezTo>
                    <a:pt x="410" y="576"/>
                    <a:pt x="332" y="399"/>
                    <a:pt x="432" y="288"/>
                  </a:cubicBezTo>
                  <a:cubicBezTo>
                    <a:pt x="468" y="256"/>
                    <a:pt x="511" y="241"/>
                    <a:pt x="553" y="241"/>
                  </a:cubicBezTo>
                  <a:close/>
                  <a:moveTo>
                    <a:pt x="554" y="1"/>
                  </a:moveTo>
                  <a:cubicBezTo>
                    <a:pt x="189" y="1"/>
                    <a:pt x="1" y="443"/>
                    <a:pt x="266" y="709"/>
                  </a:cubicBezTo>
                  <a:cubicBezTo>
                    <a:pt x="348" y="794"/>
                    <a:pt x="451" y="833"/>
                    <a:pt x="553" y="833"/>
                  </a:cubicBezTo>
                  <a:cubicBezTo>
                    <a:pt x="766" y="833"/>
                    <a:pt x="974" y="665"/>
                    <a:pt x="974" y="410"/>
                  </a:cubicBezTo>
                  <a:cubicBezTo>
                    <a:pt x="974" y="189"/>
                    <a:pt x="786" y="1"/>
                    <a:pt x="55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5"/>
            <p:cNvSpPr/>
            <p:nvPr/>
          </p:nvSpPr>
          <p:spPr>
            <a:xfrm>
              <a:off x="464673" y="4330532"/>
              <a:ext cx="226110" cy="194103"/>
            </a:xfrm>
            <a:custGeom>
              <a:avLst/>
              <a:gdLst/>
              <a:ahLst/>
              <a:cxnLst/>
              <a:rect l="l" t="t" r="r" b="b"/>
              <a:pathLst>
                <a:path w="1314" h="1128" extrusionOk="0">
                  <a:moveTo>
                    <a:pt x="749" y="130"/>
                  </a:moveTo>
                  <a:cubicBezTo>
                    <a:pt x="962" y="130"/>
                    <a:pt x="1170" y="299"/>
                    <a:pt x="1170" y="553"/>
                  </a:cubicBezTo>
                  <a:cubicBezTo>
                    <a:pt x="1170" y="774"/>
                    <a:pt x="982" y="962"/>
                    <a:pt x="750" y="962"/>
                  </a:cubicBezTo>
                  <a:cubicBezTo>
                    <a:pt x="385" y="962"/>
                    <a:pt x="197" y="520"/>
                    <a:pt x="462" y="255"/>
                  </a:cubicBezTo>
                  <a:cubicBezTo>
                    <a:pt x="544" y="169"/>
                    <a:pt x="647" y="130"/>
                    <a:pt x="749" y="130"/>
                  </a:cubicBezTo>
                  <a:close/>
                  <a:moveTo>
                    <a:pt x="736" y="0"/>
                  </a:moveTo>
                  <a:cubicBezTo>
                    <a:pt x="248" y="0"/>
                    <a:pt x="1" y="601"/>
                    <a:pt x="352" y="962"/>
                  </a:cubicBezTo>
                  <a:cubicBezTo>
                    <a:pt x="466" y="1076"/>
                    <a:pt x="606" y="1127"/>
                    <a:pt x="744" y="1127"/>
                  </a:cubicBezTo>
                  <a:cubicBezTo>
                    <a:pt x="1034" y="1127"/>
                    <a:pt x="1314" y="902"/>
                    <a:pt x="1314" y="564"/>
                  </a:cubicBezTo>
                  <a:cubicBezTo>
                    <a:pt x="1314" y="244"/>
                    <a:pt x="1059" y="0"/>
                    <a:pt x="750" y="0"/>
                  </a:cubicBezTo>
                  <a:cubicBezTo>
                    <a:pt x="745" y="0"/>
                    <a:pt x="741" y="0"/>
                    <a:pt x="7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5"/>
            <p:cNvSpPr/>
            <p:nvPr/>
          </p:nvSpPr>
          <p:spPr>
            <a:xfrm>
              <a:off x="555530" y="4397126"/>
              <a:ext cx="68659" cy="57302"/>
            </a:xfrm>
            <a:custGeom>
              <a:avLst/>
              <a:gdLst/>
              <a:ahLst/>
              <a:cxnLst/>
              <a:rect l="l" t="t" r="r" b="b"/>
              <a:pathLst>
                <a:path w="399" h="333" extrusionOk="0">
                  <a:moveTo>
                    <a:pt x="222" y="0"/>
                  </a:moveTo>
                  <a:cubicBezTo>
                    <a:pt x="78" y="0"/>
                    <a:pt x="0" y="177"/>
                    <a:pt x="111" y="288"/>
                  </a:cubicBezTo>
                  <a:cubicBezTo>
                    <a:pt x="142" y="319"/>
                    <a:pt x="182" y="333"/>
                    <a:pt x="221" y="333"/>
                  </a:cubicBezTo>
                  <a:cubicBezTo>
                    <a:pt x="309" y="333"/>
                    <a:pt x="399" y="265"/>
                    <a:pt x="399" y="166"/>
                  </a:cubicBezTo>
                  <a:cubicBezTo>
                    <a:pt x="388" y="67"/>
                    <a:pt x="321" y="0"/>
                    <a:pt x="2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5"/>
            <p:cNvSpPr/>
            <p:nvPr/>
          </p:nvSpPr>
          <p:spPr>
            <a:xfrm>
              <a:off x="622124" y="4330532"/>
              <a:ext cx="135253" cy="194275"/>
            </a:xfrm>
            <a:custGeom>
              <a:avLst/>
              <a:gdLst/>
              <a:ahLst/>
              <a:cxnLst/>
              <a:rect l="l" t="t" r="r" b="b"/>
              <a:pathLst>
                <a:path w="786" h="1129" extrusionOk="0">
                  <a:moveTo>
                    <a:pt x="1" y="0"/>
                  </a:moveTo>
                  <a:cubicBezTo>
                    <a:pt x="752" y="0"/>
                    <a:pt x="752" y="1128"/>
                    <a:pt x="1" y="1128"/>
                  </a:cubicBezTo>
                  <a:lnTo>
                    <a:pt x="34" y="1128"/>
                  </a:lnTo>
                  <a:cubicBezTo>
                    <a:pt x="786" y="1128"/>
                    <a:pt x="786" y="0"/>
                    <a:pt x="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5"/>
            <p:cNvSpPr/>
            <p:nvPr/>
          </p:nvSpPr>
          <p:spPr>
            <a:xfrm>
              <a:off x="597345" y="4328467"/>
              <a:ext cx="129574" cy="194448"/>
            </a:xfrm>
            <a:custGeom>
              <a:avLst/>
              <a:gdLst/>
              <a:ahLst/>
              <a:cxnLst/>
              <a:rect l="l" t="t" r="r" b="b"/>
              <a:pathLst>
                <a:path w="753" h="1130" extrusionOk="0">
                  <a:moveTo>
                    <a:pt x="12" y="1"/>
                  </a:moveTo>
                  <a:cubicBezTo>
                    <a:pt x="8" y="1"/>
                    <a:pt x="4" y="1"/>
                    <a:pt x="1" y="1"/>
                  </a:cubicBezTo>
                  <a:lnTo>
                    <a:pt x="23" y="1"/>
                  </a:lnTo>
                  <a:cubicBezTo>
                    <a:pt x="19" y="1"/>
                    <a:pt x="15" y="1"/>
                    <a:pt x="12" y="1"/>
                  </a:cubicBezTo>
                  <a:close/>
                  <a:moveTo>
                    <a:pt x="164" y="1"/>
                  </a:moveTo>
                  <a:cubicBezTo>
                    <a:pt x="157" y="1"/>
                    <a:pt x="151" y="1"/>
                    <a:pt x="145" y="1"/>
                  </a:cubicBezTo>
                  <a:lnTo>
                    <a:pt x="23" y="1"/>
                  </a:lnTo>
                  <a:cubicBezTo>
                    <a:pt x="753" y="12"/>
                    <a:pt x="745" y="1118"/>
                    <a:pt x="1" y="1129"/>
                  </a:cubicBezTo>
                  <a:lnTo>
                    <a:pt x="145" y="1129"/>
                  </a:lnTo>
                  <a:cubicBezTo>
                    <a:pt x="454" y="1129"/>
                    <a:pt x="708" y="875"/>
                    <a:pt x="708" y="565"/>
                  </a:cubicBezTo>
                  <a:cubicBezTo>
                    <a:pt x="708" y="251"/>
                    <a:pt x="465" y="1"/>
                    <a:pt x="16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5"/>
            <p:cNvSpPr/>
            <p:nvPr/>
          </p:nvSpPr>
          <p:spPr>
            <a:xfrm>
              <a:off x="587881" y="4328639"/>
              <a:ext cx="129574" cy="194275"/>
            </a:xfrm>
            <a:custGeom>
              <a:avLst/>
              <a:gdLst/>
              <a:ahLst/>
              <a:cxnLst/>
              <a:rect l="l" t="t" r="r" b="b"/>
              <a:pathLst>
                <a:path w="753" h="1129" extrusionOk="0">
                  <a:moveTo>
                    <a:pt x="11" y="0"/>
                  </a:moveTo>
                  <a:cubicBezTo>
                    <a:pt x="8" y="0"/>
                    <a:pt x="4" y="0"/>
                    <a:pt x="0" y="0"/>
                  </a:cubicBezTo>
                  <a:lnTo>
                    <a:pt x="22" y="0"/>
                  </a:lnTo>
                  <a:cubicBezTo>
                    <a:pt x="19" y="0"/>
                    <a:pt x="15" y="0"/>
                    <a:pt x="11" y="0"/>
                  </a:cubicBezTo>
                  <a:close/>
                  <a:moveTo>
                    <a:pt x="22" y="0"/>
                  </a:moveTo>
                  <a:cubicBezTo>
                    <a:pt x="752" y="11"/>
                    <a:pt x="745" y="1117"/>
                    <a:pt x="0" y="1128"/>
                  </a:cubicBezTo>
                  <a:lnTo>
                    <a:pt x="56" y="1128"/>
                  </a:lnTo>
                  <a:cubicBezTo>
                    <a:pt x="365" y="1128"/>
                    <a:pt x="620" y="874"/>
                    <a:pt x="620" y="564"/>
                  </a:cubicBezTo>
                  <a:cubicBezTo>
                    <a:pt x="620" y="243"/>
                    <a:pt x="365" y="0"/>
                    <a:pt x="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5"/>
            <p:cNvSpPr/>
            <p:nvPr/>
          </p:nvSpPr>
          <p:spPr>
            <a:xfrm>
              <a:off x="517673" y="4355139"/>
              <a:ext cx="79844" cy="141104"/>
            </a:xfrm>
            <a:custGeom>
              <a:avLst/>
              <a:gdLst/>
              <a:ahLst/>
              <a:cxnLst/>
              <a:rect l="l" t="t" r="r" b="b"/>
              <a:pathLst>
                <a:path w="464" h="820" extrusionOk="0">
                  <a:moveTo>
                    <a:pt x="442" y="1"/>
                  </a:moveTo>
                  <a:cubicBezTo>
                    <a:pt x="431" y="3"/>
                    <a:pt x="420" y="5"/>
                    <a:pt x="409" y="8"/>
                  </a:cubicBezTo>
                  <a:lnTo>
                    <a:pt x="409" y="8"/>
                  </a:lnTo>
                  <a:cubicBezTo>
                    <a:pt x="427" y="4"/>
                    <a:pt x="445" y="2"/>
                    <a:pt x="464" y="1"/>
                  </a:cubicBezTo>
                  <a:close/>
                  <a:moveTo>
                    <a:pt x="409" y="8"/>
                  </a:moveTo>
                  <a:cubicBezTo>
                    <a:pt x="224" y="43"/>
                    <a:pt x="77" y="208"/>
                    <a:pt x="77" y="410"/>
                  </a:cubicBezTo>
                  <a:cubicBezTo>
                    <a:pt x="77" y="578"/>
                    <a:pt x="190" y="726"/>
                    <a:pt x="344" y="789"/>
                  </a:cubicBezTo>
                  <a:lnTo>
                    <a:pt x="344" y="789"/>
                  </a:lnTo>
                  <a:cubicBezTo>
                    <a:pt x="0" y="636"/>
                    <a:pt x="22" y="102"/>
                    <a:pt x="409" y="8"/>
                  </a:cubicBezTo>
                  <a:close/>
                  <a:moveTo>
                    <a:pt x="344" y="789"/>
                  </a:moveTo>
                  <a:lnTo>
                    <a:pt x="344" y="789"/>
                  </a:lnTo>
                  <a:cubicBezTo>
                    <a:pt x="373" y="802"/>
                    <a:pt x="406" y="812"/>
                    <a:pt x="442" y="819"/>
                  </a:cubicBezTo>
                  <a:lnTo>
                    <a:pt x="464" y="819"/>
                  </a:lnTo>
                  <a:cubicBezTo>
                    <a:pt x="422" y="815"/>
                    <a:pt x="382" y="804"/>
                    <a:pt x="344" y="789"/>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5"/>
            <p:cNvSpPr/>
            <p:nvPr/>
          </p:nvSpPr>
          <p:spPr>
            <a:xfrm>
              <a:off x="597345" y="4395234"/>
              <a:ext cx="42159" cy="59023"/>
            </a:xfrm>
            <a:custGeom>
              <a:avLst/>
              <a:gdLst/>
              <a:ahLst/>
              <a:cxnLst/>
              <a:rect l="l" t="t" r="r" b="b"/>
              <a:pathLst>
                <a:path w="245" h="343" extrusionOk="0">
                  <a:moveTo>
                    <a:pt x="23" y="0"/>
                  </a:moveTo>
                  <a:lnTo>
                    <a:pt x="23" y="11"/>
                  </a:lnTo>
                  <a:lnTo>
                    <a:pt x="1" y="11"/>
                  </a:lnTo>
                  <a:cubicBezTo>
                    <a:pt x="200" y="22"/>
                    <a:pt x="200" y="321"/>
                    <a:pt x="1" y="343"/>
                  </a:cubicBezTo>
                  <a:lnTo>
                    <a:pt x="23" y="343"/>
                  </a:lnTo>
                  <a:cubicBezTo>
                    <a:pt x="244" y="343"/>
                    <a:pt x="244" y="0"/>
                    <a:pt x="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5"/>
            <p:cNvSpPr/>
            <p:nvPr/>
          </p:nvSpPr>
          <p:spPr>
            <a:xfrm>
              <a:off x="498400" y="4387490"/>
              <a:ext cx="226626" cy="28737"/>
            </a:xfrm>
            <a:custGeom>
              <a:avLst/>
              <a:gdLst/>
              <a:ahLst/>
              <a:cxnLst/>
              <a:rect l="l" t="t" r="r" b="b"/>
              <a:pathLst>
                <a:path w="1317" h="167" extrusionOk="0">
                  <a:moveTo>
                    <a:pt x="34" y="1"/>
                  </a:moveTo>
                  <a:cubicBezTo>
                    <a:pt x="12" y="56"/>
                    <a:pt x="1" y="112"/>
                    <a:pt x="1" y="167"/>
                  </a:cubicBezTo>
                  <a:lnTo>
                    <a:pt x="1317" y="167"/>
                  </a:lnTo>
                  <a:cubicBezTo>
                    <a:pt x="1306" y="112"/>
                    <a:pt x="1295" y="56"/>
                    <a:pt x="127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5"/>
            <p:cNvSpPr/>
            <p:nvPr/>
          </p:nvSpPr>
          <p:spPr>
            <a:xfrm>
              <a:off x="81800" y="4355139"/>
              <a:ext cx="167603" cy="143341"/>
            </a:xfrm>
            <a:custGeom>
              <a:avLst/>
              <a:gdLst/>
              <a:ahLst/>
              <a:cxnLst/>
              <a:rect l="l" t="t" r="r" b="b"/>
              <a:pathLst>
                <a:path w="974" h="833" extrusionOk="0">
                  <a:moveTo>
                    <a:pt x="558" y="236"/>
                  </a:moveTo>
                  <a:cubicBezTo>
                    <a:pt x="644" y="236"/>
                    <a:pt x="730" y="306"/>
                    <a:pt x="730" y="410"/>
                  </a:cubicBezTo>
                  <a:cubicBezTo>
                    <a:pt x="730" y="499"/>
                    <a:pt x="653" y="576"/>
                    <a:pt x="553" y="576"/>
                  </a:cubicBezTo>
                  <a:cubicBezTo>
                    <a:pt x="409" y="576"/>
                    <a:pt x="332" y="399"/>
                    <a:pt x="442" y="288"/>
                  </a:cubicBezTo>
                  <a:cubicBezTo>
                    <a:pt x="475" y="253"/>
                    <a:pt x="517" y="236"/>
                    <a:pt x="558" y="236"/>
                  </a:cubicBezTo>
                  <a:close/>
                  <a:moveTo>
                    <a:pt x="553" y="1"/>
                  </a:moveTo>
                  <a:cubicBezTo>
                    <a:pt x="188" y="1"/>
                    <a:pt x="0" y="443"/>
                    <a:pt x="266" y="709"/>
                  </a:cubicBezTo>
                  <a:cubicBezTo>
                    <a:pt x="348" y="794"/>
                    <a:pt x="451" y="833"/>
                    <a:pt x="553" y="833"/>
                  </a:cubicBezTo>
                  <a:cubicBezTo>
                    <a:pt x="766" y="833"/>
                    <a:pt x="973" y="665"/>
                    <a:pt x="973" y="410"/>
                  </a:cubicBezTo>
                  <a:cubicBezTo>
                    <a:pt x="973" y="189"/>
                    <a:pt x="785" y="1"/>
                    <a:pt x="55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5"/>
            <p:cNvSpPr/>
            <p:nvPr/>
          </p:nvSpPr>
          <p:spPr>
            <a:xfrm>
              <a:off x="49449" y="4330360"/>
              <a:ext cx="227831" cy="193759"/>
            </a:xfrm>
            <a:custGeom>
              <a:avLst/>
              <a:gdLst/>
              <a:ahLst/>
              <a:cxnLst/>
              <a:rect l="l" t="t" r="r" b="b"/>
              <a:pathLst>
                <a:path w="1324" h="1126" extrusionOk="0">
                  <a:moveTo>
                    <a:pt x="741" y="131"/>
                  </a:moveTo>
                  <a:cubicBezTo>
                    <a:pt x="954" y="131"/>
                    <a:pt x="1161" y="300"/>
                    <a:pt x="1161" y="554"/>
                  </a:cubicBezTo>
                  <a:cubicBezTo>
                    <a:pt x="1161" y="775"/>
                    <a:pt x="973" y="963"/>
                    <a:pt x="741" y="963"/>
                  </a:cubicBezTo>
                  <a:cubicBezTo>
                    <a:pt x="376" y="963"/>
                    <a:pt x="188" y="521"/>
                    <a:pt x="454" y="256"/>
                  </a:cubicBezTo>
                  <a:cubicBezTo>
                    <a:pt x="536" y="170"/>
                    <a:pt x="639" y="131"/>
                    <a:pt x="741" y="131"/>
                  </a:cubicBezTo>
                  <a:close/>
                  <a:moveTo>
                    <a:pt x="761" y="1"/>
                  </a:moveTo>
                  <a:cubicBezTo>
                    <a:pt x="755" y="1"/>
                    <a:pt x="748" y="1"/>
                    <a:pt x="741" y="1"/>
                  </a:cubicBezTo>
                  <a:cubicBezTo>
                    <a:pt x="243" y="1"/>
                    <a:pt x="0" y="609"/>
                    <a:pt x="365" y="963"/>
                  </a:cubicBezTo>
                  <a:cubicBezTo>
                    <a:pt x="477" y="1075"/>
                    <a:pt x="615" y="1125"/>
                    <a:pt x="751" y="1125"/>
                  </a:cubicBezTo>
                  <a:cubicBezTo>
                    <a:pt x="1042" y="1125"/>
                    <a:pt x="1324" y="894"/>
                    <a:pt x="1316" y="554"/>
                  </a:cubicBezTo>
                  <a:cubicBezTo>
                    <a:pt x="1305" y="240"/>
                    <a:pt x="1062" y="1"/>
                    <a:pt x="7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5"/>
            <p:cNvSpPr/>
            <p:nvPr/>
          </p:nvSpPr>
          <p:spPr>
            <a:xfrm>
              <a:off x="138758" y="4397126"/>
              <a:ext cx="68659" cy="57302"/>
            </a:xfrm>
            <a:custGeom>
              <a:avLst/>
              <a:gdLst/>
              <a:ahLst/>
              <a:cxnLst/>
              <a:rect l="l" t="t" r="r" b="b"/>
              <a:pathLst>
                <a:path w="399" h="333" extrusionOk="0">
                  <a:moveTo>
                    <a:pt x="222" y="0"/>
                  </a:moveTo>
                  <a:cubicBezTo>
                    <a:pt x="78" y="0"/>
                    <a:pt x="1" y="177"/>
                    <a:pt x="111" y="288"/>
                  </a:cubicBezTo>
                  <a:cubicBezTo>
                    <a:pt x="142" y="319"/>
                    <a:pt x="182" y="333"/>
                    <a:pt x="222" y="333"/>
                  </a:cubicBezTo>
                  <a:cubicBezTo>
                    <a:pt x="310" y="333"/>
                    <a:pt x="399" y="265"/>
                    <a:pt x="399" y="166"/>
                  </a:cubicBezTo>
                  <a:cubicBezTo>
                    <a:pt x="399" y="67"/>
                    <a:pt x="322" y="0"/>
                    <a:pt x="2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5"/>
            <p:cNvSpPr/>
            <p:nvPr/>
          </p:nvSpPr>
          <p:spPr>
            <a:xfrm>
              <a:off x="205352" y="4330532"/>
              <a:ext cx="135253" cy="194275"/>
            </a:xfrm>
            <a:custGeom>
              <a:avLst/>
              <a:gdLst/>
              <a:ahLst/>
              <a:cxnLst/>
              <a:rect l="l" t="t" r="r" b="b"/>
              <a:pathLst>
                <a:path w="786" h="1129" extrusionOk="0">
                  <a:moveTo>
                    <a:pt x="1" y="0"/>
                  </a:moveTo>
                  <a:cubicBezTo>
                    <a:pt x="742" y="0"/>
                    <a:pt x="742" y="1128"/>
                    <a:pt x="1" y="1128"/>
                  </a:cubicBezTo>
                  <a:lnTo>
                    <a:pt x="34" y="1128"/>
                  </a:lnTo>
                  <a:cubicBezTo>
                    <a:pt x="786" y="1128"/>
                    <a:pt x="786" y="0"/>
                    <a:pt x="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5"/>
            <p:cNvSpPr/>
            <p:nvPr/>
          </p:nvSpPr>
          <p:spPr>
            <a:xfrm>
              <a:off x="180745" y="4330360"/>
              <a:ext cx="129574" cy="194448"/>
            </a:xfrm>
            <a:custGeom>
              <a:avLst/>
              <a:gdLst/>
              <a:ahLst/>
              <a:cxnLst/>
              <a:rect l="l" t="t" r="r" b="b"/>
              <a:pathLst>
                <a:path w="753" h="1130" extrusionOk="0">
                  <a:moveTo>
                    <a:pt x="163" y="1"/>
                  </a:moveTo>
                  <a:cubicBezTo>
                    <a:pt x="156" y="1"/>
                    <a:pt x="150" y="1"/>
                    <a:pt x="144" y="1"/>
                  </a:cubicBezTo>
                  <a:lnTo>
                    <a:pt x="0" y="1"/>
                  </a:lnTo>
                  <a:cubicBezTo>
                    <a:pt x="752" y="1"/>
                    <a:pt x="752" y="1129"/>
                    <a:pt x="0" y="1129"/>
                  </a:cubicBezTo>
                  <a:lnTo>
                    <a:pt x="144" y="1129"/>
                  </a:lnTo>
                  <a:cubicBezTo>
                    <a:pt x="454" y="1129"/>
                    <a:pt x="708" y="864"/>
                    <a:pt x="708" y="554"/>
                  </a:cubicBezTo>
                  <a:cubicBezTo>
                    <a:pt x="697" y="251"/>
                    <a:pt x="453" y="1"/>
                    <a:pt x="1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5"/>
            <p:cNvSpPr/>
            <p:nvPr/>
          </p:nvSpPr>
          <p:spPr>
            <a:xfrm>
              <a:off x="171108" y="4330532"/>
              <a:ext cx="129574" cy="194275"/>
            </a:xfrm>
            <a:custGeom>
              <a:avLst/>
              <a:gdLst/>
              <a:ahLst/>
              <a:cxnLst/>
              <a:rect l="l" t="t" r="r" b="b"/>
              <a:pathLst>
                <a:path w="753" h="1129" extrusionOk="0">
                  <a:moveTo>
                    <a:pt x="1" y="0"/>
                  </a:moveTo>
                  <a:cubicBezTo>
                    <a:pt x="753" y="0"/>
                    <a:pt x="753" y="1128"/>
                    <a:pt x="1" y="1128"/>
                  </a:cubicBezTo>
                  <a:lnTo>
                    <a:pt x="56" y="1128"/>
                  </a:lnTo>
                  <a:cubicBezTo>
                    <a:pt x="366" y="1117"/>
                    <a:pt x="620" y="863"/>
                    <a:pt x="620" y="553"/>
                  </a:cubicBezTo>
                  <a:cubicBezTo>
                    <a:pt x="609" y="244"/>
                    <a:pt x="366" y="0"/>
                    <a:pt x="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5"/>
            <p:cNvSpPr/>
            <p:nvPr/>
          </p:nvSpPr>
          <p:spPr>
            <a:xfrm>
              <a:off x="100728" y="4355139"/>
              <a:ext cx="80188" cy="141104"/>
            </a:xfrm>
            <a:custGeom>
              <a:avLst/>
              <a:gdLst/>
              <a:ahLst/>
              <a:cxnLst/>
              <a:rect l="l" t="t" r="r" b="b"/>
              <a:pathLst>
                <a:path w="466" h="820" extrusionOk="0">
                  <a:moveTo>
                    <a:pt x="443" y="1"/>
                  </a:moveTo>
                  <a:cubicBezTo>
                    <a:pt x="432" y="3"/>
                    <a:pt x="421" y="5"/>
                    <a:pt x="411" y="8"/>
                  </a:cubicBezTo>
                  <a:lnTo>
                    <a:pt x="411" y="8"/>
                  </a:lnTo>
                  <a:cubicBezTo>
                    <a:pt x="429" y="4"/>
                    <a:pt x="447" y="2"/>
                    <a:pt x="465" y="1"/>
                  </a:cubicBezTo>
                  <a:close/>
                  <a:moveTo>
                    <a:pt x="411" y="8"/>
                  </a:moveTo>
                  <a:cubicBezTo>
                    <a:pt x="225" y="43"/>
                    <a:pt x="78" y="208"/>
                    <a:pt x="78" y="410"/>
                  </a:cubicBezTo>
                  <a:cubicBezTo>
                    <a:pt x="78" y="592"/>
                    <a:pt x="203" y="750"/>
                    <a:pt x="381" y="803"/>
                  </a:cubicBezTo>
                  <a:lnTo>
                    <a:pt x="381" y="803"/>
                  </a:lnTo>
                  <a:cubicBezTo>
                    <a:pt x="1" y="673"/>
                    <a:pt x="11" y="105"/>
                    <a:pt x="411" y="8"/>
                  </a:cubicBezTo>
                  <a:close/>
                  <a:moveTo>
                    <a:pt x="381" y="803"/>
                  </a:moveTo>
                  <a:cubicBezTo>
                    <a:pt x="400" y="809"/>
                    <a:pt x="421" y="815"/>
                    <a:pt x="443" y="819"/>
                  </a:cubicBezTo>
                  <a:lnTo>
                    <a:pt x="465" y="819"/>
                  </a:lnTo>
                  <a:cubicBezTo>
                    <a:pt x="436" y="816"/>
                    <a:pt x="408" y="811"/>
                    <a:pt x="381" y="80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5"/>
            <p:cNvSpPr/>
            <p:nvPr/>
          </p:nvSpPr>
          <p:spPr>
            <a:xfrm>
              <a:off x="180745" y="4395234"/>
              <a:ext cx="41987" cy="59023"/>
            </a:xfrm>
            <a:custGeom>
              <a:avLst/>
              <a:gdLst/>
              <a:ahLst/>
              <a:cxnLst/>
              <a:rect l="l" t="t" r="r" b="b"/>
              <a:pathLst>
                <a:path w="244" h="343" extrusionOk="0">
                  <a:moveTo>
                    <a:pt x="22" y="0"/>
                  </a:moveTo>
                  <a:lnTo>
                    <a:pt x="22" y="11"/>
                  </a:lnTo>
                  <a:lnTo>
                    <a:pt x="0" y="11"/>
                  </a:lnTo>
                  <a:cubicBezTo>
                    <a:pt x="199" y="22"/>
                    <a:pt x="199" y="321"/>
                    <a:pt x="0" y="343"/>
                  </a:cubicBezTo>
                  <a:lnTo>
                    <a:pt x="22" y="343"/>
                  </a:lnTo>
                  <a:cubicBezTo>
                    <a:pt x="243" y="343"/>
                    <a:pt x="243" y="0"/>
                    <a:pt x="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5"/>
            <p:cNvSpPr/>
            <p:nvPr/>
          </p:nvSpPr>
          <p:spPr>
            <a:xfrm>
              <a:off x="81800" y="4387490"/>
              <a:ext cx="226626" cy="28737"/>
            </a:xfrm>
            <a:custGeom>
              <a:avLst/>
              <a:gdLst/>
              <a:ahLst/>
              <a:cxnLst/>
              <a:rect l="l" t="t" r="r" b="b"/>
              <a:pathLst>
                <a:path w="1317" h="167" extrusionOk="0">
                  <a:moveTo>
                    <a:pt x="33" y="1"/>
                  </a:moveTo>
                  <a:cubicBezTo>
                    <a:pt x="11" y="56"/>
                    <a:pt x="0" y="112"/>
                    <a:pt x="0" y="167"/>
                  </a:cubicBezTo>
                  <a:lnTo>
                    <a:pt x="1316" y="167"/>
                  </a:lnTo>
                  <a:cubicBezTo>
                    <a:pt x="1305" y="112"/>
                    <a:pt x="1294" y="56"/>
                    <a:pt x="12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5"/>
            <p:cNvSpPr/>
            <p:nvPr/>
          </p:nvSpPr>
          <p:spPr>
            <a:xfrm>
              <a:off x="336647" y="4355139"/>
              <a:ext cx="167603" cy="143341"/>
            </a:xfrm>
            <a:custGeom>
              <a:avLst/>
              <a:gdLst/>
              <a:ahLst/>
              <a:cxnLst/>
              <a:rect l="l" t="t" r="r" b="b"/>
              <a:pathLst>
                <a:path w="974" h="833" extrusionOk="0">
                  <a:moveTo>
                    <a:pt x="553" y="236"/>
                  </a:moveTo>
                  <a:cubicBezTo>
                    <a:pt x="639" y="236"/>
                    <a:pt x="720" y="306"/>
                    <a:pt x="720" y="410"/>
                  </a:cubicBezTo>
                  <a:cubicBezTo>
                    <a:pt x="720" y="499"/>
                    <a:pt x="653" y="576"/>
                    <a:pt x="554" y="576"/>
                  </a:cubicBezTo>
                  <a:cubicBezTo>
                    <a:pt x="410" y="576"/>
                    <a:pt x="333" y="399"/>
                    <a:pt x="432" y="288"/>
                  </a:cubicBezTo>
                  <a:cubicBezTo>
                    <a:pt x="468" y="253"/>
                    <a:pt x="511" y="236"/>
                    <a:pt x="553" y="236"/>
                  </a:cubicBezTo>
                  <a:close/>
                  <a:moveTo>
                    <a:pt x="554" y="1"/>
                  </a:moveTo>
                  <a:cubicBezTo>
                    <a:pt x="189" y="1"/>
                    <a:pt x="1" y="443"/>
                    <a:pt x="266" y="709"/>
                  </a:cubicBezTo>
                  <a:cubicBezTo>
                    <a:pt x="348" y="794"/>
                    <a:pt x="451" y="833"/>
                    <a:pt x="553" y="833"/>
                  </a:cubicBezTo>
                  <a:cubicBezTo>
                    <a:pt x="766" y="833"/>
                    <a:pt x="974" y="665"/>
                    <a:pt x="974" y="410"/>
                  </a:cubicBezTo>
                  <a:cubicBezTo>
                    <a:pt x="974" y="189"/>
                    <a:pt x="786" y="1"/>
                    <a:pt x="55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5"/>
            <p:cNvSpPr/>
            <p:nvPr/>
          </p:nvSpPr>
          <p:spPr>
            <a:xfrm>
              <a:off x="302404" y="4330532"/>
              <a:ext cx="226626" cy="194103"/>
            </a:xfrm>
            <a:custGeom>
              <a:avLst/>
              <a:gdLst/>
              <a:ahLst/>
              <a:cxnLst/>
              <a:rect l="l" t="t" r="r" b="b"/>
              <a:pathLst>
                <a:path w="1317" h="1128" extrusionOk="0">
                  <a:moveTo>
                    <a:pt x="752" y="130"/>
                  </a:moveTo>
                  <a:cubicBezTo>
                    <a:pt x="965" y="130"/>
                    <a:pt x="1173" y="299"/>
                    <a:pt x="1173" y="553"/>
                  </a:cubicBezTo>
                  <a:cubicBezTo>
                    <a:pt x="1173" y="774"/>
                    <a:pt x="985" y="962"/>
                    <a:pt x="753" y="962"/>
                  </a:cubicBezTo>
                  <a:cubicBezTo>
                    <a:pt x="388" y="962"/>
                    <a:pt x="200" y="520"/>
                    <a:pt x="465" y="255"/>
                  </a:cubicBezTo>
                  <a:cubicBezTo>
                    <a:pt x="547" y="169"/>
                    <a:pt x="650" y="130"/>
                    <a:pt x="752" y="130"/>
                  </a:cubicBezTo>
                  <a:close/>
                  <a:moveTo>
                    <a:pt x="753" y="0"/>
                  </a:moveTo>
                  <a:cubicBezTo>
                    <a:pt x="255" y="0"/>
                    <a:pt x="1" y="597"/>
                    <a:pt x="355" y="962"/>
                  </a:cubicBezTo>
                  <a:cubicBezTo>
                    <a:pt x="469" y="1076"/>
                    <a:pt x="609" y="1127"/>
                    <a:pt x="747" y="1127"/>
                  </a:cubicBezTo>
                  <a:cubicBezTo>
                    <a:pt x="1037" y="1127"/>
                    <a:pt x="1317" y="902"/>
                    <a:pt x="1317" y="564"/>
                  </a:cubicBezTo>
                  <a:cubicBezTo>
                    <a:pt x="1317" y="244"/>
                    <a:pt x="1062" y="0"/>
                    <a:pt x="7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5"/>
            <p:cNvSpPr/>
            <p:nvPr/>
          </p:nvSpPr>
          <p:spPr>
            <a:xfrm>
              <a:off x="393777" y="4397126"/>
              <a:ext cx="66766" cy="57302"/>
            </a:xfrm>
            <a:custGeom>
              <a:avLst/>
              <a:gdLst/>
              <a:ahLst/>
              <a:cxnLst/>
              <a:rect l="l" t="t" r="r" b="b"/>
              <a:pathLst>
                <a:path w="388" h="333" extrusionOk="0">
                  <a:moveTo>
                    <a:pt x="222" y="0"/>
                  </a:moveTo>
                  <a:cubicBezTo>
                    <a:pt x="78" y="0"/>
                    <a:pt x="1" y="177"/>
                    <a:pt x="100" y="288"/>
                  </a:cubicBezTo>
                  <a:cubicBezTo>
                    <a:pt x="135" y="319"/>
                    <a:pt x="175" y="333"/>
                    <a:pt x="215" y="333"/>
                  </a:cubicBezTo>
                  <a:cubicBezTo>
                    <a:pt x="304" y="333"/>
                    <a:pt x="388" y="265"/>
                    <a:pt x="388" y="166"/>
                  </a:cubicBezTo>
                  <a:cubicBezTo>
                    <a:pt x="388" y="67"/>
                    <a:pt x="321" y="0"/>
                    <a:pt x="2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5"/>
            <p:cNvSpPr/>
            <p:nvPr/>
          </p:nvSpPr>
          <p:spPr>
            <a:xfrm>
              <a:off x="460371" y="4330532"/>
              <a:ext cx="135253" cy="194275"/>
            </a:xfrm>
            <a:custGeom>
              <a:avLst/>
              <a:gdLst/>
              <a:ahLst/>
              <a:cxnLst/>
              <a:rect l="l" t="t" r="r" b="b"/>
              <a:pathLst>
                <a:path w="786" h="1129" extrusionOk="0">
                  <a:moveTo>
                    <a:pt x="45" y="0"/>
                  </a:moveTo>
                  <a:cubicBezTo>
                    <a:pt x="41" y="0"/>
                    <a:pt x="37" y="0"/>
                    <a:pt x="34" y="0"/>
                  </a:cubicBezTo>
                  <a:lnTo>
                    <a:pt x="1" y="0"/>
                  </a:lnTo>
                  <a:cubicBezTo>
                    <a:pt x="753" y="0"/>
                    <a:pt x="753" y="1128"/>
                    <a:pt x="1" y="1128"/>
                  </a:cubicBezTo>
                  <a:lnTo>
                    <a:pt x="34" y="1128"/>
                  </a:lnTo>
                  <a:cubicBezTo>
                    <a:pt x="782" y="1117"/>
                    <a:pt x="786" y="0"/>
                    <a:pt x="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5"/>
            <p:cNvSpPr/>
            <p:nvPr/>
          </p:nvSpPr>
          <p:spPr>
            <a:xfrm>
              <a:off x="435592" y="4328639"/>
              <a:ext cx="129574" cy="194275"/>
            </a:xfrm>
            <a:custGeom>
              <a:avLst/>
              <a:gdLst/>
              <a:ahLst/>
              <a:cxnLst/>
              <a:rect l="l" t="t" r="r" b="b"/>
              <a:pathLst>
                <a:path w="753" h="1129" extrusionOk="0">
                  <a:moveTo>
                    <a:pt x="12" y="0"/>
                  </a:moveTo>
                  <a:cubicBezTo>
                    <a:pt x="8" y="0"/>
                    <a:pt x="5" y="0"/>
                    <a:pt x="1" y="0"/>
                  </a:cubicBezTo>
                  <a:lnTo>
                    <a:pt x="23" y="0"/>
                  </a:lnTo>
                  <a:cubicBezTo>
                    <a:pt x="19" y="0"/>
                    <a:pt x="15" y="0"/>
                    <a:pt x="12" y="0"/>
                  </a:cubicBezTo>
                  <a:close/>
                  <a:moveTo>
                    <a:pt x="23" y="0"/>
                  </a:moveTo>
                  <a:cubicBezTo>
                    <a:pt x="753" y="11"/>
                    <a:pt x="745" y="1117"/>
                    <a:pt x="1" y="1128"/>
                  </a:cubicBezTo>
                  <a:lnTo>
                    <a:pt x="145" y="1128"/>
                  </a:lnTo>
                  <a:cubicBezTo>
                    <a:pt x="454" y="1128"/>
                    <a:pt x="709" y="874"/>
                    <a:pt x="709" y="564"/>
                  </a:cubicBezTo>
                  <a:cubicBezTo>
                    <a:pt x="709" y="243"/>
                    <a:pt x="454" y="0"/>
                    <a:pt x="1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5"/>
            <p:cNvSpPr/>
            <p:nvPr/>
          </p:nvSpPr>
          <p:spPr>
            <a:xfrm>
              <a:off x="426128" y="4328639"/>
              <a:ext cx="129574" cy="194275"/>
            </a:xfrm>
            <a:custGeom>
              <a:avLst/>
              <a:gdLst/>
              <a:ahLst/>
              <a:cxnLst/>
              <a:rect l="l" t="t" r="r" b="b"/>
              <a:pathLst>
                <a:path w="753" h="1129" extrusionOk="0">
                  <a:moveTo>
                    <a:pt x="12" y="0"/>
                  </a:moveTo>
                  <a:cubicBezTo>
                    <a:pt x="8" y="0"/>
                    <a:pt x="4" y="0"/>
                    <a:pt x="1" y="0"/>
                  </a:cubicBezTo>
                  <a:lnTo>
                    <a:pt x="22" y="0"/>
                  </a:lnTo>
                  <a:cubicBezTo>
                    <a:pt x="19" y="0"/>
                    <a:pt x="15" y="0"/>
                    <a:pt x="12" y="0"/>
                  </a:cubicBezTo>
                  <a:close/>
                  <a:moveTo>
                    <a:pt x="22" y="0"/>
                  </a:moveTo>
                  <a:cubicBezTo>
                    <a:pt x="752" y="11"/>
                    <a:pt x="745" y="1117"/>
                    <a:pt x="1" y="1128"/>
                  </a:cubicBezTo>
                  <a:lnTo>
                    <a:pt x="56" y="1128"/>
                  </a:lnTo>
                  <a:cubicBezTo>
                    <a:pt x="365" y="1128"/>
                    <a:pt x="620" y="874"/>
                    <a:pt x="620" y="564"/>
                  </a:cubicBezTo>
                  <a:cubicBezTo>
                    <a:pt x="620" y="243"/>
                    <a:pt x="365" y="0"/>
                    <a:pt x="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5"/>
            <p:cNvSpPr/>
            <p:nvPr/>
          </p:nvSpPr>
          <p:spPr>
            <a:xfrm>
              <a:off x="355748" y="4355139"/>
              <a:ext cx="80016" cy="141104"/>
            </a:xfrm>
            <a:custGeom>
              <a:avLst/>
              <a:gdLst/>
              <a:ahLst/>
              <a:cxnLst/>
              <a:rect l="l" t="t" r="r" b="b"/>
              <a:pathLst>
                <a:path w="465" h="820" extrusionOk="0">
                  <a:moveTo>
                    <a:pt x="443" y="1"/>
                  </a:moveTo>
                  <a:cubicBezTo>
                    <a:pt x="432" y="3"/>
                    <a:pt x="421" y="5"/>
                    <a:pt x="411" y="8"/>
                  </a:cubicBezTo>
                  <a:lnTo>
                    <a:pt x="411" y="8"/>
                  </a:lnTo>
                  <a:cubicBezTo>
                    <a:pt x="428" y="4"/>
                    <a:pt x="446" y="2"/>
                    <a:pt x="465" y="1"/>
                  </a:cubicBezTo>
                  <a:close/>
                  <a:moveTo>
                    <a:pt x="411" y="8"/>
                  </a:moveTo>
                  <a:cubicBezTo>
                    <a:pt x="225" y="43"/>
                    <a:pt x="78" y="208"/>
                    <a:pt x="78" y="410"/>
                  </a:cubicBezTo>
                  <a:cubicBezTo>
                    <a:pt x="78" y="592"/>
                    <a:pt x="203" y="750"/>
                    <a:pt x="380" y="803"/>
                  </a:cubicBezTo>
                  <a:lnTo>
                    <a:pt x="380" y="803"/>
                  </a:lnTo>
                  <a:cubicBezTo>
                    <a:pt x="0" y="673"/>
                    <a:pt x="10" y="105"/>
                    <a:pt x="411" y="8"/>
                  </a:cubicBezTo>
                  <a:close/>
                  <a:moveTo>
                    <a:pt x="380" y="803"/>
                  </a:moveTo>
                  <a:cubicBezTo>
                    <a:pt x="400" y="809"/>
                    <a:pt x="421" y="815"/>
                    <a:pt x="443" y="819"/>
                  </a:cubicBezTo>
                  <a:lnTo>
                    <a:pt x="465" y="819"/>
                  </a:lnTo>
                  <a:cubicBezTo>
                    <a:pt x="436" y="816"/>
                    <a:pt x="407" y="811"/>
                    <a:pt x="380" y="80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5"/>
            <p:cNvSpPr/>
            <p:nvPr/>
          </p:nvSpPr>
          <p:spPr>
            <a:xfrm>
              <a:off x="435592" y="4395234"/>
              <a:ext cx="42159" cy="59023"/>
            </a:xfrm>
            <a:custGeom>
              <a:avLst/>
              <a:gdLst/>
              <a:ahLst/>
              <a:cxnLst/>
              <a:rect l="l" t="t" r="r" b="b"/>
              <a:pathLst>
                <a:path w="245" h="343" extrusionOk="0">
                  <a:moveTo>
                    <a:pt x="23" y="0"/>
                  </a:moveTo>
                  <a:lnTo>
                    <a:pt x="23" y="11"/>
                  </a:lnTo>
                  <a:lnTo>
                    <a:pt x="1" y="11"/>
                  </a:lnTo>
                  <a:cubicBezTo>
                    <a:pt x="200" y="22"/>
                    <a:pt x="200" y="321"/>
                    <a:pt x="1" y="343"/>
                  </a:cubicBezTo>
                  <a:lnTo>
                    <a:pt x="23" y="343"/>
                  </a:lnTo>
                  <a:cubicBezTo>
                    <a:pt x="244" y="343"/>
                    <a:pt x="244" y="0"/>
                    <a:pt x="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5"/>
            <p:cNvSpPr/>
            <p:nvPr/>
          </p:nvSpPr>
          <p:spPr>
            <a:xfrm>
              <a:off x="334754" y="4387490"/>
              <a:ext cx="228519" cy="28737"/>
            </a:xfrm>
            <a:custGeom>
              <a:avLst/>
              <a:gdLst/>
              <a:ahLst/>
              <a:cxnLst/>
              <a:rect l="l" t="t" r="r" b="b"/>
              <a:pathLst>
                <a:path w="1328" h="167" extrusionOk="0">
                  <a:moveTo>
                    <a:pt x="45" y="1"/>
                  </a:moveTo>
                  <a:cubicBezTo>
                    <a:pt x="23" y="56"/>
                    <a:pt x="12" y="112"/>
                    <a:pt x="1" y="167"/>
                  </a:cubicBezTo>
                  <a:lnTo>
                    <a:pt x="1328" y="167"/>
                  </a:lnTo>
                  <a:cubicBezTo>
                    <a:pt x="1317" y="112"/>
                    <a:pt x="1306" y="56"/>
                    <a:pt x="1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5"/>
            <p:cNvSpPr/>
            <p:nvPr/>
          </p:nvSpPr>
          <p:spPr>
            <a:xfrm>
              <a:off x="578417" y="4387490"/>
              <a:ext cx="85695" cy="59195"/>
            </a:xfrm>
            <a:custGeom>
              <a:avLst/>
              <a:gdLst/>
              <a:ahLst/>
              <a:cxnLst/>
              <a:rect l="l" t="t" r="r" b="b"/>
              <a:pathLst>
                <a:path w="498" h="344" extrusionOk="0">
                  <a:moveTo>
                    <a:pt x="0" y="1"/>
                  </a:moveTo>
                  <a:lnTo>
                    <a:pt x="0" y="344"/>
                  </a:lnTo>
                  <a:lnTo>
                    <a:pt x="498" y="344"/>
                  </a:lnTo>
                  <a:lnTo>
                    <a:pt x="49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5"/>
            <p:cNvSpPr/>
            <p:nvPr/>
          </p:nvSpPr>
          <p:spPr>
            <a:xfrm>
              <a:off x="60806" y="4284760"/>
              <a:ext cx="652862" cy="102902"/>
            </a:xfrm>
            <a:custGeom>
              <a:avLst/>
              <a:gdLst/>
              <a:ahLst/>
              <a:cxnLst/>
              <a:rect l="l" t="t" r="r" b="b"/>
              <a:pathLst>
                <a:path w="3794" h="598" extrusionOk="0">
                  <a:moveTo>
                    <a:pt x="1" y="1"/>
                  </a:moveTo>
                  <a:lnTo>
                    <a:pt x="1" y="598"/>
                  </a:lnTo>
                  <a:lnTo>
                    <a:pt x="3793" y="598"/>
                  </a:lnTo>
                  <a:lnTo>
                    <a:pt x="379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5"/>
            <p:cNvSpPr/>
            <p:nvPr/>
          </p:nvSpPr>
          <p:spPr>
            <a:xfrm>
              <a:off x="663939" y="4387490"/>
              <a:ext cx="190490" cy="59195"/>
            </a:xfrm>
            <a:custGeom>
              <a:avLst/>
              <a:gdLst/>
              <a:ahLst/>
              <a:cxnLst/>
              <a:rect l="l" t="t" r="r" b="b"/>
              <a:pathLst>
                <a:path w="1107" h="344" extrusionOk="0">
                  <a:moveTo>
                    <a:pt x="1" y="1"/>
                  </a:moveTo>
                  <a:lnTo>
                    <a:pt x="1" y="344"/>
                  </a:lnTo>
                  <a:lnTo>
                    <a:pt x="1107" y="344"/>
                  </a:lnTo>
                  <a:lnTo>
                    <a:pt x="110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5"/>
            <p:cNvSpPr/>
            <p:nvPr/>
          </p:nvSpPr>
          <p:spPr>
            <a:xfrm>
              <a:off x="578417" y="4446513"/>
              <a:ext cx="62980" cy="49730"/>
            </a:xfrm>
            <a:custGeom>
              <a:avLst/>
              <a:gdLst/>
              <a:ahLst/>
              <a:cxnLst/>
              <a:rect l="l" t="t" r="r" b="b"/>
              <a:pathLst>
                <a:path w="366" h="289" extrusionOk="0">
                  <a:moveTo>
                    <a:pt x="0" y="1"/>
                  </a:moveTo>
                  <a:lnTo>
                    <a:pt x="0" y="288"/>
                  </a:lnTo>
                  <a:lnTo>
                    <a:pt x="365" y="288"/>
                  </a:lnTo>
                  <a:lnTo>
                    <a:pt x="36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5"/>
            <p:cNvSpPr/>
            <p:nvPr/>
          </p:nvSpPr>
          <p:spPr>
            <a:xfrm>
              <a:off x="713498" y="4284760"/>
              <a:ext cx="192383" cy="102902"/>
            </a:xfrm>
            <a:custGeom>
              <a:avLst/>
              <a:gdLst/>
              <a:ahLst/>
              <a:cxnLst/>
              <a:rect l="l" t="t" r="r" b="b"/>
              <a:pathLst>
                <a:path w="1118" h="598" extrusionOk="0">
                  <a:moveTo>
                    <a:pt x="0" y="1"/>
                  </a:moveTo>
                  <a:lnTo>
                    <a:pt x="0" y="598"/>
                  </a:lnTo>
                  <a:lnTo>
                    <a:pt x="1117" y="598"/>
                  </a:lnTo>
                  <a:lnTo>
                    <a:pt x="11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5"/>
            <p:cNvSpPr/>
            <p:nvPr/>
          </p:nvSpPr>
          <p:spPr>
            <a:xfrm>
              <a:off x="60806" y="4284760"/>
              <a:ext cx="845073" cy="30630"/>
            </a:xfrm>
            <a:custGeom>
              <a:avLst/>
              <a:gdLst/>
              <a:ahLst/>
              <a:cxnLst/>
              <a:rect l="l" t="t" r="r" b="b"/>
              <a:pathLst>
                <a:path w="4911" h="178" extrusionOk="0">
                  <a:moveTo>
                    <a:pt x="1" y="1"/>
                  </a:moveTo>
                  <a:lnTo>
                    <a:pt x="1" y="178"/>
                  </a:lnTo>
                  <a:lnTo>
                    <a:pt x="4910" y="178"/>
                  </a:lnTo>
                  <a:lnTo>
                    <a:pt x="49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5"/>
            <p:cNvSpPr/>
            <p:nvPr/>
          </p:nvSpPr>
          <p:spPr>
            <a:xfrm>
              <a:off x="663939" y="4387490"/>
              <a:ext cx="190490" cy="28737"/>
            </a:xfrm>
            <a:custGeom>
              <a:avLst/>
              <a:gdLst/>
              <a:ahLst/>
              <a:cxnLst/>
              <a:rect l="l" t="t" r="r" b="b"/>
              <a:pathLst>
                <a:path w="1107" h="167" extrusionOk="0">
                  <a:moveTo>
                    <a:pt x="1" y="1"/>
                  </a:moveTo>
                  <a:lnTo>
                    <a:pt x="1" y="167"/>
                  </a:lnTo>
                  <a:lnTo>
                    <a:pt x="1107" y="167"/>
                  </a:lnTo>
                  <a:lnTo>
                    <a:pt x="110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5"/>
            <p:cNvSpPr/>
            <p:nvPr/>
          </p:nvSpPr>
          <p:spPr>
            <a:xfrm>
              <a:off x="578417" y="4446513"/>
              <a:ext cx="62980" cy="28737"/>
            </a:xfrm>
            <a:custGeom>
              <a:avLst/>
              <a:gdLst/>
              <a:ahLst/>
              <a:cxnLst/>
              <a:rect l="l" t="t" r="r" b="b"/>
              <a:pathLst>
                <a:path w="366" h="167" extrusionOk="0">
                  <a:moveTo>
                    <a:pt x="0" y="1"/>
                  </a:moveTo>
                  <a:lnTo>
                    <a:pt x="0" y="167"/>
                  </a:lnTo>
                  <a:lnTo>
                    <a:pt x="365" y="167"/>
                  </a:lnTo>
                  <a:lnTo>
                    <a:pt x="36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5"/>
            <p:cNvSpPr/>
            <p:nvPr/>
          </p:nvSpPr>
          <p:spPr>
            <a:xfrm>
              <a:off x="722962" y="4338104"/>
              <a:ext cx="97224" cy="41987"/>
            </a:xfrm>
            <a:custGeom>
              <a:avLst/>
              <a:gdLst/>
              <a:ahLst/>
              <a:cxnLst/>
              <a:rect l="l" t="t" r="r" b="b"/>
              <a:pathLst>
                <a:path w="565" h="244" extrusionOk="0">
                  <a:moveTo>
                    <a:pt x="133" y="0"/>
                  </a:moveTo>
                  <a:cubicBezTo>
                    <a:pt x="56" y="0"/>
                    <a:pt x="1" y="56"/>
                    <a:pt x="1" y="122"/>
                  </a:cubicBezTo>
                  <a:cubicBezTo>
                    <a:pt x="1" y="188"/>
                    <a:pt x="56" y="244"/>
                    <a:pt x="133" y="244"/>
                  </a:cubicBezTo>
                  <a:lnTo>
                    <a:pt x="443" y="244"/>
                  </a:lnTo>
                  <a:cubicBezTo>
                    <a:pt x="509" y="244"/>
                    <a:pt x="564" y="188"/>
                    <a:pt x="564" y="122"/>
                  </a:cubicBezTo>
                  <a:cubicBezTo>
                    <a:pt x="564" y="56"/>
                    <a:pt x="509" y="0"/>
                    <a:pt x="4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5"/>
            <p:cNvSpPr/>
            <p:nvPr/>
          </p:nvSpPr>
          <p:spPr>
            <a:xfrm>
              <a:off x="783878" y="4305753"/>
              <a:ext cx="45773" cy="106688"/>
            </a:xfrm>
            <a:custGeom>
              <a:avLst/>
              <a:gdLst/>
              <a:ahLst/>
              <a:cxnLst/>
              <a:rect l="l" t="t" r="r" b="b"/>
              <a:pathLst>
                <a:path w="266" h="620" extrusionOk="0">
                  <a:moveTo>
                    <a:pt x="133" y="0"/>
                  </a:moveTo>
                  <a:cubicBezTo>
                    <a:pt x="56" y="0"/>
                    <a:pt x="0" y="67"/>
                    <a:pt x="0" y="133"/>
                  </a:cubicBezTo>
                  <a:lnTo>
                    <a:pt x="0" y="476"/>
                  </a:lnTo>
                  <a:cubicBezTo>
                    <a:pt x="0" y="553"/>
                    <a:pt x="56" y="620"/>
                    <a:pt x="133" y="620"/>
                  </a:cubicBezTo>
                  <a:cubicBezTo>
                    <a:pt x="210" y="620"/>
                    <a:pt x="266" y="553"/>
                    <a:pt x="266" y="476"/>
                  </a:cubicBezTo>
                  <a:lnTo>
                    <a:pt x="266" y="133"/>
                  </a:lnTo>
                  <a:cubicBezTo>
                    <a:pt x="266" y="67"/>
                    <a:pt x="210" y="0"/>
                    <a:pt x="1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5"/>
            <p:cNvSpPr/>
            <p:nvPr/>
          </p:nvSpPr>
          <p:spPr>
            <a:xfrm>
              <a:off x="797128" y="4307646"/>
              <a:ext cx="32523" cy="104795"/>
            </a:xfrm>
            <a:custGeom>
              <a:avLst/>
              <a:gdLst/>
              <a:ahLst/>
              <a:cxnLst/>
              <a:rect l="l" t="t" r="r" b="b"/>
              <a:pathLst>
                <a:path w="189" h="609" extrusionOk="0">
                  <a:moveTo>
                    <a:pt x="100" y="1"/>
                  </a:moveTo>
                  <a:cubicBezTo>
                    <a:pt x="45" y="1"/>
                    <a:pt x="1" y="45"/>
                    <a:pt x="1" y="100"/>
                  </a:cubicBezTo>
                  <a:lnTo>
                    <a:pt x="1" y="509"/>
                  </a:lnTo>
                  <a:cubicBezTo>
                    <a:pt x="1" y="564"/>
                    <a:pt x="45" y="609"/>
                    <a:pt x="100" y="609"/>
                  </a:cubicBezTo>
                  <a:cubicBezTo>
                    <a:pt x="145" y="609"/>
                    <a:pt x="189" y="564"/>
                    <a:pt x="189" y="509"/>
                  </a:cubicBezTo>
                  <a:lnTo>
                    <a:pt x="189" y="100"/>
                  </a:lnTo>
                  <a:cubicBezTo>
                    <a:pt x="189" y="45"/>
                    <a:pt x="145" y="1"/>
                    <a:pt x="1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5"/>
            <p:cNvSpPr/>
            <p:nvPr/>
          </p:nvSpPr>
          <p:spPr>
            <a:xfrm>
              <a:off x="879037" y="4338104"/>
              <a:ext cx="97224" cy="41987"/>
            </a:xfrm>
            <a:custGeom>
              <a:avLst/>
              <a:gdLst/>
              <a:ahLst/>
              <a:cxnLst/>
              <a:rect l="l" t="t" r="r" b="b"/>
              <a:pathLst>
                <a:path w="565" h="244" extrusionOk="0">
                  <a:moveTo>
                    <a:pt x="122" y="0"/>
                  </a:moveTo>
                  <a:cubicBezTo>
                    <a:pt x="56" y="0"/>
                    <a:pt x="0" y="56"/>
                    <a:pt x="0" y="122"/>
                  </a:cubicBezTo>
                  <a:cubicBezTo>
                    <a:pt x="0" y="188"/>
                    <a:pt x="56" y="244"/>
                    <a:pt x="122" y="244"/>
                  </a:cubicBezTo>
                  <a:lnTo>
                    <a:pt x="443" y="244"/>
                  </a:lnTo>
                  <a:cubicBezTo>
                    <a:pt x="509" y="244"/>
                    <a:pt x="564" y="188"/>
                    <a:pt x="564" y="122"/>
                  </a:cubicBezTo>
                  <a:cubicBezTo>
                    <a:pt x="564" y="56"/>
                    <a:pt x="509" y="0"/>
                    <a:pt x="4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5"/>
            <p:cNvSpPr/>
            <p:nvPr/>
          </p:nvSpPr>
          <p:spPr>
            <a:xfrm>
              <a:off x="939952" y="4305753"/>
              <a:ext cx="45773" cy="106688"/>
            </a:xfrm>
            <a:custGeom>
              <a:avLst/>
              <a:gdLst/>
              <a:ahLst/>
              <a:cxnLst/>
              <a:rect l="l" t="t" r="r" b="b"/>
              <a:pathLst>
                <a:path w="266" h="620" extrusionOk="0">
                  <a:moveTo>
                    <a:pt x="133" y="0"/>
                  </a:moveTo>
                  <a:cubicBezTo>
                    <a:pt x="55" y="0"/>
                    <a:pt x="0" y="67"/>
                    <a:pt x="0" y="133"/>
                  </a:cubicBezTo>
                  <a:lnTo>
                    <a:pt x="0" y="476"/>
                  </a:lnTo>
                  <a:cubicBezTo>
                    <a:pt x="0" y="553"/>
                    <a:pt x="55" y="620"/>
                    <a:pt x="133" y="620"/>
                  </a:cubicBezTo>
                  <a:cubicBezTo>
                    <a:pt x="210" y="620"/>
                    <a:pt x="266" y="553"/>
                    <a:pt x="266" y="476"/>
                  </a:cubicBezTo>
                  <a:lnTo>
                    <a:pt x="266" y="133"/>
                  </a:lnTo>
                  <a:cubicBezTo>
                    <a:pt x="266" y="67"/>
                    <a:pt x="210" y="0"/>
                    <a:pt x="1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5"/>
            <p:cNvSpPr/>
            <p:nvPr/>
          </p:nvSpPr>
          <p:spPr>
            <a:xfrm>
              <a:off x="953202" y="4307646"/>
              <a:ext cx="32523" cy="104795"/>
            </a:xfrm>
            <a:custGeom>
              <a:avLst/>
              <a:gdLst/>
              <a:ahLst/>
              <a:cxnLst/>
              <a:rect l="l" t="t" r="r" b="b"/>
              <a:pathLst>
                <a:path w="189" h="609" extrusionOk="0">
                  <a:moveTo>
                    <a:pt x="100" y="1"/>
                  </a:moveTo>
                  <a:cubicBezTo>
                    <a:pt x="45" y="1"/>
                    <a:pt x="1" y="45"/>
                    <a:pt x="1" y="100"/>
                  </a:cubicBezTo>
                  <a:lnTo>
                    <a:pt x="1" y="509"/>
                  </a:lnTo>
                  <a:cubicBezTo>
                    <a:pt x="1" y="564"/>
                    <a:pt x="45" y="609"/>
                    <a:pt x="100" y="609"/>
                  </a:cubicBezTo>
                  <a:cubicBezTo>
                    <a:pt x="144" y="609"/>
                    <a:pt x="189" y="564"/>
                    <a:pt x="189" y="509"/>
                  </a:cubicBezTo>
                  <a:lnTo>
                    <a:pt x="189" y="100"/>
                  </a:lnTo>
                  <a:cubicBezTo>
                    <a:pt x="189" y="45"/>
                    <a:pt x="144" y="1"/>
                    <a:pt x="1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5"/>
            <p:cNvSpPr/>
            <p:nvPr/>
          </p:nvSpPr>
          <p:spPr>
            <a:xfrm>
              <a:off x="-1860959" y="4338104"/>
              <a:ext cx="23058" cy="41987"/>
            </a:xfrm>
            <a:custGeom>
              <a:avLst/>
              <a:gdLst/>
              <a:ahLst/>
              <a:cxnLst/>
              <a:rect l="l" t="t" r="r" b="b"/>
              <a:pathLst>
                <a:path w="134" h="244" extrusionOk="0">
                  <a:moveTo>
                    <a:pt x="0" y="0"/>
                  </a:moveTo>
                  <a:lnTo>
                    <a:pt x="0" y="244"/>
                  </a:lnTo>
                  <a:lnTo>
                    <a:pt x="133" y="244"/>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5"/>
            <p:cNvSpPr/>
            <p:nvPr/>
          </p:nvSpPr>
          <p:spPr>
            <a:xfrm>
              <a:off x="-1450037" y="3500945"/>
              <a:ext cx="17380" cy="709820"/>
            </a:xfrm>
            <a:custGeom>
              <a:avLst/>
              <a:gdLst/>
              <a:ahLst/>
              <a:cxnLst/>
              <a:rect l="l" t="t" r="r" b="b"/>
              <a:pathLst>
                <a:path w="101" h="4125" extrusionOk="0">
                  <a:moveTo>
                    <a:pt x="1" y="0"/>
                  </a:moveTo>
                  <a:lnTo>
                    <a:pt x="1" y="4125"/>
                  </a:lnTo>
                  <a:lnTo>
                    <a:pt x="100" y="4125"/>
                  </a:lnTo>
                  <a:lnTo>
                    <a:pt x="100" y="0"/>
                  </a:lnTo>
                  <a:close/>
                </a:path>
              </a:pathLst>
            </a:custGeom>
            <a:solidFill>
              <a:srgbClr val="AE34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5"/>
            <p:cNvSpPr/>
            <p:nvPr/>
          </p:nvSpPr>
          <p:spPr>
            <a:xfrm>
              <a:off x="-1031372" y="3500945"/>
              <a:ext cx="17208" cy="709820"/>
            </a:xfrm>
            <a:custGeom>
              <a:avLst/>
              <a:gdLst/>
              <a:ahLst/>
              <a:cxnLst/>
              <a:rect l="l" t="t" r="r" b="b"/>
              <a:pathLst>
                <a:path w="100" h="4125" extrusionOk="0">
                  <a:moveTo>
                    <a:pt x="0" y="0"/>
                  </a:moveTo>
                  <a:lnTo>
                    <a:pt x="0" y="4125"/>
                  </a:lnTo>
                  <a:lnTo>
                    <a:pt x="100" y="4125"/>
                  </a:lnTo>
                  <a:lnTo>
                    <a:pt x="100" y="0"/>
                  </a:lnTo>
                  <a:close/>
                </a:path>
              </a:pathLst>
            </a:custGeom>
            <a:solidFill>
              <a:srgbClr val="AE34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5"/>
            <p:cNvSpPr/>
            <p:nvPr/>
          </p:nvSpPr>
          <p:spPr>
            <a:xfrm>
              <a:off x="-614599" y="3500945"/>
              <a:ext cx="17208" cy="709820"/>
            </a:xfrm>
            <a:custGeom>
              <a:avLst/>
              <a:gdLst/>
              <a:ahLst/>
              <a:cxnLst/>
              <a:rect l="l" t="t" r="r" b="b"/>
              <a:pathLst>
                <a:path w="100" h="4125" extrusionOk="0">
                  <a:moveTo>
                    <a:pt x="0" y="0"/>
                  </a:moveTo>
                  <a:lnTo>
                    <a:pt x="0" y="4125"/>
                  </a:lnTo>
                  <a:lnTo>
                    <a:pt x="100" y="4125"/>
                  </a:lnTo>
                  <a:lnTo>
                    <a:pt x="100" y="0"/>
                  </a:lnTo>
                  <a:close/>
                </a:path>
              </a:pathLst>
            </a:custGeom>
            <a:solidFill>
              <a:srgbClr val="AE34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5"/>
            <p:cNvSpPr/>
            <p:nvPr/>
          </p:nvSpPr>
          <p:spPr>
            <a:xfrm>
              <a:off x="-196106" y="3500945"/>
              <a:ext cx="19273" cy="709820"/>
            </a:xfrm>
            <a:custGeom>
              <a:avLst/>
              <a:gdLst/>
              <a:ahLst/>
              <a:cxnLst/>
              <a:rect l="l" t="t" r="r" b="b"/>
              <a:pathLst>
                <a:path w="112" h="4125" extrusionOk="0">
                  <a:moveTo>
                    <a:pt x="1" y="0"/>
                  </a:moveTo>
                  <a:lnTo>
                    <a:pt x="1" y="4125"/>
                  </a:lnTo>
                  <a:lnTo>
                    <a:pt x="111" y="4125"/>
                  </a:lnTo>
                  <a:lnTo>
                    <a:pt x="111" y="0"/>
                  </a:lnTo>
                  <a:close/>
                </a:path>
              </a:pathLst>
            </a:custGeom>
            <a:solidFill>
              <a:srgbClr val="AE34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5"/>
            <p:cNvSpPr/>
            <p:nvPr/>
          </p:nvSpPr>
          <p:spPr>
            <a:xfrm>
              <a:off x="222560" y="3500945"/>
              <a:ext cx="17208" cy="709820"/>
            </a:xfrm>
            <a:custGeom>
              <a:avLst/>
              <a:gdLst/>
              <a:ahLst/>
              <a:cxnLst/>
              <a:rect l="l" t="t" r="r" b="b"/>
              <a:pathLst>
                <a:path w="100" h="4125" extrusionOk="0">
                  <a:moveTo>
                    <a:pt x="0" y="0"/>
                  </a:moveTo>
                  <a:lnTo>
                    <a:pt x="0" y="4125"/>
                  </a:lnTo>
                  <a:lnTo>
                    <a:pt x="100" y="4125"/>
                  </a:lnTo>
                  <a:lnTo>
                    <a:pt x="100" y="0"/>
                  </a:lnTo>
                  <a:close/>
                </a:path>
              </a:pathLst>
            </a:custGeom>
            <a:solidFill>
              <a:srgbClr val="AE34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5"/>
            <p:cNvSpPr/>
            <p:nvPr/>
          </p:nvSpPr>
          <p:spPr>
            <a:xfrm>
              <a:off x="-1874382" y="3428500"/>
              <a:ext cx="2530916" cy="74510"/>
            </a:xfrm>
            <a:custGeom>
              <a:avLst/>
              <a:gdLst/>
              <a:ahLst/>
              <a:cxnLst/>
              <a:rect l="l" t="t" r="r" b="b"/>
              <a:pathLst>
                <a:path w="14708" h="433" extrusionOk="0">
                  <a:moveTo>
                    <a:pt x="1" y="1"/>
                  </a:moveTo>
                  <a:lnTo>
                    <a:pt x="1" y="432"/>
                  </a:lnTo>
                  <a:lnTo>
                    <a:pt x="14708" y="432"/>
                  </a:lnTo>
                  <a:lnTo>
                    <a:pt x="1470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5"/>
            <p:cNvSpPr/>
            <p:nvPr/>
          </p:nvSpPr>
          <p:spPr>
            <a:xfrm>
              <a:off x="-1824823" y="3502838"/>
              <a:ext cx="2772513" cy="47665"/>
            </a:xfrm>
            <a:custGeom>
              <a:avLst/>
              <a:gdLst/>
              <a:ahLst/>
              <a:cxnLst/>
              <a:rect l="l" t="t" r="r" b="b"/>
              <a:pathLst>
                <a:path w="16112" h="277" extrusionOk="0">
                  <a:moveTo>
                    <a:pt x="0" y="0"/>
                  </a:moveTo>
                  <a:lnTo>
                    <a:pt x="0" y="277"/>
                  </a:lnTo>
                  <a:lnTo>
                    <a:pt x="16111" y="277"/>
                  </a:lnTo>
                  <a:lnTo>
                    <a:pt x="161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5"/>
            <p:cNvSpPr/>
            <p:nvPr/>
          </p:nvSpPr>
          <p:spPr>
            <a:xfrm>
              <a:off x="-1741193" y="3550331"/>
              <a:ext cx="192383" cy="432087"/>
            </a:xfrm>
            <a:custGeom>
              <a:avLst/>
              <a:gdLst/>
              <a:ahLst/>
              <a:cxnLst/>
              <a:rect l="l" t="t" r="r" b="b"/>
              <a:pathLst>
                <a:path w="1118" h="2511" extrusionOk="0">
                  <a:moveTo>
                    <a:pt x="764" y="1"/>
                  </a:moveTo>
                  <a:lnTo>
                    <a:pt x="1" y="2256"/>
                  </a:lnTo>
                  <a:lnTo>
                    <a:pt x="266" y="2511"/>
                  </a:lnTo>
                  <a:lnTo>
                    <a:pt x="11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5"/>
            <p:cNvSpPr/>
            <p:nvPr/>
          </p:nvSpPr>
          <p:spPr>
            <a:xfrm>
              <a:off x="-1781115" y="3502838"/>
              <a:ext cx="312321" cy="778307"/>
            </a:xfrm>
            <a:custGeom>
              <a:avLst/>
              <a:gdLst/>
              <a:ahLst/>
              <a:cxnLst/>
              <a:rect l="l" t="t" r="r" b="b"/>
              <a:pathLst>
                <a:path w="1815" h="4523" extrusionOk="0">
                  <a:moveTo>
                    <a:pt x="1482" y="0"/>
                  </a:moveTo>
                  <a:lnTo>
                    <a:pt x="1" y="4423"/>
                  </a:lnTo>
                  <a:lnTo>
                    <a:pt x="299" y="4523"/>
                  </a:lnTo>
                  <a:lnTo>
                    <a:pt x="181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5"/>
            <p:cNvSpPr/>
            <p:nvPr/>
          </p:nvSpPr>
          <p:spPr>
            <a:xfrm>
              <a:off x="-1807787" y="3502838"/>
              <a:ext cx="314214" cy="778307"/>
            </a:xfrm>
            <a:custGeom>
              <a:avLst/>
              <a:gdLst/>
              <a:ahLst/>
              <a:cxnLst/>
              <a:rect l="l" t="t" r="r" b="b"/>
              <a:pathLst>
                <a:path w="1826" h="4523" extrusionOk="0">
                  <a:moveTo>
                    <a:pt x="1494" y="0"/>
                  </a:moveTo>
                  <a:lnTo>
                    <a:pt x="1" y="4423"/>
                  </a:lnTo>
                  <a:lnTo>
                    <a:pt x="300" y="4523"/>
                  </a:lnTo>
                  <a:lnTo>
                    <a:pt x="182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5"/>
            <p:cNvSpPr/>
            <p:nvPr/>
          </p:nvSpPr>
          <p:spPr>
            <a:xfrm>
              <a:off x="273839" y="3502838"/>
              <a:ext cx="314214" cy="778307"/>
            </a:xfrm>
            <a:custGeom>
              <a:avLst/>
              <a:gdLst/>
              <a:ahLst/>
              <a:cxnLst/>
              <a:rect l="l" t="t" r="r" b="b"/>
              <a:pathLst>
                <a:path w="1826" h="4523" extrusionOk="0">
                  <a:moveTo>
                    <a:pt x="1" y="0"/>
                  </a:moveTo>
                  <a:lnTo>
                    <a:pt x="1516" y="4523"/>
                  </a:lnTo>
                  <a:lnTo>
                    <a:pt x="1825" y="4423"/>
                  </a:lnTo>
                  <a:lnTo>
                    <a:pt x="333" y="0"/>
                  </a:lnTo>
                  <a:close/>
                </a:path>
              </a:pathLst>
            </a:custGeom>
            <a:solidFill>
              <a:srgbClr val="FFB1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5"/>
            <p:cNvSpPr/>
            <p:nvPr/>
          </p:nvSpPr>
          <p:spPr>
            <a:xfrm>
              <a:off x="247339" y="3502838"/>
              <a:ext cx="314041" cy="778307"/>
            </a:xfrm>
            <a:custGeom>
              <a:avLst/>
              <a:gdLst/>
              <a:ahLst/>
              <a:cxnLst/>
              <a:rect l="l" t="t" r="r" b="b"/>
              <a:pathLst>
                <a:path w="1825" h="4523" extrusionOk="0">
                  <a:moveTo>
                    <a:pt x="0" y="0"/>
                  </a:moveTo>
                  <a:lnTo>
                    <a:pt x="1526" y="4523"/>
                  </a:lnTo>
                  <a:lnTo>
                    <a:pt x="1825" y="4423"/>
                  </a:lnTo>
                  <a:lnTo>
                    <a:pt x="34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5"/>
            <p:cNvSpPr/>
            <p:nvPr/>
          </p:nvSpPr>
          <p:spPr>
            <a:xfrm>
              <a:off x="-1874382" y="4210594"/>
              <a:ext cx="2530916" cy="74337"/>
            </a:xfrm>
            <a:custGeom>
              <a:avLst/>
              <a:gdLst/>
              <a:ahLst/>
              <a:cxnLst/>
              <a:rect l="l" t="t" r="r" b="b"/>
              <a:pathLst>
                <a:path w="14708" h="432" extrusionOk="0">
                  <a:moveTo>
                    <a:pt x="1" y="1"/>
                  </a:moveTo>
                  <a:lnTo>
                    <a:pt x="1" y="432"/>
                  </a:lnTo>
                  <a:lnTo>
                    <a:pt x="14708" y="432"/>
                  </a:lnTo>
                  <a:lnTo>
                    <a:pt x="14708" y="1"/>
                  </a:lnTo>
                  <a:close/>
                </a:path>
              </a:pathLst>
            </a:custGeom>
            <a:solidFill>
              <a:srgbClr val="FF8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83"/>
        <p:cNvGrpSpPr/>
        <p:nvPr/>
      </p:nvGrpSpPr>
      <p:grpSpPr>
        <a:xfrm>
          <a:off x="0" y="0"/>
          <a:ext cx="0" cy="0"/>
          <a:chOff x="0" y="0"/>
          <a:chExt cx="0" cy="0"/>
        </a:xfrm>
      </p:grpSpPr>
      <p:sp>
        <p:nvSpPr>
          <p:cNvPr id="184" name="Google Shape;184;p6"/>
          <p:cNvSpPr txBox="1">
            <a:spLocks noGrp="1"/>
          </p:cNvSpPr>
          <p:nvPr>
            <p:ph type="title"/>
          </p:nvPr>
        </p:nvSpPr>
        <p:spPr>
          <a:xfrm>
            <a:off x="720000" y="334125"/>
            <a:ext cx="7704000" cy="683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85" name="Google Shape;185;p6"/>
          <p:cNvSpPr/>
          <p:nvPr/>
        </p:nvSpPr>
        <p:spPr>
          <a:xfrm>
            <a:off x="-71400" y="4662850"/>
            <a:ext cx="9286800" cy="5526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86"/>
        <p:cNvGrpSpPr/>
        <p:nvPr/>
      </p:nvGrpSpPr>
      <p:grpSpPr>
        <a:xfrm>
          <a:off x="0" y="0"/>
          <a:ext cx="0" cy="0"/>
          <a:chOff x="0" y="0"/>
          <a:chExt cx="0" cy="0"/>
        </a:xfrm>
      </p:grpSpPr>
      <p:grpSp>
        <p:nvGrpSpPr>
          <p:cNvPr id="187" name="Google Shape;187;p7"/>
          <p:cNvGrpSpPr/>
          <p:nvPr/>
        </p:nvGrpSpPr>
        <p:grpSpPr>
          <a:xfrm flipH="1">
            <a:off x="-125295" y="3120794"/>
            <a:ext cx="9269295" cy="1715408"/>
            <a:chOff x="2477366" y="1218625"/>
            <a:chExt cx="7526833" cy="1392942"/>
          </a:xfrm>
        </p:grpSpPr>
        <p:sp>
          <p:nvSpPr>
            <p:cNvPr id="188" name="Google Shape;188;p7"/>
            <p:cNvSpPr/>
            <p:nvPr/>
          </p:nvSpPr>
          <p:spPr>
            <a:xfrm>
              <a:off x="9061672" y="1366006"/>
              <a:ext cx="942526" cy="1075265"/>
            </a:xfrm>
            <a:custGeom>
              <a:avLst/>
              <a:gdLst/>
              <a:ahLst/>
              <a:cxnLst/>
              <a:rect l="l" t="t" r="r" b="b"/>
              <a:pathLst>
                <a:path w="9190" h="10484" extrusionOk="0">
                  <a:moveTo>
                    <a:pt x="0" y="10118"/>
                  </a:moveTo>
                  <a:lnTo>
                    <a:pt x="0" y="9289"/>
                  </a:lnTo>
                  <a:cubicBezTo>
                    <a:pt x="0" y="9156"/>
                    <a:pt x="78" y="9046"/>
                    <a:pt x="177" y="9046"/>
                  </a:cubicBezTo>
                  <a:cubicBezTo>
                    <a:pt x="277" y="9046"/>
                    <a:pt x="354" y="8935"/>
                    <a:pt x="354" y="8802"/>
                  </a:cubicBezTo>
                  <a:lnTo>
                    <a:pt x="354" y="8614"/>
                  </a:lnTo>
                  <a:cubicBezTo>
                    <a:pt x="354" y="8482"/>
                    <a:pt x="431" y="8371"/>
                    <a:pt x="531" y="8371"/>
                  </a:cubicBezTo>
                  <a:lnTo>
                    <a:pt x="852" y="8371"/>
                  </a:lnTo>
                  <a:lnTo>
                    <a:pt x="852" y="8227"/>
                  </a:lnTo>
                  <a:lnTo>
                    <a:pt x="1062" y="8227"/>
                  </a:lnTo>
                  <a:cubicBezTo>
                    <a:pt x="1084" y="8205"/>
                    <a:pt x="1117" y="8194"/>
                    <a:pt x="1139" y="8194"/>
                  </a:cubicBezTo>
                  <a:lnTo>
                    <a:pt x="1139" y="8084"/>
                  </a:lnTo>
                  <a:lnTo>
                    <a:pt x="1017" y="8084"/>
                  </a:lnTo>
                  <a:lnTo>
                    <a:pt x="1017" y="7697"/>
                  </a:lnTo>
                  <a:lnTo>
                    <a:pt x="1139" y="7697"/>
                  </a:lnTo>
                  <a:lnTo>
                    <a:pt x="1139" y="7553"/>
                  </a:lnTo>
                  <a:lnTo>
                    <a:pt x="852" y="7553"/>
                  </a:lnTo>
                  <a:lnTo>
                    <a:pt x="852" y="7365"/>
                  </a:lnTo>
                  <a:lnTo>
                    <a:pt x="1139" y="7365"/>
                  </a:lnTo>
                  <a:lnTo>
                    <a:pt x="1139" y="7221"/>
                  </a:lnTo>
                  <a:lnTo>
                    <a:pt x="1017" y="7221"/>
                  </a:lnTo>
                  <a:lnTo>
                    <a:pt x="1017" y="6823"/>
                  </a:lnTo>
                  <a:lnTo>
                    <a:pt x="1139" y="6823"/>
                  </a:lnTo>
                  <a:lnTo>
                    <a:pt x="1139" y="6690"/>
                  </a:lnTo>
                  <a:lnTo>
                    <a:pt x="852" y="6690"/>
                  </a:lnTo>
                  <a:lnTo>
                    <a:pt x="852" y="6491"/>
                  </a:lnTo>
                  <a:lnTo>
                    <a:pt x="1139" y="6491"/>
                  </a:lnTo>
                  <a:lnTo>
                    <a:pt x="1139" y="6359"/>
                  </a:lnTo>
                  <a:lnTo>
                    <a:pt x="1017" y="6359"/>
                  </a:lnTo>
                  <a:lnTo>
                    <a:pt x="1017" y="5960"/>
                  </a:lnTo>
                  <a:lnTo>
                    <a:pt x="1139" y="5960"/>
                  </a:lnTo>
                  <a:lnTo>
                    <a:pt x="1139" y="5828"/>
                  </a:lnTo>
                  <a:lnTo>
                    <a:pt x="852" y="5828"/>
                  </a:lnTo>
                  <a:lnTo>
                    <a:pt x="852" y="5629"/>
                  </a:lnTo>
                  <a:lnTo>
                    <a:pt x="1139" y="5629"/>
                  </a:lnTo>
                  <a:lnTo>
                    <a:pt x="1139" y="5485"/>
                  </a:lnTo>
                  <a:lnTo>
                    <a:pt x="1017" y="5485"/>
                  </a:lnTo>
                  <a:lnTo>
                    <a:pt x="1017" y="5098"/>
                  </a:lnTo>
                  <a:lnTo>
                    <a:pt x="1139" y="5098"/>
                  </a:lnTo>
                  <a:lnTo>
                    <a:pt x="1139" y="4954"/>
                  </a:lnTo>
                  <a:lnTo>
                    <a:pt x="852" y="4954"/>
                  </a:lnTo>
                  <a:lnTo>
                    <a:pt x="852" y="4755"/>
                  </a:lnTo>
                  <a:lnTo>
                    <a:pt x="1139" y="4755"/>
                  </a:lnTo>
                  <a:lnTo>
                    <a:pt x="1139" y="4623"/>
                  </a:lnTo>
                  <a:lnTo>
                    <a:pt x="1017" y="4623"/>
                  </a:lnTo>
                  <a:lnTo>
                    <a:pt x="1017" y="4236"/>
                  </a:lnTo>
                  <a:lnTo>
                    <a:pt x="1139" y="4236"/>
                  </a:lnTo>
                  <a:lnTo>
                    <a:pt x="1139" y="4092"/>
                  </a:lnTo>
                  <a:lnTo>
                    <a:pt x="852" y="4092"/>
                  </a:lnTo>
                  <a:lnTo>
                    <a:pt x="852" y="3893"/>
                  </a:lnTo>
                  <a:lnTo>
                    <a:pt x="1139" y="3893"/>
                  </a:lnTo>
                  <a:lnTo>
                    <a:pt x="1139" y="3362"/>
                  </a:lnTo>
                  <a:lnTo>
                    <a:pt x="1692" y="3362"/>
                  </a:lnTo>
                  <a:lnTo>
                    <a:pt x="1692" y="2654"/>
                  </a:lnTo>
                  <a:lnTo>
                    <a:pt x="2090" y="2654"/>
                  </a:lnTo>
                  <a:lnTo>
                    <a:pt x="2090" y="1792"/>
                  </a:lnTo>
                  <a:lnTo>
                    <a:pt x="3152" y="1792"/>
                  </a:lnTo>
                  <a:lnTo>
                    <a:pt x="3152" y="2654"/>
                  </a:lnTo>
                  <a:lnTo>
                    <a:pt x="3539" y="2654"/>
                  </a:lnTo>
                  <a:lnTo>
                    <a:pt x="3539" y="3362"/>
                  </a:lnTo>
                  <a:lnTo>
                    <a:pt x="4092" y="3362"/>
                  </a:lnTo>
                  <a:lnTo>
                    <a:pt x="4092" y="4236"/>
                  </a:lnTo>
                  <a:cubicBezTo>
                    <a:pt x="4766" y="4258"/>
                    <a:pt x="5253" y="4302"/>
                    <a:pt x="5253" y="4368"/>
                  </a:cubicBezTo>
                  <a:lnTo>
                    <a:pt x="5253" y="4589"/>
                  </a:lnTo>
                  <a:lnTo>
                    <a:pt x="5253" y="4589"/>
                  </a:lnTo>
                  <a:lnTo>
                    <a:pt x="5253" y="4744"/>
                  </a:lnTo>
                  <a:lnTo>
                    <a:pt x="5253" y="4744"/>
                  </a:lnTo>
                  <a:lnTo>
                    <a:pt x="5253" y="5021"/>
                  </a:lnTo>
                  <a:lnTo>
                    <a:pt x="5253" y="5021"/>
                  </a:lnTo>
                  <a:lnTo>
                    <a:pt x="5253" y="5175"/>
                  </a:lnTo>
                  <a:lnTo>
                    <a:pt x="5253" y="5175"/>
                  </a:lnTo>
                  <a:lnTo>
                    <a:pt x="5253" y="5452"/>
                  </a:lnTo>
                  <a:lnTo>
                    <a:pt x="5253" y="5452"/>
                  </a:lnTo>
                  <a:lnTo>
                    <a:pt x="5253" y="5596"/>
                  </a:lnTo>
                  <a:lnTo>
                    <a:pt x="5253" y="5596"/>
                  </a:lnTo>
                  <a:lnTo>
                    <a:pt x="5253" y="5872"/>
                  </a:lnTo>
                  <a:lnTo>
                    <a:pt x="5253" y="5872"/>
                  </a:lnTo>
                  <a:lnTo>
                    <a:pt x="5253" y="6027"/>
                  </a:lnTo>
                  <a:lnTo>
                    <a:pt x="5253" y="6038"/>
                  </a:lnTo>
                  <a:lnTo>
                    <a:pt x="5253" y="6314"/>
                  </a:lnTo>
                  <a:lnTo>
                    <a:pt x="5253" y="6458"/>
                  </a:lnTo>
                  <a:lnTo>
                    <a:pt x="5253" y="6458"/>
                  </a:lnTo>
                  <a:lnTo>
                    <a:pt x="5253" y="6735"/>
                  </a:lnTo>
                  <a:lnTo>
                    <a:pt x="5253" y="6735"/>
                  </a:lnTo>
                  <a:lnTo>
                    <a:pt x="5253" y="6889"/>
                  </a:lnTo>
                  <a:lnTo>
                    <a:pt x="5253" y="6889"/>
                  </a:lnTo>
                  <a:lnTo>
                    <a:pt x="5253" y="7166"/>
                  </a:lnTo>
                  <a:lnTo>
                    <a:pt x="5253" y="7166"/>
                  </a:lnTo>
                  <a:lnTo>
                    <a:pt x="5253" y="7309"/>
                  </a:lnTo>
                  <a:lnTo>
                    <a:pt x="5253" y="7321"/>
                  </a:lnTo>
                  <a:lnTo>
                    <a:pt x="5253" y="7597"/>
                  </a:lnTo>
                  <a:lnTo>
                    <a:pt x="5253" y="7597"/>
                  </a:lnTo>
                  <a:lnTo>
                    <a:pt x="5253" y="7741"/>
                  </a:lnTo>
                  <a:lnTo>
                    <a:pt x="5253" y="7741"/>
                  </a:lnTo>
                  <a:lnTo>
                    <a:pt x="5253" y="7962"/>
                  </a:lnTo>
                  <a:lnTo>
                    <a:pt x="5684" y="7962"/>
                  </a:lnTo>
                  <a:lnTo>
                    <a:pt x="5684" y="3251"/>
                  </a:lnTo>
                  <a:lnTo>
                    <a:pt x="6248" y="3251"/>
                  </a:lnTo>
                  <a:lnTo>
                    <a:pt x="6248" y="874"/>
                  </a:lnTo>
                  <a:lnTo>
                    <a:pt x="6767" y="874"/>
                  </a:lnTo>
                  <a:lnTo>
                    <a:pt x="6767" y="0"/>
                  </a:lnTo>
                  <a:lnTo>
                    <a:pt x="7597" y="0"/>
                  </a:lnTo>
                  <a:lnTo>
                    <a:pt x="7597" y="874"/>
                  </a:lnTo>
                  <a:lnTo>
                    <a:pt x="8128" y="874"/>
                  </a:lnTo>
                  <a:lnTo>
                    <a:pt x="8128" y="3251"/>
                  </a:lnTo>
                  <a:lnTo>
                    <a:pt x="8691" y="3251"/>
                  </a:lnTo>
                  <a:lnTo>
                    <a:pt x="8691" y="3373"/>
                  </a:lnTo>
                  <a:lnTo>
                    <a:pt x="8835" y="3373"/>
                  </a:lnTo>
                  <a:lnTo>
                    <a:pt x="8835" y="3517"/>
                  </a:lnTo>
                  <a:lnTo>
                    <a:pt x="8691" y="3517"/>
                  </a:lnTo>
                  <a:lnTo>
                    <a:pt x="8691" y="3727"/>
                  </a:lnTo>
                  <a:lnTo>
                    <a:pt x="8835" y="3727"/>
                  </a:lnTo>
                  <a:lnTo>
                    <a:pt x="8835" y="3882"/>
                  </a:lnTo>
                  <a:lnTo>
                    <a:pt x="8691" y="3882"/>
                  </a:lnTo>
                  <a:lnTo>
                    <a:pt x="8691" y="4092"/>
                  </a:lnTo>
                  <a:lnTo>
                    <a:pt x="8835" y="4092"/>
                  </a:lnTo>
                  <a:lnTo>
                    <a:pt x="8835" y="4247"/>
                  </a:lnTo>
                  <a:lnTo>
                    <a:pt x="8691" y="4247"/>
                  </a:lnTo>
                  <a:lnTo>
                    <a:pt x="8691" y="4457"/>
                  </a:lnTo>
                  <a:lnTo>
                    <a:pt x="8835" y="4457"/>
                  </a:lnTo>
                  <a:lnTo>
                    <a:pt x="8835" y="4611"/>
                  </a:lnTo>
                  <a:lnTo>
                    <a:pt x="8691" y="4611"/>
                  </a:lnTo>
                  <a:lnTo>
                    <a:pt x="8691" y="4822"/>
                  </a:lnTo>
                  <a:lnTo>
                    <a:pt x="8835" y="4822"/>
                  </a:lnTo>
                  <a:lnTo>
                    <a:pt x="8835" y="4976"/>
                  </a:lnTo>
                  <a:lnTo>
                    <a:pt x="8691" y="4976"/>
                  </a:lnTo>
                  <a:lnTo>
                    <a:pt x="8691" y="5186"/>
                  </a:lnTo>
                  <a:lnTo>
                    <a:pt x="8835" y="5186"/>
                  </a:lnTo>
                  <a:lnTo>
                    <a:pt x="8835" y="5341"/>
                  </a:lnTo>
                  <a:lnTo>
                    <a:pt x="8691" y="5341"/>
                  </a:lnTo>
                  <a:lnTo>
                    <a:pt x="8691" y="5551"/>
                  </a:lnTo>
                  <a:lnTo>
                    <a:pt x="8835" y="5551"/>
                  </a:lnTo>
                  <a:lnTo>
                    <a:pt x="8835" y="5706"/>
                  </a:lnTo>
                  <a:lnTo>
                    <a:pt x="8691" y="5706"/>
                  </a:lnTo>
                  <a:lnTo>
                    <a:pt x="8691" y="5916"/>
                  </a:lnTo>
                  <a:lnTo>
                    <a:pt x="8835" y="5916"/>
                  </a:lnTo>
                  <a:lnTo>
                    <a:pt x="8835" y="6060"/>
                  </a:lnTo>
                  <a:lnTo>
                    <a:pt x="8691" y="6060"/>
                  </a:lnTo>
                  <a:lnTo>
                    <a:pt x="8691" y="6281"/>
                  </a:lnTo>
                  <a:lnTo>
                    <a:pt x="8835" y="6281"/>
                  </a:lnTo>
                  <a:lnTo>
                    <a:pt x="8835" y="6425"/>
                  </a:lnTo>
                  <a:lnTo>
                    <a:pt x="8691" y="6425"/>
                  </a:lnTo>
                  <a:lnTo>
                    <a:pt x="8691" y="6646"/>
                  </a:lnTo>
                  <a:lnTo>
                    <a:pt x="8835" y="6646"/>
                  </a:lnTo>
                  <a:lnTo>
                    <a:pt x="8835" y="6801"/>
                  </a:lnTo>
                  <a:lnTo>
                    <a:pt x="8691" y="6801"/>
                  </a:lnTo>
                  <a:lnTo>
                    <a:pt x="8691" y="7011"/>
                  </a:lnTo>
                  <a:lnTo>
                    <a:pt x="8835" y="7011"/>
                  </a:lnTo>
                  <a:lnTo>
                    <a:pt x="8835" y="7166"/>
                  </a:lnTo>
                  <a:lnTo>
                    <a:pt x="8691" y="7166"/>
                  </a:lnTo>
                  <a:lnTo>
                    <a:pt x="8691" y="7376"/>
                  </a:lnTo>
                  <a:lnTo>
                    <a:pt x="8835" y="7376"/>
                  </a:lnTo>
                  <a:lnTo>
                    <a:pt x="8835" y="7531"/>
                  </a:lnTo>
                  <a:lnTo>
                    <a:pt x="8691" y="7531"/>
                  </a:lnTo>
                  <a:lnTo>
                    <a:pt x="8691" y="7608"/>
                  </a:lnTo>
                  <a:lnTo>
                    <a:pt x="9189" y="7608"/>
                  </a:lnTo>
                  <a:lnTo>
                    <a:pt x="9189" y="10483"/>
                  </a:lnTo>
                  <a:lnTo>
                    <a:pt x="266" y="10483"/>
                  </a:lnTo>
                  <a:cubicBezTo>
                    <a:pt x="122" y="10483"/>
                    <a:pt x="0" y="10317"/>
                    <a:pt x="0" y="10118"/>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7"/>
            <p:cNvSpPr/>
            <p:nvPr/>
          </p:nvSpPr>
          <p:spPr>
            <a:xfrm>
              <a:off x="7295456" y="1218625"/>
              <a:ext cx="958423" cy="1237314"/>
            </a:xfrm>
            <a:custGeom>
              <a:avLst/>
              <a:gdLst/>
              <a:ahLst/>
              <a:cxnLst/>
              <a:rect l="l" t="t" r="r" b="b"/>
              <a:pathLst>
                <a:path w="9345" h="12064" extrusionOk="0">
                  <a:moveTo>
                    <a:pt x="9333" y="3870"/>
                  </a:moveTo>
                  <a:lnTo>
                    <a:pt x="8957" y="3870"/>
                  </a:lnTo>
                  <a:lnTo>
                    <a:pt x="8957" y="3063"/>
                  </a:lnTo>
                  <a:lnTo>
                    <a:pt x="8482" y="3063"/>
                  </a:lnTo>
                  <a:lnTo>
                    <a:pt x="8482" y="2079"/>
                  </a:lnTo>
                  <a:lnTo>
                    <a:pt x="7232" y="2079"/>
                  </a:lnTo>
                  <a:lnTo>
                    <a:pt x="7232" y="3063"/>
                  </a:lnTo>
                  <a:lnTo>
                    <a:pt x="6757" y="3063"/>
                  </a:lnTo>
                  <a:lnTo>
                    <a:pt x="6757" y="3870"/>
                  </a:lnTo>
                  <a:lnTo>
                    <a:pt x="6093" y="3870"/>
                  </a:lnTo>
                  <a:lnTo>
                    <a:pt x="6093" y="4876"/>
                  </a:lnTo>
                  <a:cubicBezTo>
                    <a:pt x="5286" y="4898"/>
                    <a:pt x="4711" y="4954"/>
                    <a:pt x="4711" y="5031"/>
                  </a:cubicBezTo>
                  <a:lnTo>
                    <a:pt x="4711" y="5285"/>
                  </a:lnTo>
                  <a:lnTo>
                    <a:pt x="4711" y="5274"/>
                  </a:lnTo>
                  <a:lnTo>
                    <a:pt x="4711" y="5451"/>
                  </a:lnTo>
                  <a:lnTo>
                    <a:pt x="4711" y="5462"/>
                  </a:lnTo>
                  <a:lnTo>
                    <a:pt x="4711" y="5783"/>
                  </a:lnTo>
                  <a:lnTo>
                    <a:pt x="4711" y="5783"/>
                  </a:lnTo>
                  <a:lnTo>
                    <a:pt x="4711" y="5949"/>
                  </a:lnTo>
                  <a:lnTo>
                    <a:pt x="4711" y="5949"/>
                  </a:lnTo>
                  <a:lnTo>
                    <a:pt x="4711" y="6270"/>
                  </a:lnTo>
                  <a:lnTo>
                    <a:pt x="4711" y="6270"/>
                  </a:lnTo>
                  <a:lnTo>
                    <a:pt x="4711" y="6447"/>
                  </a:lnTo>
                  <a:lnTo>
                    <a:pt x="4711" y="6458"/>
                  </a:lnTo>
                  <a:lnTo>
                    <a:pt x="4711" y="6778"/>
                  </a:lnTo>
                  <a:cubicBezTo>
                    <a:pt x="4711" y="6767"/>
                    <a:pt x="4711" y="6767"/>
                    <a:pt x="4711" y="6767"/>
                  </a:cubicBezTo>
                  <a:lnTo>
                    <a:pt x="4711" y="6944"/>
                  </a:lnTo>
                  <a:cubicBezTo>
                    <a:pt x="4711" y="6944"/>
                    <a:pt x="4711" y="6944"/>
                    <a:pt x="4711" y="6944"/>
                  </a:cubicBezTo>
                  <a:lnTo>
                    <a:pt x="4711" y="7265"/>
                  </a:lnTo>
                  <a:lnTo>
                    <a:pt x="4711" y="7265"/>
                  </a:lnTo>
                  <a:lnTo>
                    <a:pt x="4711" y="7442"/>
                  </a:lnTo>
                  <a:cubicBezTo>
                    <a:pt x="4711" y="7442"/>
                    <a:pt x="4711" y="7442"/>
                    <a:pt x="4711" y="7442"/>
                  </a:cubicBezTo>
                  <a:lnTo>
                    <a:pt x="4711" y="7773"/>
                  </a:lnTo>
                  <a:lnTo>
                    <a:pt x="4711" y="7773"/>
                  </a:lnTo>
                  <a:lnTo>
                    <a:pt x="4711" y="7939"/>
                  </a:lnTo>
                  <a:lnTo>
                    <a:pt x="4711" y="7939"/>
                  </a:lnTo>
                  <a:lnTo>
                    <a:pt x="4711" y="8260"/>
                  </a:lnTo>
                  <a:lnTo>
                    <a:pt x="4711" y="8260"/>
                  </a:lnTo>
                  <a:lnTo>
                    <a:pt x="4711" y="8437"/>
                  </a:lnTo>
                  <a:lnTo>
                    <a:pt x="4711" y="8758"/>
                  </a:lnTo>
                  <a:lnTo>
                    <a:pt x="4711" y="8923"/>
                  </a:lnTo>
                  <a:lnTo>
                    <a:pt x="4711" y="8934"/>
                  </a:lnTo>
                  <a:lnTo>
                    <a:pt x="4711" y="9189"/>
                  </a:lnTo>
                  <a:lnTo>
                    <a:pt x="4192" y="9189"/>
                  </a:lnTo>
                  <a:lnTo>
                    <a:pt x="4192" y="3749"/>
                  </a:lnTo>
                  <a:lnTo>
                    <a:pt x="3517" y="3749"/>
                  </a:lnTo>
                  <a:lnTo>
                    <a:pt x="3517" y="1006"/>
                  </a:lnTo>
                  <a:lnTo>
                    <a:pt x="2898" y="1006"/>
                  </a:lnTo>
                  <a:lnTo>
                    <a:pt x="2898" y="0"/>
                  </a:lnTo>
                  <a:lnTo>
                    <a:pt x="1903" y="0"/>
                  </a:lnTo>
                  <a:lnTo>
                    <a:pt x="1903" y="1006"/>
                  </a:lnTo>
                  <a:lnTo>
                    <a:pt x="1283" y="1006"/>
                  </a:lnTo>
                  <a:lnTo>
                    <a:pt x="1283" y="3749"/>
                  </a:lnTo>
                  <a:lnTo>
                    <a:pt x="609" y="3749"/>
                  </a:lnTo>
                  <a:lnTo>
                    <a:pt x="609" y="3881"/>
                  </a:lnTo>
                  <a:lnTo>
                    <a:pt x="432" y="3881"/>
                  </a:lnTo>
                  <a:lnTo>
                    <a:pt x="432" y="4058"/>
                  </a:lnTo>
                  <a:lnTo>
                    <a:pt x="609" y="4058"/>
                  </a:lnTo>
                  <a:lnTo>
                    <a:pt x="609" y="4301"/>
                  </a:lnTo>
                  <a:lnTo>
                    <a:pt x="432" y="4301"/>
                  </a:lnTo>
                  <a:lnTo>
                    <a:pt x="432" y="4467"/>
                  </a:lnTo>
                  <a:lnTo>
                    <a:pt x="609" y="4467"/>
                  </a:lnTo>
                  <a:lnTo>
                    <a:pt x="609" y="4722"/>
                  </a:lnTo>
                  <a:lnTo>
                    <a:pt x="432" y="4722"/>
                  </a:lnTo>
                  <a:lnTo>
                    <a:pt x="432" y="4887"/>
                  </a:lnTo>
                  <a:lnTo>
                    <a:pt x="609" y="4887"/>
                  </a:lnTo>
                  <a:lnTo>
                    <a:pt x="609" y="5142"/>
                  </a:lnTo>
                  <a:lnTo>
                    <a:pt x="432" y="5142"/>
                  </a:lnTo>
                  <a:lnTo>
                    <a:pt x="432" y="5308"/>
                  </a:lnTo>
                  <a:lnTo>
                    <a:pt x="609" y="5308"/>
                  </a:lnTo>
                  <a:lnTo>
                    <a:pt x="609" y="5562"/>
                  </a:lnTo>
                  <a:lnTo>
                    <a:pt x="432" y="5562"/>
                  </a:lnTo>
                  <a:lnTo>
                    <a:pt x="432" y="5728"/>
                  </a:lnTo>
                  <a:lnTo>
                    <a:pt x="609" y="5728"/>
                  </a:lnTo>
                  <a:lnTo>
                    <a:pt x="609" y="5982"/>
                  </a:lnTo>
                  <a:lnTo>
                    <a:pt x="432" y="5982"/>
                  </a:lnTo>
                  <a:lnTo>
                    <a:pt x="432" y="6148"/>
                  </a:lnTo>
                  <a:lnTo>
                    <a:pt x="609" y="6148"/>
                  </a:lnTo>
                  <a:lnTo>
                    <a:pt x="609" y="6402"/>
                  </a:lnTo>
                  <a:lnTo>
                    <a:pt x="432" y="6402"/>
                  </a:lnTo>
                  <a:lnTo>
                    <a:pt x="432" y="6568"/>
                  </a:lnTo>
                  <a:lnTo>
                    <a:pt x="609" y="6568"/>
                  </a:lnTo>
                  <a:lnTo>
                    <a:pt x="609" y="6822"/>
                  </a:lnTo>
                  <a:lnTo>
                    <a:pt x="432" y="6822"/>
                  </a:lnTo>
                  <a:lnTo>
                    <a:pt x="432" y="6988"/>
                  </a:lnTo>
                  <a:lnTo>
                    <a:pt x="609" y="6988"/>
                  </a:lnTo>
                  <a:lnTo>
                    <a:pt x="609" y="7243"/>
                  </a:lnTo>
                  <a:lnTo>
                    <a:pt x="432" y="7243"/>
                  </a:lnTo>
                  <a:lnTo>
                    <a:pt x="432" y="7409"/>
                  </a:lnTo>
                  <a:lnTo>
                    <a:pt x="609" y="7409"/>
                  </a:lnTo>
                  <a:lnTo>
                    <a:pt x="609" y="7652"/>
                  </a:lnTo>
                  <a:lnTo>
                    <a:pt x="432" y="7652"/>
                  </a:lnTo>
                  <a:lnTo>
                    <a:pt x="432" y="7829"/>
                  </a:lnTo>
                  <a:lnTo>
                    <a:pt x="609" y="7829"/>
                  </a:lnTo>
                  <a:lnTo>
                    <a:pt x="609" y="8072"/>
                  </a:lnTo>
                  <a:lnTo>
                    <a:pt x="432" y="8072"/>
                  </a:lnTo>
                  <a:lnTo>
                    <a:pt x="432" y="8238"/>
                  </a:lnTo>
                  <a:lnTo>
                    <a:pt x="609" y="8238"/>
                  </a:lnTo>
                  <a:lnTo>
                    <a:pt x="609" y="8492"/>
                  </a:lnTo>
                  <a:lnTo>
                    <a:pt x="432" y="8492"/>
                  </a:lnTo>
                  <a:lnTo>
                    <a:pt x="432" y="8658"/>
                  </a:lnTo>
                  <a:lnTo>
                    <a:pt x="609" y="8658"/>
                  </a:lnTo>
                  <a:lnTo>
                    <a:pt x="609" y="8746"/>
                  </a:lnTo>
                  <a:lnTo>
                    <a:pt x="1" y="8746"/>
                  </a:lnTo>
                  <a:lnTo>
                    <a:pt x="1" y="12064"/>
                  </a:lnTo>
                  <a:lnTo>
                    <a:pt x="9344" y="12064"/>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7"/>
            <p:cNvSpPr/>
            <p:nvPr/>
          </p:nvSpPr>
          <p:spPr>
            <a:xfrm>
              <a:off x="6303722" y="1626823"/>
              <a:ext cx="957295" cy="829115"/>
            </a:xfrm>
            <a:custGeom>
              <a:avLst/>
              <a:gdLst/>
              <a:ahLst/>
              <a:cxnLst/>
              <a:rect l="l" t="t" r="r" b="b"/>
              <a:pathLst>
                <a:path w="9334" h="8084" extrusionOk="0">
                  <a:moveTo>
                    <a:pt x="9311" y="6912"/>
                  </a:moveTo>
                  <a:cubicBezTo>
                    <a:pt x="9223" y="6890"/>
                    <a:pt x="9167" y="6812"/>
                    <a:pt x="9167" y="6724"/>
                  </a:cubicBezTo>
                  <a:lnTo>
                    <a:pt x="9167" y="6569"/>
                  </a:lnTo>
                  <a:cubicBezTo>
                    <a:pt x="9167" y="6558"/>
                    <a:pt x="9167" y="6547"/>
                    <a:pt x="9167" y="6547"/>
                  </a:cubicBezTo>
                  <a:cubicBezTo>
                    <a:pt x="9223" y="6469"/>
                    <a:pt x="9256" y="6392"/>
                    <a:pt x="9267" y="6293"/>
                  </a:cubicBezTo>
                  <a:cubicBezTo>
                    <a:pt x="9267" y="6093"/>
                    <a:pt x="9101" y="5585"/>
                    <a:pt x="8913" y="5585"/>
                  </a:cubicBezTo>
                  <a:cubicBezTo>
                    <a:pt x="8714" y="5585"/>
                    <a:pt x="8559" y="6093"/>
                    <a:pt x="8559" y="6293"/>
                  </a:cubicBezTo>
                  <a:cubicBezTo>
                    <a:pt x="8559" y="6326"/>
                    <a:pt x="8559" y="6348"/>
                    <a:pt x="8559" y="6381"/>
                  </a:cubicBezTo>
                  <a:lnTo>
                    <a:pt x="8139" y="6381"/>
                  </a:lnTo>
                  <a:lnTo>
                    <a:pt x="8139" y="1361"/>
                  </a:lnTo>
                  <a:lnTo>
                    <a:pt x="7796" y="1361"/>
                  </a:lnTo>
                  <a:lnTo>
                    <a:pt x="7796" y="885"/>
                  </a:lnTo>
                  <a:lnTo>
                    <a:pt x="7442" y="885"/>
                  </a:lnTo>
                  <a:lnTo>
                    <a:pt x="7442" y="742"/>
                  </a:lnTo>
                  <a:lnTo>
                    <a:pt x="7442" y="454"/>
                  </a:lnTo>
                  <a:lnTo>
                    <a:pt x="7232" y="454"/>
                  </a:lnTo>
                  <a:lnTo>
                    <a:pt x="7232" y="1"/>
                  </a:lnTo>
                  <a:lnTo>
                    <a:pt x="6558" y="1"/>
                  </a:lnTo>
                  <a:lnTo>
                    <a:pt x="6558" y="454"/>
                  </a:lnTo>
                  <a:lnTo>
                    <a:pt x="6348" y="454"/>
                  </a:lnTo>
                  <a:lnTo>
                    <a:pt x="6348" y="885"/>
                  </a:lnTo>
                  <a:lnTo>
                    <a:pt x="5983" y="885"/>
                  </a:lnTo>
                  <a:lnTo>
                    <a:pt x="5983" y="1239"/>
                  </a:lnTo>
                  <a:lnTo>
                    <a:pt x="5983" y="1361"/>
                  </a:lnTo>
                  <a:lnTo>
                    <a:pt x="5607" y="1361"/>
                  </a:lnTo>
                  <a:lnTo>
                    <a:pt x="5607" y="3141"/>
                  </a:lnTo>
                  <a:lnTo>
                    <a:pt x="2456" y="3141"/>
                  </a:lnTo>
                  <a:lnTo>
                    <a:pt x="2456" y="1361"/>
                  </a:lnTo>
                  <a:lnTo>
                    <a:pt x="2057" y="1361"/>
                  </a:lnTo>
                  <a:lnTo>
                    <a:pt x="2057" y="885"/>
                  </a:lnTo>
                  <a:lnTo>
                    <a:pt x="1903" y="885"/>
                  </a:lnTo>
                  <a:lnTo>
                    <a:pt x="1903" y="797"/>
                  </a:lnTo>
                  <a:lnTo>
                    <a:pt x="1903" y="653"/>
                  </a:lnTo>
                  <a:lnTo>
                    <a:pt x="1317" y="653"/>
                  </a:lnTo>
                  <a:lnTo>
                    <a:pt x="1317" y="797"/>
                  </a:lnTo>
                  <a:lnTo>
                    <a:pt x="1317" y="885"/>
                  </a:lnTo>
                  <a:lnTo>
                    <a:pt x="996" y="885"/>
                  </a:lnTo>
                  <a:lnTo>
                    <a:pt x="996" y="797"/>
                  </a:lnTo>
                  <a:cubicBezTo>
                    <a:pt x="985" y="742"/>
                    <a:pt x="985" y="697"/>
                    <a:pt x="996" y="653"/>
                  </a:cubicBezTo>
                  <a:lnTo>
                    <a:pt x="399" y="653"/>
                  </a:lnTo>
                  <a:lnTo>
                    <a:pt x="399" y="896"/>
                  </a:lnTo>
                  <a:lnTo>
                    <a:pt x="255" y="896"/>
                  </a:lnTo>
                  <a:lnTo>
                    <a:pt x="255" y="1250"/>
                  </a:lnTo>
                  <a:cubicBezTo>
                    <a:pt x="244" y="1283"/>
                    <a:pt x="244" y="1328"/>
                    <a:pt x="255" y="1361"/>
                  </a:cubicBezTo>
                  <a:lnTo>
                    <a:pt x="1" y="1361"/>
                  </a:lnTo>
                  <a:lnTo>
                    <a:pt x="1" y="8084"/>
                  </a:lnTo>
                  <a:lnTo>
                    <a:pt x="9278" y="8084"/>
                  </a:lnTo>
                  <a:cubicBezTo>
                    <a:pt x="9289" y="8084"/>
                    <a:pt x="9311" y="8084"/>
                    <a:pt x="9333" y="80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7"/>
            <p:cNvSpPr/>
            <p:nvPr/>
          </p:nvSpPr>
          <p:spPr>
            <a:xfrm>
              <a:off x="8253874" y="1312674"/>
              <a:ext cx="956167" cy="829115"/>
            </a:xfrm>
            <a:custGeom>
              <a:avLst/>
              <a:gdLst/>
              <a:ahLst/>
              <a:cxnLst/>
              <a:rect l="l" t="t" r="r" b="b"/>
              <a:pathLst>
                <a:path w="9323" h="8084" extrusionOk="0">
                  <a:moveTo>
                    <a:pt x="9311" y="6912"/>
                  </a:moveTo>
                  <a:cubicBezTo>
                    <a:pt x="9223" y="6890"/>
                    <a:pt x="9167" y="6812"/>
                    <a:pt x="9167" y="6724"/>
                  </a:cubicBezTo>
                  <a:lnTo>
                    <a:pt x="9167" y="6569"/>
                  </a:lnTo>
                  <a:cubicBezTo>
                    <a:pt x="9167" y="6558"/>
                    <a:pt x="9167" y="6547"/>
                    <a:pt x="9167" y="6547"/>
                  </a:cubicBezTo>
                  <a:cubicBezTo>
                    <a:pt x="9223" y="6469"/>
                    <a:pt x="9267" y="6392"/>
                    <a:pt x="9267" y="6293"/>
                  </a:cubicBezTo>
                  <a:cubicBezTo>
                    <a:pt x="9267" y="6093"/>
                    <a:pt x="9101" y="5585"/>
                    <a:pt x="8913" y="5585"/>
                  </a:cubicBezTo>
                  <a:cubicBezTo>
                    <a:pt x="8714" y="5585"/>
                    <a:pt x="8559" y="6093"/>
                    <a:pt x="8559" y="6293"/>
                  </a:cubicBezTo>
                  <a:cubicBezTo>
                    <a:pt x="8559" y="6326"/>
                    <a:pt x="8559" y="6348"/>
                    <a:pt x="8570" y="6381"/>
                  </a:cubicBezTo>
                  <a:lnTo>
                    <a:pt x="8139" y="6381"/>
                  </a:lnTo>
                  <a:lnTo>
                    <a:pt x="8139" y="1361"/>
                  </a:lnTo>
                  <a:lnTo>
                    <a:pt x="7796" y="1361"/>
                  </a:lnTo>
                  <a:lnTo>
                    <a:pt x="7796" y="885"/>
                  </a:lnTo>
                  <a:lnTo>
                    <a:pt x="7431" y="885"/>
                  </a:lnTo>
                  <a:lnTo>
                    <a:pt x="7431" y="742"/>
                  </a:lnTo>
                  <a:lnTo>
                    <a:pt x="7431" y="454"/>
                  </a:lnTo>
                  <a:lnTo>
                    <a:pt x="7221" y="454"/>
                  </a:lnTo>
                  <a:lnTo>
                    <a:pt x="7221" y="1"/>
                  </a:lnTo>
                  <a:lnTo>
                    <a:pt x="6547" y="1"/>
                  </a:lnTo>
                  <a:lnTo>
                    <a:pt x="6547" y="454"/>
                  </a:lnTo>
                  <a:lnTo>
                    <a:pt x="6337" y="454"/>
                  </a:lnTo>
                  <a:lnTo>
                    <a:pt x="6337" y="885"/>
                  </a:lnTo>
                  <a:lnTo>
                    <a:pt x="5972" y="885"/>
                  </a:lnTo>
                  <a:lnTo>
                    <a:pt x="5972" y="1239"/>
                  </a:lnTo>
                  <a:lnTo>
                    <a:pt x="5972" y="1361"/>
                  </a:lnTo>
                  <a:lnTo>
                    <a:pt x="5596" y="1361"/>
                  </a:lnTo>
                  <a:lnTo>
                    <a:pt x="5596" y="3141"/>
                  </a:lnTo>
                  <a:lnTo>
                    <a:pt x="2455" y="3141"/>
                  </a:lnTo>
                  <a:lnTo>
                    <a:pt x="2455" y="1361"/>
                  </a:lnTo>
                  <a:lnTo>
                    <a:pt x="2057" y="1361"/>
                  </a:lnTo>
                  <a:lnTo>
                    <a:pt x="2057" y="885"/>
                  </a:lnTo>
                  <a:lnTo>
                    <a:pt x="1903" y="885"/>
                  </a:lnTo>
                  <a:lnTo>
                    <a:pt x="1903" y="797"/>
                  </a:lnTo>
                  <a:lnTo>
                    <a:pt x="1903" y="653"/>
                  </a:lnTo>
                  <a:lnTo>
                    <a:pt x="1317" y="653"/>
                  </a:lnTo>
                  <a:lnTo>
                    <a:pt x="1317" y="797"/>
                  </a:lnTo>
                  <a:lnTo>
                    <a:pt x="1317" y="885"/>
                  </a:lnTo>
                  <a:lnTo>
                    <a:pt x="985" y="885"/>
                  </a:lnTo>
                  <a:lnTo>
                    <a:pt x="985" y="797"/>
                  </a:lnTo>
                  <a:cubicBezTo>
                    <a:pt x="985" y="742"/>
                    <a:pt x="985" y="697"/>
                    <a:pt x="985" y="653"/>
                  </a:cubicBezTo>
                  <a:lnTo>
                    <a:pt x="399" y="653"/>
                  </a:lnTo>
                  <a:lnTo>
                    <a:pt x="399" y="896"/>
                  </a:lnTo>
                  <a:lnTo>
                    <a:pt x="244" y="896"/>
                  </a:lnTo>
                  <a:lnTo>
                    <a:pt x="244" y="1250"/>
                  </a:lnTo>
                  <a:cubicBezTo>
                    <a:pt x="244" y="1283"/>
                    <a:pt x="244" y="1328"/>
                    <a:pt x="244" y="1361"/>
                  </a:cubicBezTo>
                  <a:lnTo>
                    <a:pt x="1" y="1361"/>
                  </a:lnTo>
                  <a:lnTo>
                    <a:pt x="1" y="8084"/>
                  </a:lnTo>
                  <a:lnTo>
                    <a:pt x="9278" y="8084"/>
                  </a:lnTo>
                  <a:cubicBezTo>
                    <a:pt x="9289" y="8084"/>
                    <a:pt x="9311" y="8084"/>
                    <a:pt x="9322" y="80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7"/>
            <p:cNvSpPr/>
            <p:nvPr/>
          </p:nvSpPr>
          <p:spPr>
            <a:xfrm>
              <a:off x="2477366" y="2056267"/>
              <a:ext cx="7425000" cy="5553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3" name="Google Shape;193;p7"/>
          <p:cNvSpPr txBox="1">
            <a:spLocks noGrp="1"/>
          </p:cNvSpPr>
          <p:nvPr>
            <p:ph type="title"/>
          </p:nvPr>
        </p:nvSpPr>
        <p:spPr>
          <a:xfrm>
            <a:off x="720000" y="334125"/>
            <a:ext cx="7704000" cy="683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94" name="Google Shape;194;p7"/>
          <p:cNvSpPr txBox="1">
            <a:spLocks noGrp="1"/>
          </p:cNvSpPr>
          <p:nvPr>
            <p:ph type="body" idx="1"/>
          </p:nvPr>
        </p:nvSpPr>
        <p:spPr>
          <a:xfrm flipH="1">
            <a:off x="4545688" y="1584825"/>
            <a:ext cx="3705900" cy="23166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sz="14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a:p>
        </p:txBody>
      </p:sp>
      <p:sp>
        <p:nvSpPr>
          <p:cNvPr id="195" name="Google Shape;195;p7"/>
          <p:cNvSpPr>
            <a:spLocks noGrp="1"/>
          </p:cNvSpPr>
          <p:nvPr>
            <p:ph type="pic" idx="2"/>
          </p:nvPr>
        </p:nvSpPr>
        <p:spPr>
          <a:xfrm>
            <a:off x="892413" y="1259775"/>
            <a:ext cx="2966700" cy="2966700"/>
          </a:xfrm>
          <a:prstGeom prst="ellipse">
            <a:avLst/>
          </a:prstGeom>
          <a:noFill/>
          <a:ln w="19050" cap="flat" cmpd="sng">
            <a:solidFill>
              <a:schemeClr val="accent6"/>
            </a:solidFill>
            <a:prstDash val="solid"/>
            <a:round/>
            <a:headEnd type="none" w="sm" len="sm"/>
            <a:tailEnd type="none" w="sm" len="sm"/>
          </a:ln>
        </p:spPr>
      </p:sp>
      <p:grpSp>
        <p:nvGrpSpPr>
          <p:cNvPr id="196" name="Google Shape;196;p7"/>
          <p:cNvGrpSpPr/>
          <p:nvPr/>
        </p:nvGrpSpPr>
        <p:grpSpPr>
          <a:xfrm>
            <a:off x="8430787" y="0"/>
            <a:ext cx="1671525" cy="4544675"/>
            <a:chOff x="616750" y="-26175"/>
            <a:chExt cx="1671525" cy="4544675"/>
          </a:xfrm>
        </p:grpSpPr>
        <p:sp>
          <p:nvSpPr>
            <p:cNvPr id="197" name="Google Shape;197;p7"/>
            <p:cNvSpPr/>
            <p:nvPr/>
          </p:nvSpPr>
          <p:spPr>
            <a:xfrm>
              <a:off x="1483823" y="4035779"/>
              <a:ext cx="215474" cy="184903"/>
            </a:xfrm>
            <a:custGeom>
              <a:avLst/>
              <a:gdLst/>
              <a:ahLst/>
              <a:cxnLst/>
              <a:rect l="l" t="t" r="r" b="b"/>
              <a:pathLst>
                <a:path w="874" h="750" extrusionOk="0">
                  <a:moveTo>
                    <a:pt x="498" y="0"/>
                  </a:moveTo>
                  <a:cubicBezTo>
                    <a:pt x="166" y="0"/>
                    <a:pt x="0" y="398"/>
                    <a:pt x="243" y="642"/>
                  </a:cubicBezTo>
                  <a:cubicBezTo>
                    <a:pt x="318" y="716"/>
                    <a:pt x="410" y="750"/>
                    <a:pt x="500" y="750"/>
                  </a:cubicBezTo>
                  <a:cubicBezTo>
                    <a:pt x="691" y="750"/>
                    <a:pt x="874" y="601"/>
                    <a:pt x="874" y="376"/>
                  </a:cubicBezTo>
                  <a:cubicBezTo>
                    <a:pt x="874" y="166"/>
                    <a:pt x="708" y="0"/>
                    <a:pt x="4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7"/>
            <p:cNvSpPr/>
            <p:nvPr/>
          </p:nvSpPr>
          <p:spPr>
            <a:xfrm>
              <a:off x="1322834" y="1691206"/>
              <a:ext cx="569995" cy="188355"/>
            </a:xfrm>
            <a:custGeom>
              <a:avLst/>
              <a:gdLst/>
              <a:ahLst/>
              <a:cxnLst/>
              <a:rect l="l" t="t" r="r" b="b"/>
              <a:pathLst>
                <a:path w="2312" h="764" extrusionOk="0">
                  <a:moveTo>
                    <a:pt x="1" y="1"/>
                  </a:moveTo>
                  <a:lnTo>
                    <a:pt x="1" y="764"/>
                  </a:lnTo>
                  <a:lnTo>
                    <a:pt x="2312" y="764"/>
                  </a:lnTo>
                  <a:lnTo>
                    <a:pt x="2312" y="1"/>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7"/>
            <p:cNvSpPr/>
            <p:nvPr/>
          </p:nvSpPr>
          <p:spPr>
            <a:xfrm>
              <a:off x="1322834" y="1091627"/>
              <a:ext cx="569995" cy="188355"/>
            </a:xfrm>
            <a:custGeom>
              <a:avLst/>
              <a:gdLst/>
              <a:ahLst/>
              <a:cxnLst/>
              <a:rect l="l" t="t" r="r" b="b"/>
              <a:pathLst>
                <a:path w="2312" h="764" extrusionOk="0">
                  <a:moveTo>
                    <a:pt x="1" y="0"/>
                  </a:moveTo>
                  <a:lnTo>
                    <a:pt x="1" y="763"/>
                  </a:lnTo>
                  <a:lnTo>
                    <a:pt x="2312" y="763"/>
                  </a:lnTo>
                  <a:lnTo>
                    <a:pt x="2312" y="0"/>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7"/>
            <p:cNvSpPr/>
            <p:nvPr/>
          </p:nvSpPr>
          <p:spPr>
            <a:xfrm>
              <a:off x="1322834" y="491801"/>
              <a:ext cx="569995" cy="188355"/>
            </a:xfrm>
            <a:custGeom>
              <a:avLst/>
              <a:gdLst/>
              <a:ahLst/>
              <a:cxnLst/>
              <a:rect l="l" t="t" r="r" b="b"/>
              <a:pathLst>
                <a:path w="2312" h="764" extrusionOk="0">
                  <a:moveTo>
                    <a:pt x="1" y="1"/>
                  </a:moveTo>
                  <a:lnTo>
                    <a:pt x="1" y="764"/>
                  </a:lnTo>
                  <a:lnTo>
                    <a:pt x="2312" y="764"/>
                  </a:lnTo>
                  <a:lnTo>
                    <a:pt x="2312" y="1"/>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7"/>
            <p:cNvSpPr/>
            <p:nvPr/>
          </p:nvSpPr>
          <p:spPr>
            <a:xfrm>
              <a:off x="1347487" y="4128478"/>
              <a:ext cx="518222" cy="305460"/>
            </a:xfrm>
            <a:custGeom>
              <a:avLst/>
              <a:gdLst/>
              <a:ahLst/>
              <a:cxnLst/>
              <a:rect l="l" t="t" r="r" b="b"/>
              <a:pathLst>
                <a:path w="2102" h="1239" extrusionOk="0">
                  <a:moveTo>
                    <a:pt x="0" y="0"/>
                  </a:moveTo>
                  <a:lnTo>
                    <a:pt x="0" y="1239"/>
                  </a:lnTo>
                  <a:lnTo>
                    <a:pt x="2101" y="1239"/>
                  </a:lnTo>
                  <a:lnTo>
                    <a:pt x="2101" y="962"/>
                  </a:lnTo>
                  <a:cubicBezTo>
                    <a:pt x="2101" y="432"/>
                    <a:pt x="1670" y="0"/>
                    <a:pt x="113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7"/>
            <p:cNvSpPr/>
            <p:nvPr/>
          </p:nvSpPr>
          <p:spPr>
            <a:xfrm>
              <a:off x="1347487" y="3820306"/>
              <a:ext cx="520934" cy="308418"/>
            </a:xfrm>
            <a:custGeom>
              <a:avLst/>
              <a:gdLst/>
              <a:ahLst/>
              <a:cxnLst/>
              <a:rect l="l" t="t" r="r" b="b"/>
              <a:pathLst>
                <a:path w="2113" h="1251" extrusionOk="0">
                  <a:moveTo>
                    <a:pt x="0" y="1"/>
                  </a:moveTo>
                  <a:lnTo>
                    <a:pt x="0" y="1250"/>
                  </a:lnTo>
                  <a:lnTo>
                    <a:pt x="1139" y="1250"/>
                  </a:lnTo>
                  <a:cubicBezTo>
                    <a:pt x="1670" y="1250"/>
                    <a:pt x="2112" y="808"/>
                    <a:pt x="2112" y="277"/>
                  </a:cubicBezTo>
                  <a:lnTo>
                    <a:pt x="211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7"/>
            <p:cNvSpPr/>
            <p:nvPr/>
          </p:nvSpPr>
          <p:spPr>
            <a:xfrm>
              <a:off x="1249365" y="4349129"/>
              <a:ext cx="717178" cy="169371"/>
            </a:xfrm>
            <a:custGeom>
              <a:avLst/>
              <a:gdLst/>
              <a:ahLst/>
              <a:cxnLst/>
              <a:rect l="l" t="t" r="r" b="b"/>
              <a:pathLst>
                <a:path w="2909" h="687" extrusionOk="0">
                  <a:moveTo>
                    <a:pt x="0" y="1"/>
                  </a:moveTo>
                  <a:lnTo>
                    <a:pt x="0" y="687"/>
                  </a:lnTo>
                  <a:lnTo>
                    <a:pt x="2908" y="687"/>
                  </a:lnTo>
                  <a:lnTo>
                    <a:pt x="290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7"/>
            <p:cNvSpPr/>
            <p:nvPr/>
          </p:nvSpPr>
          <p:spPr>
            <a:xfrm>
              <a:off x="1322834" y="-26175"/>
              <a:ext cx="142006" cy="2426422"/>
            </a:xfrm>
            <a:custGeom>
              <a:avLst/>
              <a:gdLst/>
              <a:ahLst/>
              <a:cxnLst/>
              <a:rect l="l" t="t" r="r" b="b"/>
              <a:pathLst>
                <a:path w="576" h="9842" extrusionOk="0">
                  <a:moveTo>
                    <a:pt x="1" y="1"/>
                  </a:moveTo>
                  <a:lnTo>
                    <a:pt x="1" y="9079"/>
                  </a:lnTo>
                  <a:cubicBezTo>
                    <a:pt x="1" y="9400"/>
                    <a:pt x="189" y="9698"/>
                    <a:pt x="487" y="9842"/>
                  </a:cubicBezTo>
                  <a:cubicBezTo>
                    <a:pt x="532" y="9798"/>
                    <a:pt x="554" y="9742"/>
                    <a:pt x="576" y="9676"/>
                  </a:cubicBezTo>
                  <a:cubicBezTo>
                    <a:pt x="410" y="9521"/>
                    <a:pt x="310" y="9300"/>
                    <a:pt x="310" y="9079"/>
                  </a:cubicBezTo>
                  <a:lnTo>
                    <a:pt x="31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7"/>
            <p:cNvSpPr/>
            <p:nvPr/>
          </p:nvSpPr>
          <p:spPr>
            <a:xfrm>
              <a:off x="1838097" y="-26175"/>
              <a:ext cx="450177" cy="3846725"/>
            </a:xfrm>
            <a:custGeom>
              <a:avLst/>
              <a:gdLst/>
              <a:ahLst/>
              <a:cxnLst/>
              <a:rect l="l" t="t" r="r" b="b"/>
              <a:pathLst>
                <a:path w="1826" h="15603" extrusionOk="0">
                  <a:moveTo>
                    <a:pt x="1504" y="1"/>
                  </a:moveTo>
                  <a:lnTo>
                    <a:pt x="1" y="15603"/>
                  </a:lnTo>
                  <a:lnTo>
                    <a:pt x="321" y="15603"/>
                  </a:lnTo>
                  <a:lnTo>
                    <a:pt x="18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7"/>
            <p:cNvSpPr/>
            <p:nvPr/>
          </p:nvSpPr>
          <p:spPr>
            <a:xfrm>
              <a:off x="1167515" y="-26175"/>
              <a:ext cx="275629" cy="2446145"/>
            </a:xfrm>
            <a:custGeom>
              <a:avLst/>
              <a:gdLst/>
              <a:ahLst/>
              <a:cxnLst/>
              <a:rect l="l" t="t" r="r" b="b"/>
              <a:pathLst>
                <a:path w="1118" h="9922" extrusionOk="0">
                  <a:moveTo>
                    <a:pt x="0" y="1"/>
                  </a:moveTo>
                  <a:lnTo>
                    <a:pt x="0" y="9079"/>
                  </a:lnTo>
                  <a:cubicBezTo>
                    <a:pt x="0" y="9543"/>
                    <a:pt x="376" y="9919"/>
                    <a:pt x="841" y="9919"/>
                  </a:cubicBezTo>
                  <a:cubicBezTo>
                    <a:pt x="854" y="9921"/>
                    <a:pt x="867" y="9921"/>
                    <a:pt x="879" y="9921"/>
                  </a:cubicBezTo>
                  <a:cubicBezTo>
                    <a:pt x="966" y="9921"/>
                    <a:pt x="1050" y="9890"/>
                    <a:pt x="1117" y="9842"/>
                  </a:cubicBezTo>
                  <a:cubicBezTo>
                    <a:pt x="819" y="9709"/>
                    <a:pt x="620" y="9411"/>
                    <a:pt x="631" y="9079"/>
                  </a:cubicBezTo>
                  <a:lnTo>
                    <a:pt x="6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7"/>
            <p:cNvSpPr/>
            <p:nvPr/>
          </p:nvSpPr>
          <p:spPr>
            <a:xfrm>
              <a:off x="1685490" y="-26175"/>
              <a:ext cx="523646" cy="3846725"/>
            </a:xfrm>
            <a:custGeom>
              <a:avLst/>
              <a:gdLst/>
              <a:ahLst/>
              <a:cxnLst/>
              <a:rect l="l" t="t" r="r" b="b"/>
              <a:pathLst>
                <a:path w="2124" h="15603" extrusionOk="0">
                  <a:moveTo>
                    <a:pt x="1493" y="1"/>
                  </a:moveTo>
                  <a:lnTo>
                    <a:pt x="0" y="15603"/>
                  </a:lnTo>
                  <a:lnTo>
                    <a:pt x="620" y="15603"/>
                  </a:lnTo>
                  <a:lnTo>
                    <a:pt x="21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7"/>
            <p:cNvSpPr/>
            <p:nvPr/>
          </p:nvSpPr>
          <p:spPr>
            <a:xfrm>
              <a:off x="1442897" y="2359323"/>
              <a:ext cx="122776" cy="60155"/>
            </a:xfrm>
            <a:custGeom>
              <a:avLst/>
              <a:gdLst/>
              <a:ahLst/>
              <a:cxnLst/>
              <a:rect l="l" t="t" r="r" b="b"/>
              <a:pathLst>
                <a:path w="498" h="244" extrusionOk="0">
                  <a:moveTo>
                    <a:pt x="89" y="0"/>
                  </a:moveTo>
                  <a:cubicBezTo>
                    <a:pt x="67" y="66"/>
                    <a:pt x="45" y="122"/>
                    <a:pt x="0" y="166"/>
                  </a:cubicBezTo>
                  <a:cubicBezTo>
                    <a:pt x="111" y="210"/>
                    <a:pt x="233" y="243"/>
                    <a:pt x="354" y="243"/>
                  </a:cubicBezTo>
                  <a:cubicBezTo>
                    <a:pt x="398" y="243"/>
                    <a:pt x="454" y="232"/>
                    <a:pt x="498" y="221"/>
                  </a:cubicBezTo>
                  <a:cubicBezTo>
                    <a:pt x="343" y="188"/>
                    <a:pt x="199" y="111"/>
                    <a:pt x="89" y="0"/>
                  </a:cubicBez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7"/>
            <p:cNvSpPr/>
            <p:nvPr/>
          </p:nvSpPr>
          <p:spPr>
            <a:xfrm>
              <a:off x="1565426" y="-26175"/>
              <a:ext cx="251222" cy="2445652"/>
            </a:xfrm>
            <a:custGeom>
              <a:avLst/>
              <a:gdLst/>
              <a:ahLst/>
              <a:cxnLst/>
              <a:rect l="l" t="t" r="r" b="b"/>
              <a:pathLst>
                <a:path w="1019" h="9920" extrusionOk="0">
                  <a:moveTo>
                    <a:pt x="698" y="1"/>
                  </a:moveTo>
                  <a:lnTo>
                    <a:pt x="222" y="9079"/>
                  </a:lnTo>
                  <a:cubicBezTo>
                    <a:pt x="222" y="9488"/>
                    <a:pt x="299" y="9831"/>
                    <a:pt x="1" y="9908"/>
                  </a:cubicBezTo>
                  <a:cubicBezTo>
                    <a:pt x="56" y="9919"/>
                    <a:pt x="111" y="9919"/>
                    <a:pt x="167" y="9919"/>
                  </a:cubicBezTo>
                  <a:cubicBezTo>
                    <a:pt x="642" y="9919"/>
                    <a:pt x="543" y="9543"/>
                    <a:pt x="543" y="9079"/>
                  </a:cubicBezTo>
                  <a:lnTo>
                    <a:pt x="1018"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7"/>
            <p:cNvSpPr/>
            <p:nvPr/>
          </p:nvSpPr>
          <p:spPr>
            <a:xfrm>
              <a:off x="930346" y="-26175"/>
              <a:ext cx="1126183" cy="3846725"/>
            </a:xfrm>
            <a:custGeom>
              <a:avLst/>
              <a:gdLst/>
              <a:ahLst/>
              <a:cxnLst/>
              <a:rect l="l" t="t" r="r" b="b"/>
              <a:pathLst>
                <a:path w="4568" h="15603" extrusionOk="0">
                  <a:moveTo>
                    <a:pt x="0" y="1"/>
                  </a:moveTo>
                  <a:lnTo>
                    <a:pt x="443" y="15603"/>
                  </a:lnTo>
                  <a:lnTo>
                    <a:pt x="3063" y="15603"/>
                  </a:lnTo>
                  <a:lnTo>
                    <a:pt x="4567" y="1"/>
                  </a:lnTo>
                  <a:lnTo>
                    <a:pt x="3583" y="1"/>
                  </a:lnTo>
                  <a:lnTo>
                    <a:pt x="3119" y="9079"/>
                  </a:lnTo>
                  <a:cubicBezTo>
                    <a:pt x="3119" y="9543"/>
                    <a:pt x="3207" y="9919"/>
                    <a:pt x="2743" y="9919"/>
                  </a:cubicBezTo>
                  <a:cubicBezTo>
                    <a:pt x="2687" y="9919"/>
                    <a:pt x="2632" y="9919"/>
                    <a:pt x="2577" y="9908"/>
                  </a:cubicBezTo>
                  <a:cubicBezTo>
                    <a:pt x="2533" y="9919"/>
                    <a:pt x="2477" y="9919"/>
                    <a:pt x="2433" y="9919"/>
                  </a:cubicBezTo>
                  <a:cubicBezTo>
                    <a:pt x="2312" y="9919"/>
                    <a:pt x="2190" y="9897"/>
                    <a:pt x="2068" y="9842"/>
                  </a:cubicBezTo>
                  <a:cubicBezTo>
                    <a:pt x="2010" y="9890"/>
                    <a:pt x="1928" y="9921"/>
                    <a:pt x="1841" y="9921"/>
                  </a:cubicBezTo>
                  <a:cubicBezTo>
                    <a:pt x="1829" y="9921"/>
                    <a:pt x="1816" y="9921"/>
                    <a:pt x="1803" y="9919"/>
                  </a:cubicBezTo>
                  <a:cubicBezTo>
                    <a:pt x="1338" y="9919"/>
                    <a:pt x="962" y="9543"/>
                    <a:pt x="962" y="9079"/>
                  </a:cubicBezTo>
                  <a:lnTo>
                    <a:pt x="9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7"/>
            <p:cNvSpPr/>
            <p:nvPr/>
          </p:nvSpPr>
          <p:spPr>
            <a:xfrm>
              <a:off x="1170227" y="1691206"/>
              <a:ext cx="411964" cy="188355"/>
            </a:xfrm>
            <a:custGeom>
              <a:avLst/>
              <a:gdLst/>
              <a:ahLst/>
              <a:cxnLst/>
              <a:rect l="l" t="t" r="r" b="b"/>
              <a:pathLst>
                <a:path w="1671" h="764" extrusionOk="0">
                  <a:moveTo>
                    <a:pt x="1" y="1"/>
                  </a:moveTo>
                  <a:lnTo>
                    <a:pt x="1" y="764"/>
                  </a:lnTo>
                  <a:lnTo>
                    <a:pt x="1670" y="764"/>
                  </a:lnTo>
                  <a:lnTo>
                    <a:pt x="16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7"/>
            <p:cNvSpPr/>
            <p:nvPr/>
          </p:nvSpPr>
          <p:spPr>
            <a:xfrm>
              <a:off x="1170227" y="1091627"/>
              <a:ext cx="411964" cy="188355"/>
            </a:xfrm>
            <a:custGeom>
              <a:avLst/>
              <a:gdLst/>
              <a:ahLst/>
              <a:cxnLst/>
              <a:rect l="l" t="t" r="r" b="b"/>
              <a:pathLst>
                <a:path w="1671" h="764" extrusionOk="0">
                  <a:moveTo>
                    <a:pt x="1" y="0"/>
                  </a:moveTo>
                  <a:lnTo>
                    <a:pt x="1" y="763"/>
                  </a:lnTo>
                  <a:lnTo>
                    <a:pt x="1670" y="763"/>
                  </a:lnTo>
                  <a:lnTo>
                    <a:pt x="16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7"/>
            <p:cNvSpPr/>
            <p:nvPr/>
          </p:nvSpPr>
          <p:spPr>
            <a:xfrm>
              <a:off x="1170227" y="491801"/>
              <a:ext cx="411964" cy="188355"/>
            </a:xfrm>
            <a:custGeom>
              <a:avLst/>
              <a:gdLst/>
              <a:ahLst/>
              <a:cxnLst/>
              <a:rect l="l" t="t" r="r" b="b"/>
              <a:pathLst>
                <a:path w="1671" h="764" extrusionOk="0">
                  <a:moveTo>
                    <a:pt x="1" y="1"/>
                  </a:moveTo>
                  <a:lnTo>
                    <a:pt x="1" y="764"/>
                  </a:lnTo>
                  <a:lnTo>
                    <a:pt x="1670" y="764"/>
                  </a:lnTo>
                  <a:lnTo>
                    <a:pt x="16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7"/>
            <p:cNvSpPr/>
            <p:nvPr/>
          </p:nvSpPr>
          <p:spPr>
            <a:xfrm>
              <a:off x="1039315" y="4128478"/>
              <a:ext cx="518222" cy="305460"/>
            </a:xfrm>
            <a:custGeom>
              <a:avLst/>
              <a:gdLst/>
              <a:ahLst/>
              <a:cxnLst/>
              <a:rect l="l" t="t" r="r" b="b"/>
              <a:pathLst>
                <a:path w="2102" h="1239" extrusionOk="0">
                  <a:moveTo>
                    <a:pt x="963" y="0"/>
                  </a:moveTo>
                  <a:cubicBezTo>
                    <a:pt x="432" y="0"/>
                    <a:pt x="1" y="432"/>
                    <a:pt x="1" y="962"/>
                  </a:cubicBezTo>
                  <a:lnTo>
                    <a:pt x="1" y="1239"/>
                  </a:lnTo>
                  <a:lnTo>
                    <a:pt x="2102" y="1239"/>
                  </a:lnTo>
                  <a:lnTo>
                    <a:pt x="2102" y="962"/>
                  </a:lnTo>
                  <a:cubicBezTo>
                    <a:pt x="2102" y="432"/>
                    <a:pt x="1659" y="0"/>
                    <a:pt x="11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7"/>
            <p:cNvSpPr/>
            <p:nvPr/>
          </p:nvSpPr>
          <p:spPr>
            <a:xfrm>
              <a:off x="1036603" y="3820306"/>
              <a:ext cx="518222" cy="308418"/>
            </a:xfrm>
            <a:custGeom>
              <a:avLst/>
              <a:gdLst/>
              <a:ahLst/>
              <a:cxnLst/>
              <a:rect l="l" t="t" r="r" b="b"/>
              <a:pathLst>
                <a:path w="2102" h="1251" extrusionOk="0">
                  <a:moveTo>
                    <a:pt x="1" y="1"/>
                  </a:moveTo>
                  <a:lnTo>
                    <a:pt x="1" y="277"/>
                  </a:lnTo>
                  <a:cubicBezTo>
                    <a:pt x="1" y="808"/>
                    <a:pt x="432" y="1250"/>
                    <a:pt x="963" y="1250"/>
                  </a:cubicBezTo>
                  <a:lnTo>
                    <a:pt x="1129" y="1250"/>
                  </a:lnTo>
                  <a:cubicBezTo>
                    <a:pt x="1670" y="1250"/>
                    <a:pt x="2102" y="808"/>
                    <a:pt x="2102" y="277"/>
                  </a:cubicBezTo>
                  <a:lnTo>
                    <a:pt x="21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7"/>
            <p:cNvSpPr/>
            <p:nvPr/>
          </p:nvSpPr>
          <p:spPr>
            <a:xfrm>
              <a:off x="938481" y="4349129"/>
              <a:ext cx="717178" cy="169371"/>
            </a:xfrm>
            <a:custGeom>
              <a:avLst/>
              <a:gdLst/>
              <a:ahLst/>
              <a:cxnLst/>
              <a:rect l="l" t="t" r="r" b="b"/>
              <a:pathLst>
                <a:path w="2909" h="687" extrusionOk="0">
                  <a:moveTo>
                    <a:pt x="1" y="1"/>
                  </a:moveTo>
                  <a:lnTo>
                    <a:pt x="1" y="687"/>
                  </a:lnTo>
                  <a:lnTo>
                    <a:pt x="2909" y="687"/>
                  </a:lnTo>
                  <a:lnTo>
                    <a:pt x="290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7"/>
            <p:cNvSpPr/>
            <p:nvPr/>
          </p:nvSpPr>
          <p:spPr>
            <a:xfrm>
              <a:off x="616750" y="-26175"/>
              <a:ext cx="1357929" cy="3846725"/>
            </a:xfrm>
            <a:custGeom>
              <a:avLst/>
              <a:gdLst/>
              <a:ahLst/>
              <a:cxnLst/>
              <a:rect l="l" t="t" r="r" b="b"/>
              <a:pathLst>
                <a:path w="5508" h="15603" extrusionOk="0">
                  <a:moveTo>
                    <a:pt x="1" y="1"/>
                  </a:moveTo>
                  <a:lnTo>
                    <a:pt x="1505" y="15603"/>
                  </a:lnTo>
                  <a:lnTo>
                    <a:pt x="4015" y="15603"/>
                  </a:lnTo>
                  <a:lnTo>
                    <a:pt x="5508" y="1"/>
                  </a:lnTo>
                  <a:lnTo>
                    <a:pt x="3595" y="1"/>
                  </a:lnTo>
                  <a:lnTo>
                    <a:pt x="3595" y="9079"/>
                  </a:lnTo>
                  <a:cubicBezTo>
                    <a:pt x="3595" y="9543"/>
                    <a:pt x="3219" y="9919"/>
                    <a:pt x="2754" y="9919"/>
                  </a:cubicBezTo>
                  <a:cubicBezTo>
                    <a:pt x="2290" y="9919"/>
                    <a:pt x="1914" y="9543"/>
                    <a:pt x="1914" y="9079"/>
                  </a:cubicBezTo>
                  <a:lnTo>
                    <a:pt x="191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7"/>
            <p:cNvSpPr/>
            <p:nvPr/>
          </p:nvSpPr>
          <p:spPr>
            <a:xfrm>
              <a:off x="1200304" y="4035779"/>
              <a:ext cx="237416" cy="182931"/>
            </a:xfrm>
            <a:custGeom>
              <a:avLst/>
              <a:gdLst/>
              <a:ahLst/>
              <a:cxnLst/>
              <a:rect l="l" t="t" r="r" b="b"/>
              <a:pathLst>
                <a:path w="963" h="742" extrusionOk="0">
                  <a:moveTo>
                    <a:pt x="387" y="0"/>
                  </a:moveTo>
                  <a:cubicBezTo>
                    <a:pt x="0" y="89"/>
                    <a:pt x="0" y="642"/>
                    <a:pt x="387" y="730"/>
                  </a:cubicBezTo>
                  <a:lnTo>
                    <a:pt x="387" y="741"/>
                  </a:lnTo>
                  <a:lnTo>
                    <a:pt x="476" y="741"/>
                  </a:lnTo>
                  <a:cubicBezTo>
                    <a:pt x="962" y="741"/>
                    <a:pt x="962" y="0"/>
                    <a:pt x="4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7"/>
            <p:cNvSpPr/>
            <p:nvPr/>
          </p:nvSpPr>
          <p:spPr>
            <a:xfrm>
              <a:off x="1172939" y="4035779"/>
              <a:ext cx="215720" cy="184903"/>
            </a:xfrm>
            <a:custGeom>
              <a:avLst/>
              <a:gdLst/>
              <a:ahLst/>
              <a:cxnLst/>
              <a:rect l="l" t="t" r="r" b="b"/>
              <a:pathLst>
                <a:path w="875" h="750" extrusionOk="0">
                  <a:moveTo>
                    <a:pt x="498" y="0"/>
                  </a:moveTo>
                  <a:cubicBezTo>
                    <a:pt x="166" y="0"/>
                    <a:pt x="1" y="398"/>
                    <a:pt x="233" y="642"/>
                  </a:cubicBezTo>
                  <a:cubicBezTo>
                    <a:pt x="311" y="716"/>
                    <a:pt x="405" y="750"/>
                    <a:pt x="497" y="750"/>
                  </a:cubicBezTo>
                  <a:cubicBezTo>
                    <a:pt x="691" y="750"/>
                    <a:pt x="874" y="601"/>
                    <a:pt x="874" y="376"/>
                  </a:cubicBezTo>
                  <a:cubicBezTo>
                    <a:pt x="874" y="166"/>
                    <a:pt x="708" y="0"/>
                    <a:pt x="49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7"/>
            <p:cNvSpPr/>
            <p:nvPr/>
          </p:nvSpPr>
          <p:spPr>
            <a:xfrm>
              <a:off x="1260213" y="4101112"/>
              <a:ext cx="62867" cy="54485"/>
            </a:xfrm>
            <a:custGeom>
              <a:avLst/>
              <a:gdLst/>
              <a:ahLst/>
              <a:cxnLst/>
              <a:rect l="l" t="t" r="r" b="b"/>
              <a:pathLst>
                <a:path w="255" h="221" extrusionOk="0">
                  <a:moveTo>
                    <a:pt x="144" y="1"/>
                  </a:moveTo>
                  <a:cubicBezTo>
                    <a:pt x="45" y="1"/>
                    <a:pt x="0" y="111"/>
                    <a:pt x="67" y="189"/>
                  </a:cubicBezTo>
                  <a:cubicBezTo>
                    <a:pt x="88" y="210"/>
                    <a:pt x="116" y="220"/>
                    <a:pt x="143" y="220"/>
                  </a:cubicBezTo>
                  <a:cubicBezTo>
                    <a:pt x="200" y="220"/>
                    <a:pt x="255" y="178"/>
                    <a:pt x="255" y="111"/>
                  </a:cubicBezTo>
                  <a:cubicBezTo>
                    <a:pt x="255" y="45"/>
                    <a:pt x="211" y="1"/>
                    <a:pt x="1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7"/>
            <p:cNvSpPr/>
            <p:nvPr/>
          </p:nvSpPr>
          <p:spPr>
            <a:xfrm>
              <a:off x="1170227" y="679909"/>
              <a:ext cx="229280" cy="57443"/>
            </a:xfrm>
            <a:custGeom>
              <a:avLst/>
              <a:gdLst/>
              <a:ahLst/>
              <a:cxnLst/>
              <a:rect l="l" t="t" r="r" b="b"/>
              <a:pathLst>
                <a:path w="930" h="233" extrusionOk="0">
                  <a:moveTo>
                    <a:pt x="1" y="1"/>
                  </a:moveTo>
                  <a:lnTo>
                    <a:pt x="1" y="233"/>
                  </a:lnTo>
                  <a:lnTo>
                    <a:pt x="929" y="233"/>
                  </a:lnTo>
                  <a:lnTo>
                    <a:pt x="9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7"/>
            <p:cNvSpPr/>
            <p:nvPr/>
          </p:nvSpPr>
          <p:spPr>
            <a:xfrm>
              <a:off x="1110318" y="491801"/>
              <a:ext cx="60155" cy="245551"/>
            </a:xfrm>
            <a:custGeom>
              <a:avLst/>
              <a:gdLst/>
              <a:ahLst/>
              <a:cxnLst/>
              <a:rect l="l" t="t" r="r" b="b"/>
              <a:pathLst>
                <a:path w="244" h="996" extrusionOk="0">
                  <a:moveTo>
                    <a:pt x="244" y="1"/>
                  </a:moveTo>
                  <a:lnTo>
                    <a:pt x="0" y="354"/>
                  </a:lnTo>
                  <a:lnTo>
                    <a:pt x="0" y="996"/>
                  </a:lnTo>
                  <a:lnTo>
                    <a:pt x="244" y="996"/>
                  </a:lnTo>
                  <a:lnTo>
                    <a:pt x="24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7"/>
            <p:cNvSpPr/>
            <p:nvPr/>
          </p:nvSpPr>
          <p:spPr>
            <a:xfrm>
              <a:off x="1170227" y="1279735"/>
              <a:ext cx="229280" cy="54731"/>
            </a:xfrm>
            <a:custGeom>
              <a:avLst/>
              <a:gdLst/>
              <a:ahLst/>
              <a:cxnLst/>
              <a:rect l="l" t="t" r="r" b="b"/>
              <a:pathLst>
                <a:path w="930" h="222" extrusionOk="0">
                  <a:moveTo>
                    <a:pt x="1" y="0"/>
                  </a:moveTo>
                  <a:lnTo>
                    <a:pt x="1" y="221"/>
                  </a:lnTo>
                  <a:lnTo>
                    <a:pt x="929" y="221"/>
                  </a:lnTo>
                  <a:lnTo>
                    <a:pt x="9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7"/>
            <p:cNvSpPr/>
            <p:nvPr/>
          </p:nvSpPr>
          <p:spPr>
            <a:xfrm>
              <a:off x="1110318" y="1091627"/>
              <a:ext cx="60155" cy="242839"/>
            </a:xfrm>
            <a:custGeom>
              <a:avLst/>
              <a:gdLst/>
              <a:ahLst/>
              <a:cxnLst/>
              <a:rect l="l" t="t" r="r" b="b"/>
              <a:pathLst>
                <a:path w="244" h="985" extrusionOk="0">
                  <a:moveTo>
                    <a:pt x="244" y="0"/>
                  </a:moveTo>
                  <a:lnTo>
                    <a:pt x="0" y="343"/>
                  </a:lnTo>
                  <a:lnTo>
                    <a:pt x="0" y="984"/>
                  </a:lnTo>
                  <a:lnTo>
                    <a:pt x="244" y="984"/>
                  </a:lnTo>
                  <a:lnTo>
                    <a:pt x="24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7"/>
            <p:cNvSpPr/>
            <p:nvPr/>
          </p:nvSpPr>
          <p:spPr>
            <a:xfrm>
              <a:off x="1170227" y="1876603"/>
              <a:ext cx="229280" cy="57690"/>
            </a:xfrm>
            <a:custGeom>
              <a:avLst/>
              <a:gdLst/>
              <a:ahLst/>
              <a:cxnLst/>
              <a:rect l="l" t="t" r="r" b="b"/>
              <a:pathLst>
                <a:path w="930" h="234" extrusionOk="0">
                  <a:moveTo>
                    <a:pt x="1" y="1"/>
                  </a:moveTo>
                  <a:lnTo>
                    <a:pt x="1" y="233"/>
                  </a:lnTo>
                  <a:lnTo>
                    <a:pt x="929" y="233"/>
                  </a:lnTo>
                  <a:lnTo>
                    <a:pt x="9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7"/>
            <p:cNvSpPr/>
            <p:nvPr/>
          </p:nvSpPr>
          <p:spPr>
            <a:xfrm>
              <a:off x="1110318" y="1691206"/>
              <a:ext cx="60155" cy="243086"/>
            </a:xfrm>
            <a:custGeom>
              <a:avLst/>
              <a:gdLst/>
              <a:ahLst/>
              <a:cxnLst/>
              <a:rect l="l" t="t" r="r" b="b"/>
              <a:pathLst>
                <a:path w="244" h="986" extrusionOk="0">
                  <a:moveTo>
                    <a:pt x="244" y="1"/>
                  </a:moveTo>
                  <a:lnTo>
                    <a:pt x="0" y="344"/>
                  </a:lnTo>
                  <a:lnTo>
                    <a:pt x="0" y="985"/>
                  </a:lnTo>
                  <a:lnTo>
                    <a:pt x="244" y="985"/>
                  </a:lnTo>
                  <a:lnTo>
                    <a:pt x="24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7"/>
            <p:cNvSpPr/>
            <p:nvPr/>
          </p:nvSpPr>
          <p:spPr>
            <a:xfrm>
              <a:off x="1655413" y="3752261"/>
              <a:ext cx="234704" cy="68291"/>
            </a:xfrm>
            <a:custGeom>
              <a:avLst/>
              <a:gdLst/>
              <a:ahLst/>
              <a:cxnLst/>
              <a:rect l="l" t="t" r="r" b="b"/>
              <a:pathLst>
                <a:path w="952" h="277" extrusionOk="0">
                  <a:moveTo>
                    <a:pt x="1" y="0"/>
                  </a:moveTo>
                  <a:lnTo>
                    <a:pt x="1" y="277"/>
                  </a:lnTo>
                  <a:lnTo>
                    <a:pt x="952" y="277"/>
                  </a:lnTo>
                  <a:lnTo>
                    <a:pt x="952" y="0"/>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8" name="Google Shape;228;p7"/>
          <p:cNvSpPr/>
          <p:nvPr/>
        </p:nvSpPr>
        <p:spPr>
          <a:xfrm>
            <a:off x="-4325" y="4544675"/>
            <a:ext cx="9191700" cy="6837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29"/>
        <p:cNvGrpSpPr/>
        <p:nvPr/>
      </p:nvGrpSpPr>
      <p:grpSpPr>
        <a:xfrm>
          <a:off x="0" y="0"/>
          <a:ext cx="0" cy="0"/>
          <a:chOff x="0" y="0"/>
          <a:chExt cx="0" cy="0"/>
        </a:xfrm>
      </p:grpSpPr>
      <p:sp>
        <p:nvSpPr>
          <p:cNvPr id="230" name="Google Shape;230;p8"/>
          <p:cNvSpPr txBox="1">
            <a:spLocks noGrp="1"/>
          </p:cNvSpPr>
          <p:nvPr>
            <p:ph type="title"/>
          </p:nvPr>
        </p:nvSpPr>
        <p:spPr>
          <a:xfrm>
            <a:off x="2185850" y="599250"/>
            <a:ext cx="4772400" cy="2173200"/>
          </a:xfrm>
          <a:prstGeom prst="rect">
            <a:avLst/>
          </a:prstGeom>
          <a:solidFill>
            <a:srgbClr val="FFFFFF">
              <a:alpha val="54720"/>
            </a:srgbClr>
          </a:solidFill>
          <a:ln>
            <a:noFill/>
          </a:ln>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grpSp>
        <p:nvGrpSpPr>
          <p:cNvPr id="231" name="Google Shape;231;p8"/>
          <p:cNvGrpSpPr/>
          <p:nvPr/>
        </p:nvGrpSpPr>
        <p:grpSpPr>
          <a:xfrm>
            <a:off x="-50" y="2"/>
            <a:ext cx="9144022" cy="3494672"/>
            <a:chOff x="-50" y="2"/>
            <a:chExt cx="9144022" cy="3494672"/>
          </a:xfrm>
        </p:grpSpPr>
        <p:sp>
          <p:nvSpPr>
            <p:cNvPr id="232" name="Google Shape;232;p8"/>
            <p:cNvSpPr/>
            <p:nvPr/>
          </p:nvSpPr>
          <p:spPr>
            <a:xfrm>
              <a:off x="-50" y="2"/>
              <a:ext cx="9144022" cy="3494672"/>
            </a:xfrm>
            <a:custGeom>
              <a:avLst/>
              <a:gdLst/>
              <a:ahLst/>
              <a:cxnLst/>
              <a:rect l="l" t="t" r="r" b="b"/>
              <a:pathLst>
                <a:path w="62200" h="18434" extrusionOk="0">
                  <a:moveTo>
                    <a:pt x="23741" y="34"/>
                  </a:moveTo>
                  <a:cubicBezTo>
                    <a:pt x="24073" y="200"/>
                    <a:pt x="24394" y="365"/>
                    <a:pt x="24714" y="553"/>
                  </a:cubicBezTo>
                  <a:lnTo>
                    <a:pt x="23741" y="553"/>
                  </a:lnTo>
                  <a:lnTo>
                    <a:pt x="23741" y="34"/>
                  </a:lnTo>
                  <a:close/>
                  <a:moveTo>
                    <a:pt x="9123" y="56"/>
                  </a:moveTo>
                  <a:lnTo>
                    <a:pt x="9123" y="565"/>
                  </a:lnTo>
                  <a:lnTo>
                    <a:pt x="8194" y="565"/>
                  </a:lnTo>
                  <a:cubicBezTo>
                    <a:pt x="8493" y="388"/>
                    <a:pt x="8803" y="222"/>
                    <a:pt x="9112" y="56"/>
                  </a:cubicBezTo>
                  <a:close/>
                  <a:moveTo>
                    <a:pt x="10251" y="12"/>
                  </a:moveTo>
                  <a:lnTo>
                    <a:pt x="10251" y="565"/>
                  </a:lnTo>
                  <a:lnTo>
                    <a:pt x="9190" y="565"/>
                  </a:lnTo>
                  <a:lnTo>
                    <a:pt x="9190" y="23"/>
                  </a:lnTo>
                  <a:lnTo>
                    <a:pt x="9223" y="12"/>
                  </a:lnTo>
                  <a:close/>
                  <a:moveTo>
                    <a:pt x="7973" y="693"/>
                  </a:moveTo>
                  <a:lnTo>
                    <a:pt x="7973" y="1327"/>
                  </a:lnTo>
                  <a:lnTo>
                    <a:pt x="6978" y="1327"/>
                  </a:lnTo>
                  <a:cubicBezTo>
                    <a:pt x="7306" y="1109"/>
                    <a:pt x="7634" y="890"/>
                    <a:pt x="7973" y="693"/>
                  </a:cubicBezTo>
                  <a:close/>
                  <a:moveTo>
                    <a:pt x="10959" y="631"/>
                  </a:moveTo>
                  <a:lnTo>
                    <a:pt x="10959" y="1327"/>
                  </a:lnTo>
                  <a:lnTo>
                    <a:pt x="10329" y="1327"/>
                  </a:lnTo>
                  <a:lnTo>
                    <a:pt x="10329" y="631"/>
                  </a:lnTo>
                  <a:close/>
                  <a:moveTo>
                    <a:pt x="12076" y="631"/>
                  </a:moveTo>
                  <a:lnTo>
                    <a:pt x="12076" y="1327"/>
                  </a:lnTo>
                  <a:lnTo>
                    <a:pt x="11401" y="1327"/>
                  </a:lnTo>
                  <a:lnTo>
                    <a:pt x="11401" y="631"/>
                  </a:lnTo>
                  <a:close/>
                  <a:moveTo>
                    <a:pt x="16222" y="631"/>
                  </a:moveTo>
                  <a:lnTo>
                    <a:pt x="16222" y="1327"/>
                  </a:lnTo>
                  <a:lnTo>
                    <a:pt x="15537" y="1327"/>
                  </a:lnTo>
                  <a:lnTo>
                    <a:pt x="15537" y="631"/>
                  </a:lnTo>
                  <a:close/>
                  <a:moveTo>
                    <a:pt x="17450" y="631"/>
                  </a:moveTo>
                  <a:lnTo>
                    <a:pt x="17450" y="1327"/>
                  </a:lnTo>
                  <a:lnTo>
                    <a:pt x="16676" y="1327"/>
                  </a:lnTo>
                  <a:lnTo>
                    <a:pt x="16665" y="631"/>
                  </a:lnTo>
                  <a:close/>
                  <a:moveTo>
                    <a:pt x="23675" y="631"/>
                  </a:moveTo>
                  <a:lnTo>
                    <a:pt x="23675" y="1327"/>
                  </a:lnTo>
                  <a:lnTo>
                    <a:pt x="22614" y="1327"/>
                  </a:lnTo>
                  <a:lnTo>
                    <a:pt x="22614" y="631"/>
                  </a:lnTo>
                  <a:close/>
                  <a:moveTo>
                    <a:pt x="24803" y="631"/>
                  </a:moveTo>
                  <a:lnTo>
                    <a:pt x="24803" y="1327"/>
                  </a:lnTo>
                  <a:lnTo>
                    <a:pt x="23741" y="1327"/>
                  </a:lnTo>
                  <a:lnTo>
                    <a:pt x="23741" y="631"/>
                  </a:lnTo>
                  <a:close/>
                  <a:moveTo>
                    <a:pt x="24869" y="653"/>
                  </a:moveTo>
                  <a:cubicBezTo>
                    <a:pt x="25223" y="863"/>
                    <a:pt x="25566" y="1095"/>
                    <a:pt x="25909" y="1327"/>
                  </a:cubicBezTo>
                  <a:lnTo>
                    <a:pt x="24869" y="1327"/>
                  </a:lnTo>
                  <a:lnTo>
                    <a:pt x="24869" y="653"/>
                  </a:lnTo>
                  <a:close/>
                  <a:moveTo>
                    <a:pt x="9112" y="631"/>
                  </a:moveTo>
                  <a:lnTo>
                    <a:pt x="9112" y="1339"/>
                  </a:lnTo>
                  <a:lnTo>
                    <a:pt x="8051" y="1339"/>
                  </a:lnTo>
                  <a:lnTo>
                    <a:pt x="8051" y="631"/>
                  </a:lnTo>
                  <a:close/>
                  <a:moveTo>
                    <a:pt x="10251" y="631"/>
                  </a:moveTo>
                  <a:lnTo>
                    <a:pt x="10251" y="1339"/>
                  </a:lnTo>
                  <a:lnTo>
                    <a:pt x="9190" y="1339"/>
                  </a:lnTo>
                  <a:lnTo>
                    <a:pt x="9190" y="631"/>
                  </a:lnTo>
                  <a:close/>
                  <a:moveTo>
                    <a:pt x="13204" y="631"/>
                  </a:moveTo>
                  <a:lnTo>
                    <a:pt x="13204" y="1339"/>
                  </a:lnTo>
                  <a:lnTo>
                    <a:pt x="12142" y="1339"/>
                  </a:lnTo>
                  <a:lnTo>
                    <a:pt x="12142" y="631"/>
                  </a:lnTo>
                  <a:close/>
                  <a:moveTo>
                    <a:pt x="14342" y="631"/>
                  </a:moveTo>
                  <a:lnTo>
                    <a:pt x="14342" y="1339"/>
                  </a:lnTo>
                  <a:lnTo>
                    <a:pt x="13281" y="1339"/>
                  </a:lnTo>
                  <a:lnTo>
                    <a:pt x="13281" y="631"/>
                  </a:lnTo>
                  <a:close/>
                  <a:moveTo>
                    <a:pt x="15470" y="631"/>
                  </a:moveTo>
                  <a:lnTo>
                    <a:pt x="15470" y="1339"/>
                  </a:lnTo>
                  <a:lnTo>
                    <a:pt x="14409" y="1339"/>
                  </a:lnTo>
                  <a:lnTo>
                    <a:pt x="14409" y="631"/>
                  </a:lnTo>
                  <a:close/>
                  <a:moveTo>
                    <a:pt x="18566" y="631"/>
                  </a:moveTo>
                  <a:lnTo>
                    <a:pt x="18566" y="1339"/>
                  </a:lnTo>
                  <a:lnTo>
                    <a:pt x="17505" y="1339"/>
                  </a:lnTo>
                  <a:lnTo>
                    <a:pt x="17505" y="631"/>
                  </a:lnTo>
                  <a:close/>
                  <a:moveTo>
                    <a:pt x="19705" y="631"/>
                  </a:moveTo>
                  <a:lnTo>
                    <a:pt x="19705" y="1339"/>
                  </a:lnTo>
                  <a:lnTo>
                    <a:pt x="18644" y="1339"/>
                  </a:lnTo>
                  <a:lnTo>
                    <a:pt x="18644" y="631"/>
                  </a:lnTo>
                  <a:close/>
                  <a:moveTo>
                    <a:pt x="20833" y="631"/>
                  </a:moveTo>
                  <a:lnTo>
                    <a:pt x="20833" y="1339"/>
                  </a:lnTo>
                  <a:lnTo>
                    <a:pt x="19772" y="1339"/>
                  </a:lnTo>
                  <a:lnTo>
                    <a:pt x="19772" y="631"/>
                  </a:lnTo>
                  <a:close/>
                  <a:moveTo>
                    <a:pt x="22536" y="631"/>
                  </a:moveTo>
                  <a:lnTo>
                    <a:pt x="22536" y="1339"/>
                  </a:lnTo>
                  <a:lnTo>
                    <a:pt x="20911" y="1339"/>
                  </a:lnTo>
                  <a:lnTo>
                    <a:pt x="20911" y="631"/>
                  </a:lnTo>
                  <a:close/>
                  <a:moveTo>
                    <a:pt x="6845" y="1435"/>
                  </a:moveTo>
                  <a:lnTo>
                    <a:pt x="6845" y="1936"/>
                  </a:lnTo>
                  <a:lnTo>
                    <a:pt x="6182" y="1936"/>
                  </a:lnTo>
                  <a:cubicBezTo>
                    <a:pt x="6400" y="1772"/>
                    <a:pt x="6617" y="1598"/>
                    <a:pt x="6845" y="1435"/>
                  </a:cubicBezTo>
                  <a:close/>
                  <a:moveTo>
                    <a:pt x="7973" y="1394"/>
                  </a:moveTo>
                  <a:lnTo>
                    <a:pt x="7973" y="1936"/>
                  </a:lnTo>
                  <a:lnTo>
                    <a:pt x="6912" y="1936"/>
                  </a:lnTo>
                  <a:lnTo>
                    <a:pt x="6912" y="1394"/>
                  </a:lnTo>
                  <a:close/>
                  <a:moveTo>
                    <a:pt x="9112" y="1394"/>
                  </a:moveTo>
                  <a:lnTo>
                    <a:pt x="9112" y="1936"/>
                  </a:lnTo>
                  <a:lnTo>
                    <a:pt x="8051" y="1936"/>
                  </a:lnTo>
                  <a:lnTo>
                    <a:pt x="8051" y="1394"/>
                  </a:lnTo>
                  <a:close/>
                  <a:moveTo>
                    <a:pt x="10959" y="1405"/>
                  </a:moveTo>
                  <a:lnTo>
                    <a:pt x="10959" y="1936"/>
                  </a:lnTo>
                  <a:lnTo>
                    <a:pt x="10329" y="1936"/>
                  </a:lnTo>
                  <a:lnTo>
                    <a:pt x="10329" y="1405"/>
                  </a:lnTo>
                  <a:close/>
                  <a:moveTo>
                    <a:pt x="12076" y="1405"/>
                  </a:moveTo>
                  <a:lnTo>
                    <a:pt x="12076" y="1936"/>
                  </a:lnTo>
                  <a:lnTo>
                    <a:pt x="11401" y="1936"/>
                  </a:lnTo>
                  <a:lnTo>
                    <a:pt x="11401" y="1405"/>
                  </a:lnTo>
                  <a:close/>
                  <a:moveTo>
                    <a:pt x="16222" y="1405"/>
                  </a:moveTo>
                  <a:lnTo>
                    <a:pt x="16222" y="1936"/>
                  </a:lnTo>
                  <a:lnTo>
                    <a:pt x="15537" y="1936"/>
                  </a:lnTo>
                  <a:lnTo>
                    <a:pt x="15537" y="1405"/>
                  </a:lnTo>
                  <a:close/>
                  <a:moveTo>
                    <a:pt x="17450" y="1405"/>
                  </a:moveTo>
                  <a:lnTo>
                    <a:pt x="17450" y="1936"/>
                  </a:lnTo>
                  <a:lnTo>
                    <a:pt x="16676" y="1936"/>
                  </a:lnTo>
                  <a:lnTo>
                    <a:pt x="16665" y="1405"/>
                  </a:lnTo>
                  <a:close/>
                  <a:moveTo>
                    <a:pt x="23675" y="1394"/>
                  </a:moveTo>
                  <a:lnTo>
                    <a:pt x="23675" y="1936"/>
                  </a:lnTo>
                  <a:lnTo>
                    <a:pt x="22614" y="1936"/>
                  </a:lnTo>
                  <a:lnTo>
                    <a:pt x="22614" y="1394"/>
                  </a:lnTo>
                  <a:close/>
                  <a:moveTo>
                    <a:pt x="24803" y="1394"/>
                  </a:moveTo>
                  <a:lnTo>
                    <a:pt x="24803" y="1936"/>
                  </a:lnTo>
                  <a:lnTo>
                    <a:pt x="23741" y="1936"/>
                  </a:lnTo>
                  <a:lnTo>
                    <a:pt x="23741" y="1394"/>
                  </a:lnTo>
                  <a:close/>
                  <a:moveTo>
                    <a:pt x="25931" y="1394"/>
                  </a:moveTo>
                  <a:lnTo>
                    <a:pt x="25931" y="1936"/>
                  </a:lnTo>
                  <a:lnTo>
                    <a:pt x="24869" y="1936"/>
                  </a:lnTo>
                  <a:lnTo>
                    <a:pt x="24869" y="1394"/>
                  </a:lnTo>
                  <a:close/>
                  <a:moveTo>
                    <a:pt x="26008" y="1405"/>
                  </a:moveTo>
                  <a:cubicBezTo>
                    <a:pt x="26240" y="1571"/>
                    <a:pt x="26484" y="1748"/>
                    <a:pt x="26705" y="1936"/>
                  </a:cubicBezTo>
                  <a:lnTo>
                    <a:pt x="26008" y="1936"/>
                  </a:lnTo>
                  <a:lnTo>
                    <a:pt x="26008" y="1405"/>
                  </a:lnTo>
                  <a:close/>
                  <a:moveTo>
                    <a:pt x="10251" y="1405"/>
                  </a:moveTo>
                  <a:lnTo>
                    <a:pt x="10251" y="1947"/>
                  </a:lnTo>
                  <a:lnTo>
                    <a:pt x="9190" y="1947"/>
                  </a:lnTo>
                  <a:lnTo>
                    <a:pt x="9190" y="1405"/>
                  </a:lnTo>
                  <a:close/>
                  <a:moveTo>
                    <a:pt x="13204" y="1405"/>
                  </a:moveTo>
                  <a:lnTo>
                    <a:pt x="13204" y="1947"/>
                  </a:lnTo>
                  <a:lnTo>
                    <a:pt x="12142" y="1947"/>
                  </a:lnTo>
                  <a:lnTo>
                    <a:pt x="12142" y="1405"/>
                  </a:lnTo>
                  <a:close/>
                  <a:moveTo>
                    <a:pt x="14342" y="1405"/>
                  </a:moveTo>
                  <a:lnTo>
                    <a:pt x="14342" y="1947"/>
                  </a:lnTo>
                  <a:lnTo>
                    <a:pt x="13281" y="1947"/>
                  </a:lnTo>
                  <a:lnTo>
                    <a:pt x="13281" y="1405"/>
                  </a:lnTo>
                  <a:close/>
                  <a:moveTo>
                    <a:pt x="15470" y="1405"/>
                  </a:moveTo>
                  <a:lnTo>
                    <a:pt x="15470" y="1947"/>
                  </a:lnTo>
                  <a:lnTo>
                    <a:pt x="14409" y="1947"/>
                  </a:lnTo>
                  <a:lnTo>
                    <a:pt x="14409" y="1405"/>
                  </a:lnTo>
                  <a:close/>
                  <a:moveTo>
                    <a:pt x="18566" y="1405"/>
                  </a:moveTo>
                  <a:lnTo>
                    <a:pt x="18566" y="1947"/>
                  </a:lnTo>
                  <a:lnTo>
                    <a:pt x="17505" y="1947"/>
                  </a:lnTo>
                  <a:lnTo>
                    <a:pt x="17505" y="1405"/>
                  </a:lnTo>
                  <a:close/>
                  <a:moveTo>
                    <a:pt x="19705" y="1405"/>
                  </a:moveTo>
                  <a:lnTo>
                    <a:pt x="19705" y="1947"/>
                  </a:lnTo>
                  <a:lnTo>
                    <a:pt x="18644" y="1947"/>
                  </a:lnTo>
                  <a:lnTo>
                    <a:pt x="18644" y="1405"/>
                  </a:lnTo>
                  <a:close/>
                  <a:moveTo>
                    <a:pt x="20833" y="1405"/>
                  </a:moveTo>
                  <a:lnTo>
                    <a:pt x="20833" y="1947"/>
                  </a:lnTo>
                  <a:lnTo>
                    <a:pt x="19772" y="1947"/>
                  </a:lnTo>
                  <a:lnTo>
                    <a:pt x="19772" y="1405"/>
                  </a:lnTo>
                  <a:close/>
                  <a:moveTo>
                    <a:pt x="22536" y="1405"/>
                  </a:moveTo>
                  <a:lnTo>
                    <a:pt x="22536" y="1947"/>
                  </a:lnTo>
                  <a:lnTo>
                    <a:pt x="20911" y="1947"/>
                  </a:lnTo>
                  <a:lnTo>
                    <a:pt x="20911" y="1405"/>
                  </a:lnTo>
                  <a:close/>
                  <a:moveTo>
                    <a:pt x="5718" y="2378"/>
                  </a:moveTo>
                  <a:lnTo>
                    <a:pt x="5718" y="2953"/>
                  </a:lnTo>
                  <a:lnTo>
                    <a:pt x="5076" y="2953"/>
                  </a:lnTo>
                  <a:lnTo>
                    <a:pt x="5076" y="2898"/>
                  </a:lnTo>
                  <a:cubicBezTo>
                    <a:pt x="5264" y="2721"/>
                    <a:pt x="5452" y="2555"/>
                    <a:pt x="5640" y="2378"/>
                  </a:cubicBezTo>
                  <a:close/>
                  <a:moveTo>
                    <a:pt x="6845" y="2378"/>
                  </a:moveTo>
                  <a:lnTo>
                    <a:pt x="6845" y="2953"/>
                  </a:lnTo>
                  <a:lnTo>
                    <a:pt x="6171" y="2953"/>
                  </a:lnTo>
                  <a:lnTo>
                    <a:pt x="6171" y="2378"/>
                  </a:lnTo>
                  <a:close/>
                  <a:moveTo>
                    <a:pt x="7973" y="2378"/>
                  </a:moveTo>
                  <a:lnTo>
                    <a:pt x="7973" y="2953"/>
                  </a:lnTo>
                  <a:lnTo>
                    <a:pt x="6912" y="2953"/>
                  </a:lnTo>
                  <a:lnTo>
                    <a:pt x="6912" y="2378"/>
                  </a:lnTo>
                  <a:close/>
                  <a:moveTo>
                    <a:pt x="9112" y="2389"/>
                  </a:moveTo>
                  <a:lnTo>
                    <a:pt x="9112" y="2964"/>
                  </a:lnTo>
                  <a:lnTo>
                    <a:pt x="8051" y="2964"/>
                  </a:lnTo>
                  <a:lnTo>
                    <a:pt x="8051" y="2389"/>
                  </a:lnTo>
                  <a:close/>
                  <a:moveTo>
                    <a:pt x="10959" y="2389"/>
                  </a:moveTo>
                  <a:lnTo>
                    <a:pt x="10959" y="2964"/>
                  </a:lnTo>
                  <a:lnTo>
                    <a:pt x="10329" y="2964"/>
                  </a:lnTo>
                  <a:lnTo>
                    <a:pt x="10329" y="2389"/>
                  </a:lnTo>
                  <a:close/>
                  <a:moveTo>
                    <a:pt x="12076" y="2389"/>
                  </a:moveTo>
                  <a:lnTo>
                    <a:pt x="12076" y="2964"/>
                  </a:lnTo>
                  <a:lnTo>
                    <a:pt x="11401" y="2964"/>
                  </a:lnTo>
                  <a:lnTo>
                    <a:pt x="11401" y="2389"/>
                  </a:lnTo>
                  <a:close/>
                  <a:moveTo>
                    <a:pt x="13204" y="2389"/>
                  </a:moveTo>
                  <a:lnTo>
                    <a:pt x="13204" y="2964"/>
                  </a:lnTo>
                  <a:lnTo>
                    <a:pt x="12142" y="2964"/>
                  </a:lnTo>
                  <a:lnTo>
                    <a:pt x="12142" y="2389"/>
                  </a:lnTo>
                  <a:close/>
                  <a:moveTo>
                    <a:pt x="14342" y="2389"/>
                  </a:moveTo>
                  <a:lnTo>
                    <a:pt x="14342" y="2964"/>
                  </a:lnTo>
                  <a:lnTo>
                    <a:pt x="13281" y="2964"/>
                  </a:lnTo>
                  <a:lnTo>
                    <a:pt x="13281" y="2389"/>
                  </a:lnTo>
                  <a:close/>
                  <a:moveTo>
                    <a:pt x="15470" y="2389"/>
                  </a:moveTo>
                  <a:lnTo>
                    <a:pt x="15470" y="2964"/>
                  </a:lnTo>
                  <a:lnTo>
                    <a:pt x="14409" y="2964"/>
                  </a:lnTo>
                  <a:lnTo>
                    <a:pt x="14409" y="2389"/>
                  </a:lnTo>
                  <a:close/>
                  <a:moveTo>
                    <a:pt x="16222" y="2389"/>
                  </a:moveTo>
                  <a:lnTo>
                    <a:pt x="16222" y="2964"/>
                  </a:lnTo>
                  <a:lnTo>
                    <a:pt x="15537" y="2964"/>
                  </a:lnTo>
                  <a:lnTo>
                    <a:pt x="15537" y="2389"/>
                  </a:lnTo>
                  <a:close/>
                  <a:moveTo>
                    <a:pt x="17450" y="2389"/>
                  </a:moveTo>
                  <a:lnTo>
                    <a:pt x="17450" y="2964"/>
                  </a:lnTo>
                  <a:lnTo>
                    <a:pt x="16676" y="2964"/>
                  </a:lnTo>
                  <a:lnTo>
                    <a:pt x="16665" y="2389"/>
                  </a:lnTo>
                  <a:close/>
                  <a:moveTo>
                    <a:pt x="18566" y="2389"/>
                  </a:moveTo>
                  <a:lnTo>
                    <a:pt x="18566" y="2964"/>
                  </a:lnTo>
                  <a:lnTo>
                    <a:pt x="17505" y="2964"/>
                  </a:lnTo>
                  <a:lnTo>
                    <a:pt x="17505" y="2389"/>
                  </a:lnTo>
                  <a:close/>
                  <a:moveTo>
                    <a:pt x="19705" y="2389"/>
                  </a:moveTo>
                  <a:lnTo>
                    <a:pt x="19705" y="2964"/>
                  </a:lnTo>
                  <a:lnTo>
                    <a:pt x="18644" y="2964"/>
                  </a:lnTo>
                  <a:lnTo>
                    <a:pt x="18644" y="2389"/>
                  </a:lnTo>
                  <a:close/>
                  <a:moveTo>
                    <a:pt x="20833" y="2389"/>
                  </a:moveTo>
                  <a:lnTo>
                    <a:pt x="20833" y="2964"/>
                  </a:lnTo>
                  <a:lnTo>
                    <a:pt x="19772" y="2964"/>
                  </a:lnTo>
                  <a:lnTo>
                    <a:pt x="19772" y="2389"/>
                  </a:lnTo>
                  <a:close/>
                  <a:moveTo>
                    <a:pt x="22536" y="2389"/>
                  </a:moveTo>
                  <a:lnTo>
                    <a:pt x="22536" y="2964"/>
                  </a:lnTo>
                  <a:lnTo>
                    <a:pt x="20911" y="2964"/>
                  </a:lnTo>
                  <a:lnTo>
                    <a:pt x="20911" y="2389"/>
                  </a:lnTo>
                  <a:close/>
                  <a:moveTo>
                    <a:pt x="23675" y="2389"/>
                  </a:moveTo>
                  <a:lnTo>
                    <a:pt x="23675" y="2964"/>
                  </a:lnTo>
                  <a:lnTo>
                    <a:pt x="22614" y="2964"/>
                  </a:lnTo>
                  <a:lnTo>
                    <a:pt x="22614" y="2389"/>
                  </a:lnTo>
                  <a:close/>
                  <a:moveTo>
                    <a:pt x="24803" y="2389"/>
                  </a:moveTo>
                  <a:lnTo>
                    <a:pt x="24803" y="2964"/>
                  </a:lnTo>
                  <a:lnTo>
                    <a:pt x="23741" y="2964"/>
                  </a:lnTo>
                  <a:lnTo>
                    <a:pt x="23741" y="2389"/>
                  </a:lnTo>
                  <a:close/>
                  <a:moveTo>
                    <a:pt x="25931" y="2389"/>
                  </a:moveTo>
                  <a:lnTo>
                    <a:pt x="25931" y="2964"/>
                  </a:lnTo>
                  <a:lnTo>
                    <a:pt x="24869" y="2964"/>
                  </a:lnTo>
                  <a:lnTo>
                    <a:pt x="24869" y="2389"/>
                  </a:lnTo>
                  <a:close/>
                  <a:moveTo>
                    <a:pt x="26716" y="2389"/>
                  </a:moveTo>
                  <a:lnTo>
                    <a:pt x="26716" y="2964"/>
                  </a:lnTo>
                  <a:lnTo>
                    <a:pt x="25997" y="2964"/>
                  </a:lnTo>
                  <a:lnTo>
                    <a:pt x="26008" y="2389"/>
                  </a:lnTo>
                  <a:close/>
                  <a:moveTo>
                    <a:pt x="27247" y="2389"/>
                  </a:moveTo>
                  <a:cubicBezTo>
                    <a:pt x="27457" y="2577"/>
                    <a:pt x="27656" y="2765"/>
                    <a:pt x="27866" y="2964"/>
                  </a:cubicBezTo>
                  <a:lnTo>
                    <a:pt x="27169" y="2964"/>
                  </a:lnTo>
                  <a:lnTo>
                    <a:pt x="27169" y="2389"/>
                  </a:lnTo>
                  <a:close/>
                  <a:moveTo>
                    <a:pt x="10251" y="2400"/>
                  </a:moveTo>
                  <a:lnTo>
                    <a:pt x="10251" y="2975"/>
                  </a:lnTo>
                  <a:lnTo>
                    <a:pt x="9190" y="2975"/>
                  </a:lnTo>
                  <a:lnTo>
                    <a:pt x="9190" y="2400"/>
                  </a:lnTo>
                  <a:close/>
                  <a:moveTo>
                    <a:pt x="31548" y="2599"/>
                  </a:moveTo>
                  <a:lnTo>
                    <a:pt x="31548" y="3086"/>
                  </a:lnTo>
                  <a:lnTo>
                    <a:pt x="31249" y="3086"/>
                  </a:lnTo>
                  <a:cubicBezTo>
                    <a:pt x="31084" y="2920"/>
                    <a:pt x="30907" y="2754"/>
                    <a:pt x="30730" y="2599"/>
                  </a:cubicBezTo>
                  <a:close/>
                  <a:moveTo>
                    <a:pt x="33815" y="2599"/>
                  </a:moveTo>
                  <a:lnTo>
                    <a:pt x="33815" y="3086"/>
                  </a:lnTo>
                  <a:lnTo>
                    <a:pt x="32753" y="3086"/>
                  </a:lnTo>
                  <a:lnTo>
                    <a:pt x="32753" y="2599"/>
                  </a:lnTo>
                  <a:close/>
                  <a:moveTo>
                    <a:pt x="34943" y="2599"/>
                  </a:moveTo>
                  <a:lnTo>
                    <a:pt x="34943" y="3086"/>
                  </a:lnTo>
                  <a:lnTo>
                    <a:pt x="33881" y="3086"/>
                  </a:lnTo>
                  <a:lnTo>
                    <a:pt x="33881" y="2599"/>
                  </a:lnTo>
                  <a:close/>
                  <a:moveTo>
                    <a:pt x="32676" y="2610"/>
                  </a:moveTo>
                  <a:lnTo>
                    <a:pt x="32676" y="3097"/>
                  </a:lnTo>
                  <a:lnTo>
                    <a:pt x="31614" y="3097"/>
                  </a:lnTo>
                  <a:lnTo>
                    <a:pt x="31614" y="2610"/>
                  </a:lnTo>
                  <a:close/>
                  <a:moveTo>
                    <a:pt x="35706" y="2599"/>
                  </a:moveTo>
                  <a:lnTo>
                    <a:pt x="35706" y="3097"/>
                  </a:lnTo>
                  <a:lnTo>
                    <a:pt x="35009" y="3097"/>
                  </a:lnTo>
                  <a:lnTo>
                    <a:pt x="35009" y="2599"/>
                  </a:lnTo>
                  <a:close/>
                  <a:moveTo>
                    <a:pt x="36822" y="2610"/>
                  </a:moveTo>
                  <a:lnTo>
                    <a:pt x="36822" y="3097"/>
                  </a:lnTo>
                  <a:lnTo>
                    <a:pt x="36148" y="3097"/>
                  </a:lnTo>
                  <a:lnTo>
                    <a:pt x="36148" y="2610"/>
                  </a:lnTo>
                  <a:close/>
                  <a:moveTo>
                    <a:pt x="37950" y="2610"/>
                  </a:moveTo>
                  <a:lnTo>
                    <a:pt x="37950" y="3097"/>
                  </a:lnTo>
                  <a:lnTo>
                    <a:pt x="36889" y="3097"/>
                  </a:lnTo>
                  <a:lnTo>
                    <a:pt x="36889" y="2610"/>
                  </a:lnTo>
                  <a:close/>
                  <a:moveTo>
                    <a:pt x="39089" y="2610"/>
                  </a:moveTo>
                  <a:lnTo>
                    <a:pt x="39089" y="3097"/>
                  </a:lnTo>
                  <a:lnTo>
                    <a:pt x="38028" y="3097"/>
                  </a:lnTo>
                  <a:lnTo>
                    <a:pt x="38028" y="2610"/>
                  </a:lnTo>
                  <a:close/>
                  <a:moveTo>
                    <a:pt x="40217" y="2610"/>
                  </a:moveTo>
                  <a:lnTo>
                    <a:pt x="40217" y="3097"/>
                  </a:lnTo>
                  <a:lnTo>
                    <a:pt x="39156" y="3097"/>
                  </a:lnTo>
                  <a:lnTo>
                    <a:pt x="39156" y="2610"/>
                  </a:lnTo>
                  <a:close/>
                  <a:moveTo>
                    <a:pt x="40969" y="2610"/>
                  </a:moveTo>
                  <a:lnTo>
                    <a:pt x="40969" y="3097"/>
                  </a:lnTo>
                  <a:lnTo>
                    <a:pt x="40295" y="3097"/>
                  </a:lnTo>
                  <a:lnTo>
                    <a:pt x="40295" y="2610"/>
                  </a:lnTo>
                  <a:close/>
                  <a:moveTo>
                    <a:pt x="42097" y="2610"/>
                  </a:moveTo>
                  <a:lnTo>
                    <a:pt x="42097" y="3097"/>
                  </a:lnTo>
                  <a:lnTo>
                    <a:pt x="41422" y="3097"/>
                  </a:lnTo>
                  <a:lnTo>
                    <a:pt x="41422" y="2610"/>
                  </a:lnTo>
                  <a:close/>
                  <a:moveTo>
                    <a:pt x="43225" y="2610"/>
                  </a:moveTo>
                  <a:lnTo>
                    <a:pt x="43225" y="3097"/>
                  </a:lnTo>
                  <a:lnTo>
                    <a:pt x="42163" y="3097"/>
                  </a:lnTo>
                  <a:lnTo>
                    <a:pt x="42163" y="2610"/>
                  </a:lnTo>
                  <a:close/>
                  <a:moveTo>
                    <a:pt x="44364" y="2610"/>
                  </a:moveTo>
                  <a:lnTo>
                    <a:pt x="44364" y="3108"/>
                  </a:lnTo>
                  <a:lnTo>
                    <a:pt x="43302" y="3108"/>
                  </a:lnTo>
                  <a:lnTo>
                    <a:pt x="43302" y="2610"/>
                  </a:lnTo>
                  <a:close/>
                  <a:moveTo>
                    <a:pt x="45492" y="2610"/>
                  </a:moveTo>
                  <a:lnTo>
                    <a:pt x="45492" y="3108"/>
                  </a:lnTo>
                  <a:lnTo>
                    <a:pt x="44430" y="3108"/>
                  </a:lnTo>
                  <a:lnTo>
                    <a:pt x="44430" y="2610"/>
                  </a:lnTo>
                  <a:close/>
                  <a:moveTo>
                    <a:pt x="46244" y="2621"/>
                  </a:moveTo>
                  <a:lnTo>
                    <a:pt x="46244" y="3108"/>
                  </a:lnTo>
                  <a:lnTo>
                    <a:pt x="45558" y="3108"/>
                  </a:lnTo>
                  <a:lnTo>
                    <a:pt x="45558" y="2621"/>
                  </a:lnTo>
                  <a:close/>
                  <a:moveTo>
                    <a:pt x="47371" y="2621"/>
                  </a:moveTo>
                  <a:lnTo>
                    <a:pt x="47371" y="3108"/>
                  </a:lnTo>
                  <a:lnTo>
                    <a:pt x="46697" y="3108"/>
                  </a:lnTo>
                  <a:lnTo>
                    <a:pt x="46697" y="2621"/>
                  </a:lnTo>
                  <a:close/>
                  <a:moveTo>
                    <a:pt x="48510" y="2621"/>
                  </a:moveTo>
                  <a:lnTo>
                    <a:pt x="48499" y="3108"/>
                  </a:lnTo>
                  <a:lnTo>
                    <a:pt x="47449" y="3108"/>
                  </a:lnTo>
                  <a:lnTo>
                    <a:pt x="47449" y="2621"/>
                  </a:lnTo>
                  <a:close/>
                  <a:moveTo>
                    <a:pt x="49638" y="2621"/>
                  </a:moveTo>
                  <a:lnTo>
                    <a:pt x="49638" y="3108"/>
                  </a:lnTo>
                  <a:lnTo>
                    <a:pt x="48577" y="3108"/>
                  </a:lnTo>
                  <a:lnTo>
                    <a:pt x="48577" y="2621"/>
                  </a:lnTo>
                  <a:close/>
                  <a:moveTo>
                    <a:pt x="50766" y="2621"/>
                  </a:moveTo>
                  <a:lnTo>
                    <a:pt x="50766" y="3108"/>
                  </a:lnTo>
                  <a:lnTo>
                    <a:pt x="49705" y="3108"/>
                  </a:lnTo>
                  <a:lnTo>
                    <a:pt x="49705" y="2621"/>
                  </a:lnTo>
                  <a:close/>
                  <a:moveTo>
                    <a:pt x="51518" y="2621"/>
                  </a:moveTo>
                  <a:lnTo>
                    <a:pt x="51518" y="3108"/>
                  </a:lnTo>
                  <a:lnTo>
                    <a:pt x="50832" y="3108"/>
                  </a:lnTo>
                  <a:lnTo>
                    <a:pt x="50832" y="2621"/>
                  </a:lnTo>
                  <a:close/>
                  <a:moveTo>
                    <a:pt x="52646" y="2621"/>
                  </a:moveTo>
                  <a:lnTo>
                    <a:pt x="52646" y="3119"/>
                  </a:lnTo>
                  <a:lnTo>
                    <a:pt x="51971" y="3119"/>
                  </a:lnTo>
                  <a:lnTo>
                    <a:pt x="51971" y="2621"/>
                  </a:lnTo>
                  <a:close/>
                  <a:moveTo>
                    <a:pt x="53774" y="2621"/>
                  </a:moveTo>
                  <a:lnTo>
                    <a:pt x="53774" y="3119"/>
                  </a:lnTo>
                  <a:lnTo>
                    <a:pt x="52712" y="3119"/>
                  </a:lnTo>
                  <a:lnTo>
                    <a:pt x="52712" y="2621"/>
                  </a:lnTo>
                  <a:close/>
                  <a:moveTo>
                    <a:pt x="54913" y="2632"/>
                  </a:moveTo>
                  <a:lnTo>
                    <a:pt x="54913" y="3119"/>
                  </a:lnTo>
                  <a:lnTo>
                    <a:pt x="53851" y="3119"/>
                  </a:lnTo>
                  <a:lnTo>
                    <a:pt x="53851" y="2632"/>
                  </a:lnTo>
                  <a:close/>
                  <a:moveTo>
                    <a:pt x="56041" y="2632"/>
                  </a:moveTo>
                  <a:lnTo>
                    <a:pt x="56041" y="3119"/>
                  </a:lnTo>
                  <a:lnTo>
                    <a:pt x="54979" y="3119"/>
                  </a:lnTo>
                  <a:lnTo>
                    <a:pt x="54979" y="2632"/>
                  </a:lnTo>
                  <a:close/>
                  <a:moveTo>
                    <a:pt x="56792" y="2632"/>
                  </a:moveTo>
                  <a:lnTo>
                    <a:pt x="56792" y="3119"/>
                  </a:lnTo>
                  <a:lnTo>
                    <a:pt x="56107" y="3119"/>
                  </a:lnTo>
                  <a:lnTo>
                    <a:pt x="56107" y="2632"/>
                  </a:lnTo>
                  <a:close/>
                  <a:moveTo>
                    <a:pt x="57920" y="2632"/>
                  </a:moveTo>
                  <a:lnTo>
                    <a:pt x="57920" y="3119"/>
                  </a:lnTo>
                  <a:lnTo>
                    <a:pt x="57246" y="3119"/>
                  </a:lnTo>
                  <a:lnTo>
                    <a:pt x="57246" y="2632"/>
                  </a:lnTo>
                  <a:close/>
                  <a:moveTo>
                    <a:pt x="59059" y="2632"/>
                  </a:moveTo>
                  <a:lnTo>
                    <a:pt x="59048" y="3119"/>
                  </a:lnTo>
                  <a:lnTo>
                    <a:pt x="57987" y="3119"/>
                  </a:lnTo>
                  <a:lnTo>
                    <a:pt x="57987" y="2632"/>
                  </a:lnTo>
                  <a:close/>
                  <a:moveTo>
                    <a:pt x="60187" y="2632"/>
                  </a:moveTo>
                  <a:lnTo>
                    <a:pt x="60187" y="3119"/>
                  </a:lnTo>
                  <a:lnTo>
                    <a:pt x="59126" y="3119"/>
                  </a:lnTo>
                  <a:lnTo>
                    <a:pt x="59126" y="2632"/>
                  </a:lnTo>
                  <a:close/>
                  <a:moveTo>
                    <a:pt x="61315" y="2632"/>
                  </a:moveTo>
                  <a:lnTo>
                    <a:pt x="61315" y="3130"/>
                  </a:lnTo>
                  <a:lnTo>
                    <a:pt x="60254" y="3130"/>
                  </a:lnTo>
                  <a:lnTo>
                    <a:pt x="60254" y="2632"/>
                  </a:lnTo>
                  <a:close/>
                  <a:moveTo>
                    <a:pt x="31548" y="3163"/>
                  </a:moveTo>
                  <a:lnTo>
                    <a:pt x="31548" y="3395"/>
                  </a:lnTo>
                  <a:cubicBezTo>
                    <a:pt x="31471" y="3318"/>
                    <a:pt x="31393" y="3240"/>
                    <a:pt x="31316" y="3163"/>
                  </a:cubicBezTo>
                  <a:close/>
                  <a:moveTo>
                    <a:pt x="5010" y="3030"/>
                  </a:moveTo>
                  <a:lnTo>
                    <a:pt x="5010" y="3727"/>
                  </a:lnTo>
                  <a:lnTo>
                    <a:pt x="4280" y="3727"/>
                  </a:lnTo>
                  <a:cubicBezTo>
                    <a:pt x="4501" y="3495"/>
                    <a:pt x="4733" y="3263"/>
                    <a:pt x="4966" y="3041"/>
                  </a:cubicBezTo>
                  <a:lnTo>
                    <a:pt x="4955" y="3030"/>
                  </a:lnTo>
                  <a:close/>
                  <a:moveTo>
                    <a:pt x="5718" y="3030"/>
                  </a:moveTo>
                  <a:lnTo>
                    <a:pt x="5718" y="3727"/>
                  </a:lnTo>
                  <a:lnTo>
                    <a:pt x="5076" y="3727"/>
                  </a:lnTo>
                  <a:lnTo>
                    <a:pt x="5076" y="3030"/>
                  </a:lnTo>
                  <a:close/>
                  <a:moveTo>
                    <a:pt x="6845" y="3030"/>
                  </a:moveTo>
                  <a:lnTo>
                    <a:pt x="6845" y="3727"/>
                  </a:lnTo>
                  <a:lnTo>
                    <a:pt x="6171" y="3727"/>
                  </a:lnTo>
                  <a:lnTo>
                    <a:pt x="6171" y="3030"/>
                  </a:lnTo>
                  <a:close/>
                  <a:moveTo>
                    <a:pt x="7973" y="3030"/>
                  </a:moveTo>
                  <a:lnTo>
                    <a:pt x="7973" y="3727"/>
                  </a:lnTo>
                  <a:lnTo>
                    <a:pt x="6912" y="3727"/>
                  </a:lnTo>
                  <a:lnTo>
                    <a:pt x="6912" y="3030"/>
                  </a:lnTo>
                  <a:close/>
                  <a:moveTo>
                    <a:pt x="9112" y="3030"/>
                  </a:moveTo>
                  <a:lnTo>
                    <a:pt x="9112" y="3727"/>
                  </a:lnTo>
                  <a:lnTo>
                    <a:pt x="8051" y="3727"/>
                  </a:lnTo>
                  <a:lnTo>
                    <a:pt x="8051" y="3030"/>
                  </a:lnTo>
                  <a:close/>
                  <a:moveTo>
                    <a:pt x="10251" y="3041"/>
                  </a:moveTo>
                  <a:lnTo>
                    <a:pt x="10251" y="3738"/>
                  </a:lnTo>
                  <a:lnTo>
                    <a:pt x="9190" y="3738"/>
                  </a:lnTo>
                  <a:lnTo>
                    <a:pt x="9190" y="3041"/>
                  </a:lnTo>
                  <a:close/>
                  <a:moveTo>
                    <a:pt x="10959" y="3030"/>
                  </a:moveTo>
                  <a:lnTo>
                    <a:pt x="10959" y="3738"/>
                  </a:lnTo>
                  <a:lnTo>
                    <a:pt x="10329" y="3738"/>
                  </a:lnTo>
                  <a:lnTo>
                    <a:pt x="10329" y="3030"/>
                  </a:lnTo>
                  <a:close/>
                  <a:moveTo>
                    <a:pt x="12076" y="3030"/>
                  </a:moveTo>
                  <a:lnTo>
                    <a:pt x="12076" y="3738"/>
                  </a:lnTo>
                  <a:lnTo>
                    <a:pt x="11401" y="3738"/>
                  </a:lnTo>
                  <a:lnTo>
                    <a:pt x="11401" y="3030"/>
                  </a:lnTo>
                  <a:close/>
                  <a:moveTo>
                    <a:pt x="13204" y="3041"/>
                  </a:moveTo>
                  <a:lnTo>
                    <a:pt x="13204" y="3738"/>
                  </a:lnTo>
                  <a:lnTo>
                    <a:pt x="12142" y="3738"/>
                  </a:lnTo>
                  <a:lnTo>
                    <a:pt x="12142" y="3041"/>
                  </a:lnTo>
                  <a:close/>
                  <a:moveTo>
                    <a:pt x="14342" y="3041"/>
                  </a:moveTo>
                  <a:lnTo>
                    <a:pt x="14342" y="3738"/>
                  </a:lnTo>
                  <a:lnTo>
                    <a:pt x="13281" y="3738"/>
                  </a:lnTo>
                  <a:lnTo>
                    <a:pt x="13281" y="3041"/>
                  </a:lnTo>
                  <a:close/>
                  <a:moveTo>
                    <a:pt x="15470" y="3041"/>
                  </a:moveTo>
                  <a:lnTo>
                    <a:pt x="15470" y="3738"/>
                  </a:lnTo>
                  <a:lnTo>
                    <a:pt x="14409" y="3738"/>
                  </a:lnTo>
                  <a:lnTo>
                    <a:pt x="14409" y="3041"/>
                  </a:lnTo>
                  <a:close/>
                  <a:moveTo>
                    <a:pt x="16222" y="3030"/>
                  </a:moveTo>
                  <a:lnTo>
                    <a:pt x="16222" y="3738"/>
                  </a:lnTo>
                  <a:lnTo>
                    <a:pt x="15537" y="3738"/>
                  </a:lnTo>
                  <a:lnTo>
                    <a:pt x="15537" y="3030"/>
                  </a:lnTo>
                  <a:close/>
                  <a:moveTo>
                    <a:pt x="17450" y="3030"/>
                  </a:moveTo>
                  <a:lnTo>
                    <a:pt x="17450" y="3738"/>
                  </a:lnTo>
                  <a:lnTo>
                    <a:pt x="16676" y="3738"/>
                  </a:lnTo>
                  <a:lnTo>
                    <a:pt x="16665" y="3030"/>
                  </a:lnTo>
                  <a:close/>
                  <a:moveTo>
                    <a:pt x="18566" y="3041"/>
                  </a:moveTo>
                  <a:lnTo>
                    <a:pt x="18566" y="3738"/>
                  </a:lnTo>
                  <a:lnTo>
                    <a:pt x="17505" y="3738"/>
                  </a:lnTo>
                  <a:lnTo>
                    <a:pt x="17505" y="3041"/>
                  </a:lnTo>
                  <a:close/>
                  <a:moveTo>
                    <a:pt x="19705" y="3041"/>
                  </a:moveTo>
                  <a:lnTo>
                    <a:pt x="19705" y="3738"/>
                  </a:lnTo>
                  <a:lnTo>
                    <a:pt x="18644" y="3738"/>
                  </a:lnTo>
                  <a:lnTo>
                    <a:pt x="18644" y="3041"/>
                  </a:lnTo>
                  <a:close/>
                  <a:moveTo>
                    <a:pt x="20833" y="3041"/>
                  </a:moveTo>
                  <a:lnTo>
                    <a:pt x="20833" y="3738"/>
                  </a:lnTo>
                  <a:lnTo>
                    <a:pt x="19772" y="3738"/>
                  </a:lnTo>
                  <a:lnTo>
                    <a:pt x="19772" y="3041"/>
                  </a:lnTo>
                  <a:close/>
                  <a:moveTo>
                    <a:pt x="22536" y="3041"/>
                  </a:moveTo>
                  <a:lnTo>
                    <a:pt x="22536" y="3738"/>
                  </a:lnTo>
                  <a:lnTo>
                    <a:pt x="20911" y="3738"/>
                  </a:lnTo>
                  <a:lnTo>
                    <a:pt x="20911" y="3041"/>
                  </a:lnTo>
                  <a:close/>
                  <a:moveTo>
                    <a:pt x="23675" y="3030"/>
                  </a:moveTo>
                  <a:lnTo>
                    <a:pt x="23675" y="3738"/>
                  </a:lnTo>
                  <a:lnTo>
                    <a:pt x="22614" y="3738"/>
                  </a:lnTo>
                  <a:lnTo>
                    <a:pt x="22614" y="3030"/>
                  </a:lnTo>
                  <a:close/>
                  <a:moveTo>
                    <a:pt x="24803" y="3030"/>
                  </a:moveTo>
                  <a:lnTo>
                    <a:pt x="24803" y="3738"/>
                  </a:lnTo>
                  <a:lnTo>
                    <a:pt x="23741" y="3738"/>
                  </a:lnTo>
                  <a:lnTo>
                    <a:pt x="23741" y="3030"/>
                  </a:lnTo>
                  <a:close/>
                  <a:moveTo>
                    <a:pt x="25931" y="3030"/>
                  </a:moveTo>
                  <a:lnTo>
                    <a:pt x="25931" y="3738"/>
                  </a:lnTo>
                  <a:lnTo>
                    <a:pt x="24869" y="3738"/>
                  </a:lnTo>
                  <a:lnTo>
                    <a:pt x="24869" y="3030"/>
                  </a:lnTo>
                  <a:close/>
                  <a:moveTo>
                    <a:pt x="26716" y="3030"/>
                  </a:moveTo>
                  <a:lnTo>
                    <a:pt x="26716" y="3738"/>
                  </a:lnTo>
                  <a:lnTo>
                    <a:pt x="25997" y="3738"/>
                  </a:lnTo>
                  <a:lnTo>
                    <a:pt x="26008" y="3030"/>
                  </a:lnTo>
                  <a:close/>
                  <a:moveTo>
                    <a:pt x="27899" y="3030"/>
                  </a:moveTo>
                  <a:lnTo>
                    <a:pt x="27899" y="3738"/>
                  </a:lnTo>
                  <a:lnTo>
                    <a:pt x="27169" y="3738"/>
                  </a:lnTo>
                  <a:lnTo>
                    <a:pt x="27169" y="3030"/>
                  </a:lnTo>
                  <a:close/>
                  <a:moveTo>
                    <a:pt x="27965" y="3064"/>
                  </a:moveTo>
                  <a:cubicBezTo>
                    <a:pt x="28187" y="3285"/>
                    <a:pt x="28397" y="3506"/>
                    <a:pt x="28607" y="3738"/>
                  </a:cubicBezTo>
                  <a:lnTo>
                    <a:pt x="27965" y="3738"/>
                  </a:lnTo>
                  <a:lnTo>
                    <a:pt x="27965" y="3064"/>
                  </a:lnTo>
                  <a:close/>
                  <a:moveTo>
                    <a:pt x="32676" y="3163"/>
                  </a:moveTo>
                  <a:lnTo>
                    <a:pt x="32676" y="3815"/>
                  </a:lnTo>
                  <a:lnTo>
                    <a:pt x="31935" y="3815"/>
                  </a:lnTo>
                  <a:cubicBezTo>
                    <a:pt x="31824" y="3705"/>
                    <a:pt x="31725" y="3583"/>
                    <a:pt x="31614" y="3473"/>
                  </a:cubicBezTo>
                  <a:lnTo>
                    <a:pt x="31625" y="3473"/>
                  </a:lnTo>
                  <a:lnTo>
                    <a:pt x="31625" y="3163"/>
                  </a:lnTo>
                  <a:close/>
                  <a:moveTo>
                    <a:pt x="33815" y="3163"/>
                  </a:moveTo>
                  <a:lnTo>
                    <a:pt x="33815" y="3815"/>
                  </a:lnTo>
                  <a:lnTo>
                    <a:pt x="32753" y="3815"/>
                  </a:lnTo>
                  <a:lnTo>
                    <a:pt x="32753" y="3163"/>
                  </a:lnTo>
                  <a:close/>
                  <a:moveTo>
                    <a:pt x="34943" y="3163"/>
                  </a:moveTo>
                  <a:lnTo>
                    <a:pt x="34943" y="3815"/>
                  </a:lnTo>
                  <a:lnTo>
                    <a:pt x="33881" y="3815"/>
                  </a:lnTo>
                  <a:lnTo>
                    <a:pt x="33881" y="3163"/>
                  </a:lnTo>
                  <a:close/>
                  <a:moveTo>
                    <a:pt x="35706" y="3163"/>
                  </a:moveTo>
                  <a:lnTo>
                    <a:pt x="35706" y="3815"/>
                  </a:lnTo>
                  <a:lnTo>
                    <a:pt x="35009" y="3815"/>
                  </a:lnTo>
                  <a:lnTo>
                    <a:pt x="35009" y="3163"/>
                  </a:lnTo>
                  <a:close/>
                  <a:moveTo>
                    <a:pt x="36822" y="3163"/>
                  </a:moveTo>
                  <a:lnTo>
                    <a:pt x="36822" y="3815"/>
                  </a:lnTo>
                  <a:lnTo>
                    <a:pt x="36148" y="3815"/>
                  </a:lnTo>
                  <a:lnTo>
                    <a:pt x="36148" y="3163"/>
                  </a:lnTo>
                  <a:close/>
                  <a:moveTo>
                    <a:pt x="37950" y="3163"/>
                  </a:moveTo>
                  <a:lnTo>
                    <a:pt x="37950" y="3815"/>
                  </a:lnTo>
                  <a:lnTo>
                    <a:pt x="36889" y="3815"/>
                  </a:lnTo>
                  <a:lnTo>
                    <a:pt x="36889" y="3163"/>
                  </a:lnTo>
                  <a:close/>
                  <a:moveTo>
                    <a:pt x="39089" y="3163"/>
                  </a:moveTo>
                  <a:lnTo>
                    <a:pt x="39089" y="3815"/>
                  </a:lnTo>
                  <a:lnTo>
                    <a:pt x="38028" y="3815"/>
                  </a:lnTo>
                  <a:lnTo>
                    <a:pt x="38028" y="3163"/>
                  </a:lnTo>
                  <a:close/>
                  <a:moveTo>
                    <a:pt x="40217" y="3163"/>
                  </a:moveTo>
                  <a:lnTo>
                    <a:pt x="40217" y="3815"/>
                  </a:lnTo>
                  <a:lnTo>
                    <a:pt x="39156" y="3815"/>
                  </a:lnTo>
                  <a:lnTo>
                    <a:pt x="39156" y="3163"/>
                  </a:lnTo>
                  <a:close/>
                  <a:moveTo>
                    <a:pt x="40969" y="3174"/>
                  </a:moveTo>
                  <a:lnTo>
                    <a:pt x="40969" y="3815"/>
                  </a:lnTo>
                  <a:lnTo>
                    <a:pt x="40295" y="3815"/>
                  </a:lnTo>
                  <a:lnTo>
                    <a:pt x="40295" y="3174"/>
                  </a:lnTo>
                  <a:close/>
                  <a:moveTo>
                    <a:pt x="42097" y="3174"/>
                  </a:moveTo>
                  <a:lnTo>
                    <a:pt x="42097" y="3815"/>
                  </a:lnTo>
                  <a:lnTo>
                    <a:pt x="41422" y="3815"/>
                  </a:lnTo>
                  <a:lnTo>
                    <a:pt x="41422" y="3174"/>
                  </a:lnTo>
                  <a:close/>
                  <a:moveTo>
                    <a:pt x="43225" y="3174"/>
                  </a:moveTo>
                  <a:lnTo>
                    <a:pt x="43225" y="3826"/>
                  </a:lnTo>
                  <a:lnTo>
                    <a:pt x="42163" y="3826"/>
                  </a:lnTo>
                  <a:lnTo>
                    <a:pt x="42163" y="3174"/>
                  </a:lnTo>
                  <a:close/>
                  <a:moveTo>
                    <a:pt x="44364" y="3174"/>
                  </a:moveTo>
                  <a:lnTo>
                    <a:pt x="44364" y="3826"/>
                  </a:lnTo>
                  <a:lnTo>
                    <a:pt x="43302" y="3826"/>
                  </a:lnTo>
                  <a:lnTo>
                    <a:pt x="43302" y="3174"/>
                  </a:lnTo>
                  <a:close/>
                  <a:moveTo>
                    <a:pt x="45492" y="3174"/>
                  </a:moveTo>
                  <a:lnTo>
                    <a:pt x="45492" y="3826"/>
                  </a:lnTo>
                  <a:lnTo>
                    <a:pt x="44430" y="3826"/>
                  </a:lnTo>
                  <a:lnTo>
                    <a:pt x="44430" y="3174"/>
                  </a:lnTo>
                  <a:close/>
                  <a:moveTo>
                    <a:pt x="46244" y="3174"/>
                  </a:moveTo>
                  <a:lnTo>
                    <a:pt x="46244" y="3826"/>
                  </a:lnTo>
                  <a:lnTo>
                    <a:pt x="45558" y="3826"/>
                  </a:lnTo>
                  <a:lnTo>
                    <a:pt x="45558" y="3174"/>
                  </a:lnTo>
                  <a:close/>
                  <a:moveTo>
                    <a:pt x="47371" y="3174"/>
                  </a:moveTo>
                  <a:lnTo>
                    <a:pt x="47371" y="3826"/>
                  </a:lnTo>
                  <a:lnTo>
                    <a:pt x="46697" y="3826"/>
                  </a:lnTo>
                  <a:lnTo>
                    <a:pt x="46697" y="3174"/>
                  </a:lnTo>
                  <a:close/>
                  <a:moveTo>
                    <a:pt x="48510" y="3174"/>
                  </a:moveTo>
                  <a:lnTo>
                    <a:pt x="48499" y="3826"/>
                  </a:lnTo>
                  <a:lnTo>
                    <a:pt x="47449" y="3826"/>
                  </a:lnTo>
                  <a:lnTo>
                    <a:pt x="47449" y="3174"/>
                  </a:lnTo>
                  <a:close/>
                  <a:moveTo>
                    <a:pt x="49638" y="3185"/>
                  </a:moveTo>
                  <a:lnTo>
                    <a:pt x="49638" y="3826"/>
                  </a:lnTo>
                  <a:lnTo>
                    <a:pt x="48577" y="3826"/>
                  </a:lnTo>
                  <a:lnTo>
                    <a:pt x="48577" y="3185"/>
                  </a:lnTo>
                  <a:close/>
                  <a:moveTo>
                    <a:pt x="50766" y="3185"/>
                  </a:moveTo>
                  <a:lnTo>
                    <a:pt x="50766" y="3826"/>
                  </a:lnTo>
                  <a:lnTo>
                    <a:pt x="49705" y="3826"/>
                  </a:lnTo>
                  <a:lnTo>
                    <a:pt x="49705" y="3185"/>
                  </a:lnTo>
                  <a:close/>
                  <a:moveTo>
                    <a:pt x="51518" y="3185"/>
                  </a:moveTo>
                  <a:lnTo>
                    <a:pt x="51518" y="3838"/>
                  </a:lnTo>
                  <a:lnTo>
                    <a:pt x="50832" y="3838"/>
                  </a:lnTo>
                  <a:lnTo>
                    <a:pt x="50832" y="3185"/>
                  </a:lnTo>
                  <a:close/>
                  <a:moveTo>
                    <a:pt x="52646" y="3185"/>
                  </a:moveTo>
                  <a:lnTo>
                    <a:pt x="52646" y="3838"/>
                  </a:lnTo>
                  <a:lnTo>
                    <a:pt x="51971" y="3838"/>
                  </a:lnTo>
                  <a:lnTo>
                    <a:pt x="51971" y="3185"/>
                  </a:lnTo>
                  <a:close/>
                  <a:moveTo>
                    <a:pt x="53774" y="3185"/>
                  </a:moveTo>
                  <a:lnTo>
                    <a:pt x="53774" y="3838"/>
                  </a:lnTo>
                  <a:lnTo>
                    <a:pt x="52712" y="3838"/>
                  </a:lnTo>
                  <a:lnTo>
                    <a:pt x="52712" y="3185"/>
                  </a:lnTo>
                  <a:close/>
                  <a:moveTo>
                    <a:pt x="54913" y="3185"/>
                  </a:moveTo>
                  <a:lnTo>
                    <a:pt x="54913" y="3838"/>
                  </a:lnTo>
                  <a:lnTo>
                    <a:pt x="53851" y="3838"/>
                  </a:lnTo>
                  <a:lnTo>
                    <a:pt x="53851" y="3185"/>
                  </a:lnTo>
                  <a:close/>
                  <a:moveTo>
                    <a:pt x="56041" y="3185"/>
                  </a:moveTo>
                  <a:lnTo>
                    <a:pt x="56041" y="3838"/>
                  </a:lnTo>
                  <a:lnTo>
                    <a:pt x="54979" y="3838"/>
                  </a:lnTo>
                  <a:lnTo>
                    <a:pt x="54979" y="3185"/>
                  </a:lnTo>
                  <a:close/>
                  <a:moveTo>
                    <a:pt x="56792" y="3185"/>
                  </a:moveTo>
                  <a:lnTo>
                    <a:pt x="56792" y="3838"/>
                  </a:lnTo>
                  <a:lnTo>
                    <a:pt x="56107" y="3838"/>
                  </a:lnTo>
                  <a:lnTo>
                    <a:pt x="56107" y="3185"/>
                  </a:lnTo>
                  <a:close/>
                  <a:moveTo>
                    <a:pt x="57920" y="3196"/>
                  </a:moveTo>
                  <a:lnTo>
                    <a:pt x="57920" y="3838"/>
                  </a:lnTo>
                  <a:lnTo>
                    <a:pt x="57246" y="3838"/>
                  </a:lnTo>
                  <a:lnTo>
                    <a:pt x="57246" y="3196"/>
                  </a:lnTo>
                  <a:close/>
                  <a:moveTo>
                    <a:pt x="59059" y="3196"/>
                  </a:moveTo>
                  <a:lnTo>
                    <a:pt x="59048" y="3838"/>
                  </a:lnTo>
                  <a:lnTo>
                    <a:pt x="57987" y="3838"/>
                  </a:lnTo>
                  <a:lnTo>
                    <a:pt x="57987" y="3196"/>
                  </a:lnTo>
                  <a:close/>
                  <a:moveTo>
                    <a:pt x="60187" y="3196"/>
                  </a:moveTo>
                  <a:lnTo>
                    <a:pt x="60187" y="3849"/>
                  </a:lnTo>
                  <a:lnTo>
                    <a:pt x="59126" y="3849"/>
                  </a:lnTo>
                  <a:lnTo>
                    <a:pt x="59126" y="3196"/>
                  </a:lnTo>
                  <a:close/>
                  <a:moveTo>
                    <a:pt x="61315" y="3196"/>
                  </a:moveTo>
                  <a:lnTo>
                    <a:pt x="61315" y="3849"/>
                  </a:lnTo>
                  <a:lnTo>
                    <a:pt x="60254" y="3849"/>
                  </a:lnTo>
                  <a:lnTo>
                    <a:pt x="60254" y="3196"/>
                  </a:lnTo>
                  <a:close/>
                  <a:moveTo>
                    <a:pt x="32676" y="3882"/>
                  </a:moveTo>
                  <a:lnTo>
                    <a:pt x="32676" y="4468"/>
                  </a:lnTo>
                  <a:lnTo>
                    <a:pt x="32488" y="4468"/>
                  </a:lnTo>
                  <a:cubicBezTo>
                    <a:pt x="32322" y="4269"/>
                    <a:pt x="32167" y="4070"/>
                    <a:pt x="31990" y="3882"/>
                  </a:cubicBezTo>
                  <a:close/>
                  <a:moveTo>
                    <a:pt x="33815" y="3882"/>
                  </a:moveTo>
                  <a:lnTo>
                    <a:pt x="33815" y="4468"/>
                  </a:lnTo>
                  <a:lnTo>
                    <a:pt x="32753" y="4468"/>
                  </a:lnTo>
                  <a:lnTo>
                    <a:pt x="32753" y="3882"/>
                  </a:lnTo>
                  <a:close/>
                  <a:moveTo>
                    <a:pt x="34943" y="3882"/>
                  </a:moveTo>
                  <a:lnTo>
                    <a:pt x="34943" y="4468"/>
                  </a:lnTo>
                  <a:lnTo>
                    <a:pt x="33881" y="4468"/>
                  </a:lnTo>
                  <a:lnTo>
                    <a:pt x="33881" y="3882"/>
                  </a:lnTo>
                  <a:close/>
                  <a:moveTo>
                    <a:pt x="35706" y="3882"/>
                  </a:moveTo>
                  <a:lnTo>
                    <a:pt x="35706" y="4468"/>
                  </a:lnTo>
                  <a:lnTo>
                    <a:pt x="35009" y="4468"/>
                  </a:lnTo>
                  <a:lnTo>
                    <a:pt x="35009" y="3882"/>
                  </a:lnTo>
                  <a:close/>
                  <a:moveTo>
                    <a:pt x="36822" y="3882"/>
                  </a:moveTo>
                  <a:lnTo>
                    <a:pt x="36822" y="4479"/>
                  </a:lnTo>
                  <a:lnTo>
                    <a:pt x="36148" y="4479"/>
                  </a:lnTo>
                  <a:lnTo>
                    <a:pt x="36148" y="3882"/>
                  </a:lnTo>
                  <a:close/>
                  <a:moveTo>
                    <a:pt x="37950" y="3882"/>
                  </a:moveTo>
                  <a:lnTo>
                    <a:pt x="37950" y="4479"/>
                  </a:lnTo>
                  <a:lnTo>
                    <a:pt x="36889" y="4479"/>
                  </a:lnTo>
                  <a:lnTo>
                    <a:pt x="36889" y="3882"/>
                  </a:lnTo>
                  <a:close/>
                  <a:moveTo>
                    <a:pt x="39089" y="3882"/>
                  </a:moveTo>
                  <a:lnTo>
                    <a:pt x="39089" y="4479"/>
                  </a:lnTo>
                  <a:lnTo>
                    <a:pt x="38028" y="4479"/>
                  </a:lnTo>
                  <a:lnTo>
                    <a:pt x="38028" y="3882"/>
                  </a:lnTo>
                  <a:close/>
                  <a:moveTo>
                    <a:pt x="40217" y="3893"/>
                  </a:moveTo>
                  <a:lnTo>
                    <a:pt x="40217" y="4479"/>
                  </a:lnTo>
                  <a:lnTo>
                    <a:pt x="39156" y="4479"/>
                  </a:lnTo>
                  <a:lnTo>
                    <a:pt x="39156" y="3893"/>
                  </a:lnTo>
                  <a:close/>
                  <a:moveTo>
                    <a:pt x="40969" y="3893"/>
                  </a:moveTo>
                  <a:lnTo>
                    <a:pt x="40969" y="4479"/>
                  </a:lnTo>
                  <a:lnTo>
                    <a:pt x="40295" y="4479"/>
                  </a:lnTo>
                  <a:lnTo>
                    <a:pt x="40295" y="3893"/>
                  </a:lnTo>
                  <a:close/>
                  <a:moveTo>
                    <a:pt x="42097" y="3893"/>
                  </a:moveTo>
                  <a:lnTo>
                    <a:pt x="42097" y="4479"/>
                  </a:lnTo>
                  <a:lnTo>
                    <a:pt x="41422" y="4479"/>
                  </a:lnTo>
                  <a:lnTo>
                    <a:pt x="41422" y="3893"/>
                  </a:lnTo>
                  <a:close/>
                  <a:moveTo>
                    <a:pt x="43225" y="3893"/>
                  </a:moveTo>
                  <a:lnTo>
                    <a:pt x="43225" y="4479"/>
                  </a:lnTo>
                  <a:lnTo>
                    <a:pt x="42163" y="4479"/>
                  </a:lnTo>
                  <a:lnTo>
                    <a:pt x="42163" y="3893"/>
                  </a:lnTo>
                  <a:close/>
                  <a:moveTo>
                    <a:pt x="44364" y="3893"/>
                  </a:moveTo>
                  <a:lnTo>
                    <a:pt x="44364" y="4479"/>
                  </a:lnTo>
                  <a:lnTo>
                    <a:pt x="43302" y="4479"/>
                  </a:lnTo>
                  <a:lnTo>
                    <a:pt x="43302" y="3893"/>
                  </a:lnTo>
                  <a:close/>
                  <a:moveTo>
                    <a:pt x="45492" y="3893"/>
                  </a:moveTo>
                  <a:lnTo>
                    <a:pt x="45492" y="4490"/>
                  </a:lnTo>
                  <a:lnTo>
                    <a:pt x="44430" y="4490"/>
                  </a:lnTo>
                  <a:lnTo>
                    <a:pt x="44430" y="3893"/>
                  </a:lnTo>
                  <a:close/>
                  <a:moveTo>
                    <a:pt x="46244" y="3893"/>
                  </a:moveTo>
                  <a:lnTo>
                    <a:pt x="46244" y="4490"/>
                  </a:lnTo>
                  <a:lnTo>
                    <a:pt x="45558" y="4490"/>
                  </a:lnTo>
                  <a:lnTo>
                    <a:pt x="45558" y="3893"/>
                  </a:lnTo>
                  <a:close/>
                  <a:moveTo>
                    <a:pt x="47371" y="3893"/>
                  </a:moveTo>
                  <a:lnTo>
                    <a:pt x="47371" y="4490"/>
                  </a:lnTo>
                  <a:lnTo>
                    <a:pt x="46697" y="4490"/>
                  </a:lnTo>
                  <a:lnTo>
                    <a:pt x="46697" y="3893"/>
                  </a:lnTo>
                  <a:close/>
                  <a:moveTo>
                    <a:pt x="48510" y="3904"/>
                  </a:moveTo>
                  <a:lnTo>
                    <a:pt x="48499" y="4490"/>
                  </a:lnTo>
                  <a:lnTo>
                    <a:pt x="47449" y="4490"/>
                  </a:lnTo>
                  <a:lnTo>
                    <a:pt x="47449" y="3904"/>
                  </a:lnTo>
                  <a:close/>
                  <a:moveTo>
                    <a:pt x="49638" y="3904"/>
                  </a:moveTo>
                  <a:lnTo>
                    <a:pt x="49638" y="4490"/>
                  </a:lnTo>
                  <a:lnTo>
                    <a:pt x="48577" y="4490"/>
                  </a:lnTo>
                  <a:lnTo>
                    <a:pt x="48577" y="3904"/>
                  </a:lnTo>
                  <a:close/>
                  <a:moveTo>
                    <a:pt x="50766" y="3904"/>
                  </a:moveTo>
                  <a:lnTo>
                    <a:pt x="50766" y="4490"/>
                  </a:lnTo>
                  <a:lnTo>
                    <a:pt x="49705" y="4490"/>
                  </a:lnTo>
                  <a:lnTo>
                    <a:pt x="49705" y="3904"/>
                  </a:lnTo>
                  <a:close/>
                  <a:moveTo>
                    <a:pt x="51518" y="3904"/>
                  </a:moveTo>
                  <a:lnTo>
                    <a:pt x="51518" y="4490"/>
                  </a:lnTo>
                  <a:lnTo>
                    <a:pt x="50832" y="4490"/>
                  </a:lnTo>
                  <a:lnTo>
                    <a:pt x="50832" y="3904"/>
                  </a:lnTo>
                  <a:close/>
                  <a:moveTo>
                    <a:pt x="52646" y="3904"/>
                  </a:moveTo>
                  <a:lnTo>
                    <a:pt x="52646" y="4490"/>
                  </a:lnTo>
                  <a:lnTo>
                    <a:pt x="51971" y="4490"/>
                  </a:lnTo>
                  <a:lnTo>
                    <a:pt x="51971" y="3904"/>
                  </a:lnTo>
                  <a:close/>
                  <a:moveTo>
                    <a:pt x="3871" y="4217"/>
                  </a:moveTo>
                  <a:lnTo>
                    <a:pt x="3871" y="4501"/>
                  </a:lnTo>
                  <a:lnTo>
                    <a:pt x="3628" y="4501"/>
                  </a:lnTo>
                  <a:cubicBezTo>
                    <a:pt x="3712" y="4417"/>
                    <a:pt x="3796" y="4312"/>
                    <a:pt x="3871" y="4217"/>
                  </a:cubicBezTo>
                  <a:close/>
                  <a:moveTo>
                    <a:pt x="5010" y="3804"/>
                  </a:moveTo>
                  <a:lnTo>
                    <a:pt x="5010" y="4501"/>
                  </a:lnTo>
                  <a:lnTo>
                    <a:pt x="3948" y="4501"/>
                  </a:lnTo>
                  <a:lnTo>
                    <a:pt x="3948" y="4114"/>
                  </a:lnTo>
                  <a:cubicBezTo>
                    <a:pt x="4037" y="4003"/>
                    <a:pt x="4125" y="3904"/>
                    <a:pt x="4214" y="3804"/>
                  </a:cubicBezTo>
                  <a:close/>
                  <a:moveTo>
                    <a:pt x="5718" y="3804"/>
                  </a:moveTo>
                  <a:lnTo>
                    <a:pt x="5718" y="4501"/>
                  </a:lnTo>
                  <a:lnTo>
                    <a:pt x="5076" y="4501"/>
                  </a:lnTo>
                  <a:lnTo>
                    <a:pt x="5076" y="3804"/>
                  </a:lnTo>
                  <a:close/>
                  <a:moveTo>
                    <a:pt x="6845" y="3804"/>
                  </a:moveTo>
                  <a:lnTo>
                    <a:pt x="6845" y="4501"/>
                  </a:lnTo>
                  <a:lnTo>
                    <a:pt x="6171" y="4501"/>
                  </a:lnTo>
                  <a:lnTo>
                    <a:pt x="6171" y="3804"/>
                  </a:lnTo>
                  <a:close/>
                  <a:moveTo>
                    <a:pt x="7973" y="3804"/>
                  </a:moveTo>
                  <a:lnTo>
                    <a:pt x="7973" y="4501"/>
                  </a:lnTo>
                  <a:lnTo>
                    <a:pt x="6912" y="4501"/>
                  </a:lnTo>
                  <a:lnTo>
                    <a:pt x="6912" y="3804"/>
                  </a:lnTo>
                  <a:close/>
                  <a:moveTo>
                    <a:pt x="53774" y="3904"/>
                  </a:moveTo>
                  <a:lnTo>
                    <a:pt x="53774" y="4501"/>
                  </a:lnTo>
                  <a:lnTo>
                    <a:pt x="52712" y="4501"/>
                  </a:lnTo>
                  <a:lnTo>
                    <a:pt x="52712" y="3904"/>
                  </a:lnTo>
                  <a:close/>
                  <a:moveTo>
                    <a:pt x="54913" y="3904"/>
                  </a:moveTo>
                  <a:lnTo>
                    <a:pt x="54913" y="4501"/>
                  </a:lnTo>
                  <a:lnTo>
                    <a:pt x="53851" y="4501"/>
                  </a:lnTo>
                  <a:lnTo>
                    <a:pt x="53851" y="3904"/>
                  </a:lnTo>
                  <a:close/>
                  <a:moveTo>
                    <a:pt x="56041" y="3904"/>
                  </a:moveTo>
                  <a:lnTo>
                    <a:pt x="56041" y="4501"/>
                  </a:lnTo>
                  <a:lnTo>
                    <a:pt x="54979" y="4501"/>
                  </a:lnTo>
                  <a:lnTo>
                    <a:pt x="54979" y="3904"/>
                  </a:lnTo>
                  <a:close/>
                  <a:moveTo>
                    <a:pt x="56792" y="3915"/>
                  </a:moveTo>
                  <a:lnTo>
                    <a:pt x="56792" y="4501"/>
                  </a:lnTo>
                  <a:lnTo>
                    <a:pt x="56107" y="4501"/>
                  </a:lnTo>
                  <a:lnTo>
                    <a:pt x="56107" y="3915"/>
                  </a:lnTo>
                  <a:close/>
                  <a:moveTo>
                    <a:pt x="57920" y="3915"/>
                  </a:moveTo>
                  <a:lnTo>
                    <a:pt x="57920" y="4501"/>
                  </a:lnTo>
                  <a:lnTo>
                    <a:pt x="57246" y="4501"/>
                  </a:lnTo>
                  <a:lnTo>
                    <a:pt x="57246" y="3915"/>
                  </a:lnTo>
                  <a:close/>
                  <a:moveTo>
                    <a:pt x="59059" y="3915"/>
                  </a:moveTo>
                  <a:lnTo>
                    <a:pt x="59048" y="4501"/>
                  </a:lnTo>
                  <a:lnTo>
                    <a:pt x="57987" y="4501"/>
                  </a:lnTo>
                  <a:lnTo>
                    <a:pt x="57987" y="3915"/>
                  </a:lnTo>
                  <a:close/>
                  <a:moveTo>
                    <a:pt x="60187" y="3915"/>
                  </a:moveTo>
                  <a:lnTo>
                    <a:pt x="60187" y="4501"/>
                  </a:lnTo>
                  <a:lnTo>
                    <a:pt x="59126" y="4501"/>
                  </a:lnTo>
                  <a:lnTo>
                    <a:pt x="59126" y="3915"/>
                  </a:lnTo>
                  <a:close/>
                  <a:moveTo>
                    <a:pt x="61315" y="3915"/>
                  </a:moveTo>
                  <a:lnTo>
                    <a:pt x="61315" y="4501"/>
                  </a:lnTo>
                  <a:lnTo>
                    <a:pt x="60254" y="4501"/>
                  </a:lnTo>
                  <a:lnTo>
                    <a:pt x="60254" y="3915"/>
                  </a:lnTo>
                  <a:close/>
                  <a:moveTo>
                    <a:pt x="9112" y="3804"/>
                  </a:moveTo>
                  <a:lnTo>
                    <a:pt x="9112" y="4512"/>
                  </a:lnTo>
                  <a:lnTo>
                    <a:pt x="8051" y="4512"/>
                  </a:lnTo>
                  <a:lnTo>
                    <a:pt x="8051" y="3804"/>
                  </a:lnTo>
                  <a:close/>
                  <a:moveTo>
                    <a:pt x="10251" y="3815"/>
                  </a:moveTo>
                  <a:lnTo>
                    <a:pt x="10251" y="4512"/>
                  </a:lnTo>
                  <a:lnTo>
                    <a:pt x="9190" y="4512"/>
                  </a:lnTo>
                  <a:lnTo>
                    <a:pt x="9190" y="3815"/>
                  </a:lnTo>
                  <a:close/>
                  <a:moveTo>
                    <a:pt x="10959" y="3804"/>
                  </a:moveTo>
                  <a:lnTo>
                    <a:pt x="10959" y="4512"/>
                  </a:lnTo>
                  <a:lnTo>
                    <a:pt x="10329" y="4512"/>
                  </a:lnTo>
                  <a:lnTo>
                    <a:pt x="10329" y="3804"/>
                  </a:lnTo>
                  <a:close/>
                  <a:moveTo>
                    <a:pt x="12076" y="3804"/>
                  </a:moveTo>
                  <a:lnTo>
                    <a:pt x="12076" y="4512"/>
                  </a:lnTo>
                  <a:lnTo>
                    <a:pt x="11401" y="4512"/>
                  </a:lnTo>
                  <a:lnTo>
                    <a:pt x="11401" y="3804"/>
                  </a:lnTo>
                  <a:close/>
                  <a:moveTo>
                    <a:pt x="13204" y="3804"/>
                  </a:moveTo>
                  <a:lnTo>
                    <a:pt x="13204" y="4512"/>
                  </a:lnTo>
                  <a:lnTo>
                    <a:pt x="12142" y="4512"/>
                  </a:lnTo>
                  <a:lnTo>
                    <a:pt x="12142" y="3804"/>
                  </a:lnTo>
                  <a:close/>
                  <a:moveTo>
                    <a:pt x="14342" y="3804"/>
                  </a:moveTo>
                  <a:lnTo>
                    <a:pt x="14342" y="4512"/>
                  </a:lnTo>
                  <a:lnTo>
                    <a:pt x="13281" y="4512"/>
                  </a:lnTo>
                  <a:lnTo>
                    <a:pt x="13281" y="3804"/>
                  </a:lnTo>
                  <a:close/>
                  <a:moveTo>
                    <a:pt x="15470" y="3804"/>
                  </a:moveTo>
                  <a:lnTo>
                    <a:pt x="15470" y="4512"/>
                  </a:lnTo>
                  <a:lnTo>
                    <a:pt x="14409" y="4512"/>
                  </a:lnTo>
                  <a:lnTo>
                    <a:pt x="14409" y="3804"/>
                  </a:lnTo>
                  <a:close/>
                  <a:moveTo>
                    <a:pt x="16222" y="3804"/>
                  </a:moveTo>
                  <a:lnTo>
                    <a:pt x="16222" y="4512"/>
                  </a:lnTo>
                  <a:lnTo>
                    <a:pt x="15537" y="4512"/>
                  </a:lnTo>
                  <a:lnTo>
                    <a:pt x="15537" y="3804"/>
                  </a:lnTo>
                  <a:close/>
                  <a:moveTo>
                    <a:pt x="17450" y="3804"/>
                  </a:moveTo>
                  <a:lnTo>
                    <a:pt x="17450" y="4512"/>
                  </a:lnTo>
                  <a:lnTo>
                    <a:pt x="16676" y="4512"/>
                  </a:lnTo>
                  <a:lnTo>
                    <a:pt x="16665" y="3804"/>
                  </a:lnTo>
                  <a:close/>
                  <a:moveTo>
                    <a:pt x="18566" y="3804"/>
                  </a:moveTo>
                  <a:lnTo>
                    <a:pt x="18566" y="4512"/>
                  </a:lnTo>
                  <a:lnTo>
                    <a:pt x="17505" y="4512"/>
                  </a:lnTo>
                  <a:lnTo>
                    <a:pt x="17505" y="3804"/>
                  </a:lnTo>
                  <a:close/>
                  <a:moveTo>
                    <a:pt x="19705" y="3804"/>
                  </a:moveTo>
                  <a:lnTo>
                    <a:pt x="19705" y="4512"/>
                  </a:lnTo>
                  <a:lnTo>
                    <a:pt x="18644" y="4512"/>
                  </a:lnTo>
                  <a:lnTo>
                    <a:pt x="18644" y="3804"/>
                  </a:lnTo>
                  <a:close/>
                  <a:moveTo>
                    <a:pt x="20833" y="3804"/>
                  </a:moveTo>
                  <a:lnTo>
                    <a:pt x="20833" y="4512"/>
                  </a:lnTo>
                  <a:lnTo>
                    <a:pt x="19772" y="4512"/>
                  </a:lnTo>
                  <a:lnTo>
                    <a:pt x="19772" y="3804"/>
                  </a:lnTo>
                  <a:close/>
                  <a:moveTo>
                    <a:pt x="22536" y="3804"/>
                  </a:moveTo>
                  <a:lnTo>
                    <a:pt x="22536" y="4512"/>
                  </a:lnTo>
                  <a:lnTo>
                    <a:pt x="20911" y="4512"/>
                  </a:lnTo>
                  <a:lnTo>
                    <a:pt x="20911" y="3804"/>
                  </a:lnTo>
                  <a:close/>
                  <a:moveTo>
                    <a:pt x="23675" y="3804"/>
                  </a:moveTo>
                  <a:lnTo>
                    <a:pt x="23675" y="4512"/>
                  </a:lnTo>
                  <a:lnTo>
                    <a:pt x="22614" y="4512"/>
                  </a:lnTo>
                  <a:lnTo>
                    <a:pt x="22614" y="3804"/>
                  </a:lnTo>
                  <a:close/>
                  <a:moveTo>
                    <a:pt x="24803" y="3804"/>
                  </a:moveTo>
                  <a:lnTo>
                    <a:pt x="24803" y="4512"/>
                  </a:lnTo>
                  <a:lnTo>
                    <a:pt x="23741" y="4512"/>
                  </a:lnTo>
                  <a:lnTo>
                    <a:pt x="23741" y="3804"/>
                  </a:lnTo>
                  <a:close/>
                  <a:moveTo>
                    <a:pt x="25931" y="3804"/>
                  </a:moveTo>
                  <a:lnTo>
                    <a:pt x="25931" y="4512"/>
                  </a:lnTo>
                  <a:lnTo>
                    <a:pt x="24869" y="4512"/>
                  </a:lnTo>
                  <a:lnTo>
                    <a:pt x="24869" y="3804"/>
                  </a:lnTo>
                  <a:close/>
                  <a:moveTo>
                    <a:pt x="26716" y="3804"/>
                  </a:moveTo>
                  <a:lnTo>
                    <a:pt x="26716" y="4512"/>
                  </a:lnTo>
                  <a:lnTo>
                    <a:pt x="25997" y="4512"/>
                  </a:lnTo>
                  <a:lnTo>
                    <a:pt x="26008" y="3804"/>
                  </a:lnTo>
                  <a:close/>
                  <a:moveTo>
                    <a:pt x="27899" y="3804"/>
                  </a:moveTo>
                  <a:lnTo>
                    <a:pt x="27899" y="4512"/>
                  </a:lnTo>
                  <a:lnTo>
                    <a:pt x="27169" y="4512"/>
                  </a:lnTo>
                  <a:lnTo>
                    <a:pt x="27169" y="3804"/>
                  </a:lnTo>
                  <a:close/>
                  <a:moveTo>
                    <a:pt x="28673" y="3804"/>
                  </a:moveTo>
                  <a:cubicBezTo>
                    <a:pt x="28795" y="3948"/>
                    <a:pt x="28916" y="4081"/>
                    <a:pt x="29027" y="4225"/>
                  </a:cubicBezTo>
                  <a:lnTo>
                    <a:pt x="29027" y="4512"/>
                  </a:lnTo>
                  <a:lnTo>
                    <a:pt x="27965" y="4512"/>
                  </a:lnTo>
                  <a:lnTo>
                    <a:pt x="27965" y="3804"/>
                  </a:lnTo>
                  <a:close/>
                  <a:moveTo>
                    <a:pt x="29104" y="4313"/>
                  </a:moveTo>
                  <a:cubicBezTo>
                    <a:pt x="29160" y="4379"/>
                    <a:pt x="29204" y="4446"/>
                    <a:pt x="29259" y="4512"/>
                  </a:cubicBezTo>
                  <a:lnTo>
                    <a:pt x="29104" y="4512"/>
                  </a:lnTo>
                  <a:lnTo>
                    <a:pt x="29104" y="4313"/>
                  </a:lnTo>
                  <a:close/>
                  <a:moveTo>
                    <a:pt x="33804" y="4921"/>
                  </a:moveTo>
                  <a:lnTo>
                    <a:pt x="33815" y="5496"/>
                  </a:lnTo>
                  <a:lnTo>
                    <a:pt x="33240" y="5496"/>
                  </a:lnTo>
                  <a:cubicBezTo>
                    <a:pt x="33107" y="5297"/>
                    <a:pt x="32974" y="5109"/>
                    <a:pt x="32831" y="4921"/>
                  </a:cubicBezTo>
                  <a:close/>
                  <a:moveTo>
                    <a:pt x="34943" y="4921"/>
                  </a:moveTo>
                  <a:lnTo>
                    <a:pt x="34943" y="5496"/>
                  </a:lnTo>
                  <a:lnTo>
                    <a:pt x="33881" y="5496"/>
                  </a:lnTo>
                  <a:lnTo>
                    <a:pt x="33881" y="4921"/>
                  </a:lnTo>
                  <a:close/>
                  <a:moveTo>
                    <a:pt x="35706" y="4921"/>
                  </a:moveTo>
                  <a:lnTo>
                    <a:pt x="35706" y="5496"/>
                  </a:lnTo>
                  <a:lnTo>
                    <a:pt x="35009" y="5496"/>
                  </a:lnTo>
                  <a:lnTo>
                    <a:pt x="35009" y="4921"/>
                  </a:lnTo>
                  <a:close/>
                  <a:moveTo>
                    <a:pt x="36822" y="4921"/>
                  </a:moveTo>
                  <a:lnTo>
                    <a:pt x="36822" y="5496"/>
                  </a:lnTo>
                  <a:lnTo>
                    <a:pt x="36148" y="5496"/>
                  </a:lnTo>
                  <a:lnTo>
                    <a:pt x="36148" y="4921"/>
                  </a:lnTo>
                  <a:close/>
                  <a:moveTo>
                    <a:pt x="37950" y="4921"/>
                  </a:moveTo>
                  <a:lnTo>
                    <a:pt x="37950" y="5496"/>
                  </a:lnTo>
                  <a:lnTo>
                    <a:pt x="36889" y="5496"/>
                  </a:lnTo>
                  <a:lnTo>
                    <a:pt x="36889" y="4921"/>
                  </a:lnTo>
                  <a:close/>
                  <a:moveTo>
                    <a:pt x="39089" y="4921"/>
                  </a:moveTo>
                  <a:lnTo>
                    <a:pt x="39089" y="5496"/>
                  </a:lnTo>
                  <a:lnTo>
                    <a:pt x="38028" y="5496"/>
                  </a:lnTo>
                  <a:lnTo>
                    <a:pt x="38028" y="4921"/>
                  </a:lnTo>
                  <a:close/>
                  <a:moveTo>
                    <a:pt x="40217" y="4932"/>
                  </a:moveTo>
                  <a:lnTo>
                    <a:pt x="40217" y="5496"/>
                  </a:lnTo>
                  <a:lnTo>
                    <a:pt x="39156" y="5496"/>
                  </a:lnTo>
                  <a:lnTo>
                    <a:pt x="39156" y="4932"/>
                  </a:lnTo>
                  <a:close/>
                  <a:moveTo>
                    <a:pt x="40969" y="4932"/>
                  </a:moveTo>
                  <a:lnTo>
                    <a:pt x="40969" y="5507"/>
                  </a:lnTo>
                  <a:lnTo>
                    <a:pt x="40295" y="5507"/>
                  </a:lnTo>
                  <a:lnTo>
                    <a:pt x="40295" y="4932"/>
                  </a:lnTo>
                  <a:close/>
                  <a:moveTo>
                    <a:pt x="42097" y="4932"/>
                  </a:moveTo>
                  <a:lnTo>
                    <a:pt x="42097" y="5507"/>
                  </a:lnTo>
                  <a:lnTo>
                    <a:pt x="41422" y="5507"/>
                  </a:lnTo>
                  <a:lnTo>
                    <a:pt x="41422" y="4932"/>
                  </a:lnTo>
                  <a:close/>
                  <a:moveTo>
                    <a:pt x="43225" y="4932"/>
                  </a:moveTo>
                  <a:lnTo>
                    <a:pt x="43225" y="5507"/>
                  </a:lnTo>
                  <a:lnTo>
                    <a:pt x="42163" y="5507"/>
                  </a:lnTo>
                  <a:lnTo>
                    <a:pt x="42163" y="4932"/>
                  </a:lnTo>
                  <a:close/>
                  <a:moveTo>
                    <a:pt x="44364" y="4932"/>
                  </a:moveTo>
                  <a:lnTo>
                    <a:pt x="44364" y="5507"/>
                  </a:lnTo>
                  <a:lnTo>
                    <a:pt x="43302" y="5507"/>
                  </a:lnTo>
                  <a:lnTo>
                    <a:pt x="43302" y="4932"/>
                  </a:lnTo>
                  <a:close/>
                  <a:moveTo>
                    <a:pt x="45492" y="4932"/>
                  </a:moveTo>
                  <a:lnTo>
                    <a:pt x="45492" y="5507"/>
                  </a:lnTo>
                  <a:lnTo>
                    <a:pt x="44430" y="5507"/>
                  </a:lnTo>
                  <a:lnTo>
                    <a:pt x="44430" y="4932"/>
                  </a:lnTo>
                  <a:close/>
                  <a:moveTo>
                    <a:pt x="46244" y="4932"/>
                  </a:moveTo>
                  <a:lnTo>
                    <a:pt x="46244" y="5507"/>
                  </a:lnTo>
                  <a:lnTo>
                    <a:pt x="45558" y="5507"/>
                  </a:lnTo>
                  <a:lnTo>
                    <a:pt x="45558" y="4932"/>
                  </a:lnTo>
                  <a:close/>
                  <a:moveTo>
                    <a:pt x="47371" y="4932"/>
                  </a:moveTo>
                  <a:lnTo>
                    <a:pt x="47371" y="5507"/>
                  </a:lnTo>
                  <a:lnTo>
                    <a:pt x="46697" y="5507"/>
                  </a:lnTo>
                  <a:lnTo>
                    <a:pt x="46697" y="4932"/>
                  </a:lnTo>
                  <a:close/>
                  <a:moveTo>
                    <a:pt x="48510" y="4943"/>
                  </a:moveTo>
                  <a:lnTo>
                    <a:pt x="48499" y="5507"/>
                  </a:lnTo>
                  <a:lnTo>
                    <a:pt x="47449" y="5507"/>
                  </a:lnTo>
                  <a:lnTo>
                    <a:pt x="47449" y="4943"/>
                  </a:lnTo>
                  <a:close/>
                  <a:moveTo>
                    <a:pt x="49638" y="4943"/>
                  </a:moveTo>
                  <a:lnTo>
                    <a:pt x="49638" y="5518"/>
                  </a:lnTo>
                  <a:lnTo>
                    <a:pt x="48577" y="5518"/>
                  </a:lnTo>
                  <a:lnTo>
                    <a:pt x="48577" y="4943"/>
                  </a:lnTo>
                  <a:close/>
                  <a:moveTo>
                    <a:pt x="50766" y="4943"/>
                  </a:moveTo>
                  <a:lnTo>
                    <a:pt x="50766" y="5518"/>
                  </a:lnTo>
                  <a:lnTo>
                    <a:pt x="49705" y="5518"/>
                  </a:lnTo>
                  <a:lnTo>
                    <a:pt x="49705" y="4943"/>
                  </a:lnTo>
                  <a:close/>
                  <a:moveTo>
                    <a:pt x="51518" y="4943"/>
                  </a:moveTo>
                  <a:lnTo>
                    <a:pt x="51518" y="5518"/>
                  </a:lnTo>
                  <a:lnTo>
                    <a:pt x="50832" y="5518"/>
                  </a:lnTo>
                  <a:lnTo>
                    <a:pt x="50832" y="4943"/>
                  </a:lnTo>
                  <a:close/>
                  <a:moveTo>
                    <a:pt x="52646" y="4943"/>
                  </a:moveTo>
                  <a:lnTo>
                    <a:pt x="52646" y="5518"/>
                  </a:lnTo>
                  <a:lnTo>
                    <a:pt x="51971" y="5518"/>
                  </a:lnTo>
                  <a:lnTo>
                    <a:pt x="51971" y="4943"/>
                  </a:lnTo>
                  <a:close/>
                  <a:moveTo>
                    <a:pt x="53774" y="4943"/>
                  </a:moveTo>
                  <a:lnTo>
                    <a:pt x="53774" y="5518"/>
                  </a:lnTo>
                  <a:lnTo>
                    <a:pt x="52712" y="5518"/>
                  </a:lnTo>
                  <a:lnTo>
                    <a:pt x="52712" y="4943"/>
                  </a:lnTo>
                  <a:close/>
                  <a:moveTo>
                    <a:pt x="54913" y="4943"/>
                  </a:moveTo>
                  <a:lnTo>
                    <a:pt x="54913" y="5518"/>
                  </a:lnTo>
                  <a:lnTo>
                    <a:pt x="53851" y="5518"/>
                  </a:lnTo>
                  <a:lnTo>
                    <a:pt x="53851" y="4943"/>
                  </a:lnTo>
                  <a:close/>
                  <a:moveTo>
                    <a:pt x="56041" y="4943"/>
                  </a:moveTo>
                  <a:lnTo>
                    <a:pt x="56041" y="5518"/>
                  </a:lnTo>
                  <a:lnTo>
                    <a:pt x="54979" y="5518"/>
                  </a:lnTo>
                  <a:lnTo>
                    <a:pt x="54979" y="4943"/>
                  </a:lnTo>
                  <a:close/>
                  <a:moveTo>
                    <a:pt x="56792" y="4954"/>
                  </a:moveTo>
                  <a:lnTo>
                    <a:pt x="56792" y="5518"/>
                  </a:lnTo>
                  <a:lnTo>
                    <a:pt x="56107" y="5518"/>
                  </a:lnTo>
                  <a:lnTo>
                    <a:pt x="56107" y="4954"/>
                  </a:lnTo>
                  <a:close/>
                  <a:moveTo>
                    <a:pt x="57920" y="4954"/>
                  </a:moveTo>
                  <a:lnTo>
                    <a:pt x="57920" y="5529"/>
                  </a:lnTo>
                  <a:lnTo>
                    <a:pt x="57246" y="5529"/>
                  </a:lnTo>
                  <a:lnTo>
                    <a:pt x="57246" y="4954"/>
                  </a:lnTo>
                  <a:close/>
                  <a:moveTo>
                    <a:pt x="59059" y="4954"/>
                  </a:moveTo>
                  <a:lnTo>
                    <a:pt x="59048" y="5529"/>
                  </a:lnTo>
                  <a:lnTo>
                    <a:pt x="57987" y="5529"/>
                  </a:lnTo>
                  <a:lnTo>
                    <a:pt x="57987" y="4954"/>
                  </a:lnTo>
                  <a:close/>
                  <a:moveTo>
                    <a:pt x="60187" y="4954"/>
                  </a:moveTo>
                  <a:lnTo>
                    <a:pt x="60187" y="5529"/>
                  </a:lnTo>
                  <a:lnTo>
                    <a:pt x="59126" y="5529"/>
                  </a:lnTo>
                  <a:lnTo>
                    <a:pt x="59126" y="4954"/>
                  </a:lnTo>
                  <a:close/>
                  <a:moveTo>
                    <a:pt x="61315" y="4954"/>
                  </a:moveTo>
                  <a:lnTo>
                    <a:pt x="61315" y="5529"/>
                  </a:lnTo>
                  <a:lnTo>
                    <a:pt x="60254" y="5529"/>
                  </a:lnTo>
                  <a:lnTo>
                    <a:pt x="60254" y="4954"/>
                  </a:lnTo>
                  <a:close/>
                  <a:moveTo>
                    <a:pt x="3241" y="5032"/>
                  </a:moveTo>
                  <a:lnTo>
                    <a:pt x="3981" y="5784"/>
                  </a:lnTo>
                  <a:lnTo>
                    <a:pt x="2699" y="5784"/>
                  </a:lnTo>
                  <a:cubicBezTo>
                    <a:pt x="2876" y="5529"/>
                    <a:pt x="3053" y="5286"/>
                    <a:pt x="3241" y="5032"/>
                  </a:cubicBezTo>
                  <a:close/>
                  <a:moveTo>
                    <a:pt x="4966" y="5021"/>
                  </a:moveTo>
                  <a:lnTo>
                    <a:pt x="4203" y="5784"/>
                  </a:lnTo>
                  <a:lnTo>
                    <a:pt x="3440" y="5021"/>
                  </a:lnTo>
                  <a:close/>
                  <a:moveTo>
                    <a:pt x="5076" y="5131"/>
                  </a:moveTo>
                  <a:lnTo>
                    <a:pt x="5729" y="5784"/>
                  </a:lnTo>
                  <a:lnTo>
                    <a:pt x="4424" y="5784"/>
                  </a:lnTo>
                  <a:lnTo>
                    <a:pt x="5076" y="5131"/>
                  </a:lnTo>
                  <a:close/>
                  <a:moveTo>
                    <a:pt x="6713" y="5032"/>
                  </a:moveTo>
                  <a:lnTo>
                    <a:pt x="5950" y="5784"/>
                  </a:lnTo>
                  <a:lnTo>
                    <a:pt x="5187" y="5032"/>
                  </a:lnTo>
                  <a:close/>
                  <a:moveTo>
                    <a:pt x="6823" y="5131"/>
                  </a:moveTo>
                  <a:lnTo>
                    <a:pt x="7487" y="5784"/>
                  </a:lnTo>
                  <a:lnTo>
                    <a:pt x="6171" y="5784"/>
                  </a:lnTo>
                  <a:lnTo>
                    <a:pt x="6823" y="5131"/>
                  </a:lnTo>
                  <a:close/>
                  <a:moveTo>
                    <a:pt x="8471" y="5032"/>
                  </a:moveTo>
                  <a:lnTo>
                    <a:pt x="7708" y="5784"/>
                  </a:lnTo>
                  <a:lnTo>
                    <a:pt x="6945" y="5032"/>
                  </a:lnTo>
                  <a:close/>
                  <a:moveTo>
                    <a:pt x="10340" y="5142"/>
                  </a:moveTo>
                  <a:lnTo>
                    <a:pt x="10992" y="5784"/>
                  </a:lnTo>
                  <a:lnTo>
                    <a:pt x="9687" y="5784"/>
                  </a:lnTo>
                  <a:lnTo>
                    <a:pt x="10340" y="5142"/>
                  </a:lnTo>
                  <a:close/>
                  <a:moveTo>
                    <a:pt x="11987" y="5032"/>
                  </a:moveTo>
                  <a:lnTo>
                    <a:pt x="11213" y="5784"/>
                  </a:lnTo>
                  <a:lnTo>
                    <a:pt x="10450" y="5032"/>
                  </a:lnTo>
                  <a:close/>
                  <a:moveTo>
                    <a:pt x="12087" y="5142"/>
                  </a:moveTo>
                  <a:lnTo>
                    <a:pt x="12739" y="5784"/>
                  </a:lnTo>
                  <a:lnTo>
                    <a:pt x="11434" y="5784"/>
                  </a:lnTo>
                  <a:lnTo>
                    <a:pt x="12087" y="5142"/>
                  </a:lnTo>
                  <a:close/>
                  <a:moveTo>
                    <a:pt x="15481" y="5032"/>
                  </a:moveTo>
                  <a:lnTo>
                    <a:pt x="14718" y="5784"/>
                  </a:lnTo>
                  <a:lnTo>
                    <a:pt x="13944" y="5032"/>
                  </a:lnTo>
                  <a:close/>
                  <a:moveTo>
                    <a:pt x="15581" y="5142"/>
                  </a:moveTo>
                  <a:lnTo>
                    <a:pt x="16233" y="5784"/>
                  </a:lnTo>
                  <a:lnTo>
                    <a:pt x="14928" y="5784"/>
                  </a:lnTo>
                  <a:lnTo>
                    <a:pt x="15581" y="5142"/>
                  </a:lnTo>
                  <a:close/>
                  <a:moveTo>
                    <a:pt x="17206" y="5032"/>
                  </a:moveTo>
                  <a:lnTo>
                    <a:pt x="16443" y="5784"/>
                  </a:lnTo>
                  <a:lnTo>
                    <a:pt x="15691" y="5032"/>
                  </a:lnTo>
                  <a:close/>
                  <a:moveTo>
                    <a:pt x="17317" y="5142"/>
                  </a:moveTo>
                  <a:lnTo>
                    <a:pt x="17969" y="5784"/>
                  </a:lnTo>
                  <a:lnTo>
                    <a:pt x="16665" y="5784"/>
                  </a:lnTo>
                  <a:lnTo>
                    <a:pt x="17317" y="5142"/>
                  </a:lnTo>
                  <a:close/>
                  <a:moveTo>
                    <a:pt x="18953" y="5032"/>
                  </a:moveTo>
                  <a:lnTo>
                    <a:pt x="18190" y="5784"/>
                  </a:lnTo>
                  <a:lnTo>
                    <a:pt x="17427" y="5032"/>
                  </a:lnTo>
                  <a:close/>
                  <a:moveTo>
                    <a:pt x="22459" y="5032"/>
                  </a:moveTo>
                  <a:lnTo>
                    <a:pt x="21696" y="5784"/>
                  </a:lnTo>
                  <a:lnTo>
                    <a:pt x="20933" y="5032"/>
                  </a:lnTo>
                  <a:close/>
                  <a:moveTo>
                    <a:pt x="22569" y="5142"/>
                  </a:moveTo>
                  <a:lnTo>
                    <a:pt x="23222" y="5784"/>
                  </a:lnTo>
                  <a:lnTo>
                    <a:pt x="21906" y="5784"/>
                  </a:lnTo>
                  <a:lnTo>
                    <a:pt x="22569" y="5142"/>
                  </a:lnTo>
                  <a:close/>
                  <a:moveTo>
                    <a:pt x="24206" y="5032"/>
                  </a:moveTo>
                  <a:lnTo>
                    <a:pt x="23443" y="5784"/>
                  </a:lnTo>
                  <a:lnTo>
                    <a:pt x="22680" y="5032"/>
                  </a:lnTo>
                  <a:close/>
                  <a:moveTo>
                    <a:pt x="24316" y="5131"/>
                  </a:moveTo>
                  <a:lnTo>
                    <a:pt x="24969" y="5784"/>
                  </a:lnTo>
                  <a:lnTo>
                    <a:pt x="23653" y="5784"/>
                  </a:lnTo>
                  <a:lnTo>
                    <a:pt x="24316" y="5131"/>
                  </a:lnTo>
                  <a:close/>
                  <a:moveTo>
                    <a:pt x="26063" y="5142"/>
                  </a:moveTo>
                  <a:lnTo>
                    <a:pt x="26716" y="5784"/>
                  </a:lnTo>
                  <a:lnTo>
                    <a:pt x="25411" y="5784"/>
                  </a:lnTo>
                  <a:lnTo>
                    <a:pt x="26063" y="5142"/>
                  </a:lnTo>
                  <a:close/>
                  <a:moveTo>
                    <a:pt x="27700" y="5032"/>
                  </a:moveTo>
                  <a:lnTo>
                    <a:pt x="26937" y="5784"/>
                  </a:lnTo>
                  <a:lnTo>
                    <a:pt x="26174" y="5032"/>
                  </a:lnTo>
                  <a:close/>
                  <a:moveTo>
                    <a:pt x="27811" y="5131"/>
                  </a:moveTo>
                  <a:lnTo>
                    <a:pt x="28463" y="5784"/>
                  </a:lnTo>
                  <a:lnTo>
                    <a:pt x="27158" y="5784"/>
                  </a:lnTo>
                  <a:lnTo>
                    <a:pt x="27811" y="5131"/>
                  </a:lnTo>
                  <a:close/>
                  <a:moveTo>
                    <a:pt x="29447" y="5032"/>
                  </a:moveTo>
                  <a:lnTo>
                    <a:pt x="28684" y="5784"/>
                  </a:lnTo>
                  <a:lnTo>
                    <a:pt x="27921" y="5032"/>
                  </a:lnTo>
                  <a:close/>
                  <a:moveTo>
                    <a:pt x="29668" y="5043"/>
                  </a:moveTo>
                  <a:cubicBezTo>
                    <a:pt x="29845" y="5286"/>
                    <a:pt x="30022" y="5529"/>
                    <a:pt x="30188" y="5784"/>
                  </a:cubicBezTo>
                  <a:lnTo>
                    <a:pt x="28905" y="5784"/>
                  </a:lnTo>
                  <a:lnTo>
                    <a:pt x="29668" y="5043"/>
                  </a:lnTo>
                  <a:close/>
                  <a:moveTo>
                    <a:pt x="8592" y="5142"/>
                  </a:moveTo>
                  <a:lnTo>
                    <a:pt x="9245" y="5795"/>
                  </a:lnTo>
                  <a:lnTo>
                    <a:pt x="7940" y="5795"/>
                  </a:lnTo>
                  <a:lnTo>
                    <a:pt x="8592" y="5142"/>
                  </a:lnTo>
                  <a:close/>
                  <a:moveTo>
                    <a:pt x="10229" y="5043"/>
                  </a:moveTo>
                  <a:lnTo>
                    <a:pt x="9466" y="5795"/>
                  </a:lnTo>
                  <a:lnTo>
                    <a:pt x="8703" y="5043"/>
                  </a:lnTo>
                  <a:close/>
                  <a:moveTo>
                    <a:pt x="13723" y="5032"/>
                  </a:moveTo>
                  <a:lnTo>
                    <a:pt x="12960" y="5795"/>
                  </a:lnTo>
                  <a:lnTo>
                    <a:pt x="12197" y="5032"/>
                  </a:lnTo>
                  <a:close/>
                  <a:moveTo>
                    <a:pt x="13834" y="5142"/>
                  </a:moveTo>
                  <a:lnTo>
                    <a:pt x="14497" y="5795"/>
                  </a:lnTo>
                  <a:lnTo>
                    <a:pt x="13181" y="5795"/>
                  </a:lnTo>
                  <a:lnTo>
                    <a:pt x="13834" y="5142"/>
                  </a:lnTo>
                  <a:close/>
                  <a:moveTo>
                    <a:pt x="19075" y="5142"/>
                  </a:moveTo>
                  <a:lnTo>
                    <a:pt x="19716" y="5795"/>
                  </a:lnTo>
                  <a:lnTo>
                    <a:pt x="18423" y="5795"/>
                  </a:lnTo>
                  <a:lnTo>
                    <a:pt x="19075" y="5142"/>
                  </a:lnTo>
                  <a:close/>
                  <a:moveTo>
                    <a:pt x="20701" y="5032"/>
                  </a:moveTo>
                  <a:lnTo>
                    <a:pt x="19938" y="5795"/>
                  </a:lnTo>
                  <a:lnTo>
                    <a:pt x="19175" y="5032"/>
                  </a:lnTo>
                  <a:close/>
                  <a:moveTo>
                    <a:pt x="20811" y="5142"/>
                  </a:moveTo>
                  <a:lnTo>
                    <a:pt x="21464" y="5795"/>
                  </a:lnTo>
                  <a:lnTo>
                    <a:pt x="20159" y="5795"/>
                  </a:lnTo>
                  <a:lnTo>
                    <a:pt x="20811" y="5142"/>
                  </a:lnTo>
                  <a:close/>
                  <a:moveTo>
                    <a:pt x="25953" y="5032"/>
                  </a:moveTo>
                  <a:lnTo>
                    <a:pt x="25190" y="5795"/>
                  </a:lnTo>
                  <a:lnTo>
                    <a:pt x="24427" y="5032"/>
                  </a:lnTo>
                  <a:close/>
                  <a:moveTo>
                    <a:pt x="33815" y="5563"/>
                  </a:moveTo>
                  <a:lnTo>
                    <a:pt x="33815" y="6270"/>
                  </a:lnTo>
                  <a:lnTo>
                    <a:pt x="33737" y="6270"/>
                  </a:lnTo>
                  <a:cubicBezTo>
                    <a:pt x="33594" y="6027"/>
                    <a:pt x="33439" y="5795"/>
                    <a:pt x="33284" y="5563"/>
                  </a:cubicBezTo>
                  <a:close/>
                  <a:moveTo>
                    <a:pt x="34943" y="5563"/>
                  </a:moveTo>
                  <a:lnTo>
                    <a:pt x="34943" y="6270"/>
                  </a:lnTo>
                  <a:lnTo>
                    <a:pt x="33881" y="6270"/>
                  </a:lnTo>
                  <a:lnTo>
                    <a:pt x="33881" y="5563"/>
                  </a:lnTo>
                  <a:close/>
                  <a:moveTo>
                    <a:pt x="35706" y="5563"/>
                  </a:moveTo>
                  <a:lnTo>
                    <a:pt x="35706" y="6270"/>
                  </a:lnTo>
                  <a:lnTo>
                    <a:pt x="35009" y="6270"/>
                  </a:lnTo>
                  <a:lnTo>
                    <a:pt x="35009" y="5563"/>
                  </a:lnTo>
                  <a:close/>
                  <a:moveTo>
                    <a:pt x="36822" y="5563"/>
                  </a:moveTo>
                  <a:lnTo>
                    <a:pt x="36822" y="6270"/>
                  </a:lnTo>
                  <a:lnTo>
                    <a:pt x="36148" y="6270"/>
                  </a:lnTo>
                  <a:lnTo>
                    <a:pt x="36148" y="5563"/>
                  </a:lnTo>
                  <a:close/>
                  <a:moveTo>
                    <a:pt x="37950" y="5574"/>
                  </a:moveTo>
                  <a:lnTo>
                    <a:pt x="37950" y="6270"/>
                  </a:lnTo>
                  <a:lnTo>
                    <a:pt x="36889" y="6270"/>
                  </a:lnTo>
                  <a:lnTo>
                    <a:pt x="36889" y="5574"/>
                  </a:lnTo>
                  <a:close/>
                  <a:moveTo>
                    <a:pt x="39089" y="5574"/>
                  </a:moveTo>
                  <a:lnTo>
                    <a:pt x="39089" y="6270"/>
                  </a:lnTo>
                  <a:lnTo>
                    <a:pt x="38028" y="6270"/>
                  </a:lnTo>
                  <a:lnTo>
                    <a:pt x="38028" y="5574"/>
                  </a:lnTo>
                  <a:close/>
                  <a:moveTo>
                    <a:pt x="40217" y="5574"/>
                  </a:moveTo>
                  <a:lnTo>
                    <a:pt x="40217" y="6270"/>
                  </a:lnTo>
                  <a:lnTo>
                    <a:pt x="39156" y="6270"/>
                  </a:lnTo>
                  <a:lnTo>
                    <a:pt x="39156" y="5574"/>
                  </a:lnTo>
                  <a:close/>
                  <a:moveTo>
                    <a:pt x="40969" y="5574"/>
                  </a:moveTo>
                  <a:lnTo>
                    <a:pt x="40969" y="6281"/>
                  </a:lnTo>
                  <a:lnTo>
                    <a:pt x="40295" y="6281"/>
                  </a:lnTo>
                  <a:lnTo>
                    <a:pt x="40295" y="5574"/>
                  </a:lnTo>
                  <a:close/>
                  <a:moveTo>
                    <a:pt x="42097" y="5574"/>
                  </a:moveTo>
                  <a:lnTo>
                    <a:pt x="42097" y="6281"/>
                  </a:lnTo>
                  <a:lnTo>
                    <a:pt x="41422" y="6281"/>
                  </a:lnTo>
                  <a:lnTo>
                    <a:pt x="41422" y="5574"/>
                  </a:lnTo>
                  <a:close/>
                  <a:moveTo>
                    <a:pt x="43225" y="5574"/>
                  </a:moveTo>
                  <a:lnTo>
                    <a:pt x="43225" y="6281"/>
                  </a:lnTo>
                  <a:lnTo>
                    <a:pt x="42163" y="6281"/>
                  </a:lnTo>
                  <a:lnTo>
                    <a:pt x="42163" y="5574"/>
                  </a:lnTo>
                  <a:close/>
                  <a:moveTo>
                    <a:pt x="44364" y="5574"/>
                  </a:moveTo>
                  <a:lnTo>
                    <a:pt x="44364" y="6281"/>
                  </a:lnTo>
                  <a:lnTo>
                    <a:pt x="43302" y="6281"/>
                  </a:lnTo>
                  <a:lnTo>
                    <a:pt x="43302" y="5574"/>
                  </a:lnTo>
                  <a:close/>
                  <a:moveTo>
                    <a:pt x="45492" y="5574"/>
                  </a:moveTo>
                  <a:lnTo>
                    <a:pt x="45492" y="6281"/>
                  </a:lnTo>
                  <a:lnTo>
                    <a:pt x="44430" y="6281"/>
                  </a:lnTo>
                  <a:lnTo>
                    <a:pt x="44430" y="5574"/>
                  </a:lnTo>
                  <a:close/>
                  <a:moveTo>
                    <a:pt x="46244" y="5585"/>
                  </a:moveTo>
                  <a:lnTo>
                    <a:pt x="46244" y="6281"/>
                  </a:lnTo>
                  <a:lnTo>
                    <a:pt x="45558" y="6281"/>
                  </a:lnTo>
                  <a:lnTo>
                    <a:pt x="45558" y="5585"/>
                  </a:lnTo>
                  <a:close/>
                  <a:moveTo>
                    <a:pt x="47371" y="5585"/>
                  </a:moveTo>
                  <a:lnTo>
                    <a:pt x="47371" y="6281"/>
                  </a:lnTo>
                  <a:lnTo>
                    <a:pt x="46697" y="6281"/>
                  </a:lnTo>
                  <a:lnTo>
                    <a:pt x="46697" y="5585"/>
                  </a:lnTo>
                  <a:close/>
                  <a:moveTo>
                    <a:pt x="48510" y="5585"/>
                  </a:moveTo>
                  <a:lnTo>
                    <a:pt x="48499" y="6281"/>
                  </a:lnTo>
                  <a:lnTo>
                    <a:pt x="47449" y="6281"/>
                  </a:lnTo>
                  <a:lnTo>
                    <a:pt x="47449" y="5585"/>
                  </a:lnTo>
                  <a:close/>
                  <a:moveTo>
                    <a:pt x="49638" y="5585"/>
                  </a:moveTo>
                  <a:lnTo>
                    <a:pt x="49638" y="6292"/>
                  </a:lnTo>
                  <a:lnTo>
                    <a:pt x="48577" y="6292"/>
                  </a:lnTo>
                  <a:lnTo>
                    <a:pt x="48577" y="5585"/>
                  </a:lnTo>
                  <a:close/>
                  <a:moveTo>
                    <a:pt x="50766" y="5585"/>
                  </a:moveTo>
                  <a:lnTo>
                    <a:pt x="50766" y="6292"/>
                  </a:lnTo>
                  <a:lnTo>
                    <a:pt x="49705" y="6292"/>
                  </a:lnTo>
                  <a:lnTo>
                    <a:pt x="49705" y="5585"/>
                  </a:lnTo>
                  <a:close/>
                  <a:moveTo>
                    <a:pt x="51518" y="5585"/>
                  </a:moveTo>
                  <a:lnTo>
                    <a:pt x="51518" y="6292"/>
                  </a:lnTo>
                  <a:lnTo>
                    <a:pt x="50832" y="6292"/>
                  </a:lnTo>
                  <a:lnTo>
                    <a:pt x="50832" y="5585"/>
                  </a:lnTo>
                  <a:close/>
                  <a:moveTo>
                    <a:pt x="52646" y="5585"/>
                  </a:moveTo>
                  <a:lnTo>
                    <a:pt x="52646" y="6292"/>
                  </a:lnTo>
                  <a:lnTo>
                    <a:pt x="51971" y="6292"/>
                  </a:lnTo>
                  <a:lnTo>
                    <a:pt x="51971" y="5585"/>
                  </a:lnTo>
                  <a:close/>
                  <a:moveTo>
                    <a:pt x="53774" y="5585"/>
                  </a:moveTo>
                  <a:lnTo>
                    <a:pt x="53774" y="6292"/>
                  </a:lnTo>
                  <a:lnTo>
                    <a:pt x="52712" y="6292"/>
                  </a:lnTo>
                  <a:lnTo>
                    <a:pt x="52712" y="5585"/>
                  </a:lnTo>
                  <a:close/>
                  <a:moveTo>
                    <a:pt x="54913" y="5596"/>
                  </a:moveTo>
                  <a:lnTo>
                    <a:pt x="54913" y="6292"/>
                  </a:lnTo>
                  <a:lnTo>
                    <a:pt x="53851" y="6292"/>
                  </a:lnTo>
                  <a:lnTo>
                    <a:pt x="53851" y="5596"/>
                  </a:lnTo>
                  <a:close/>
                  <a:moveTo>
                    <a:pt x="56041" y="5596"/>
                  </a:moveTo>
                  <a:lnTo>
                    <a:pt x="56041" y="6292"/>
                  </a:lnTo>
                  <a:lnTo>
                    <a:pt x="54979" y="6292"/>
                  </a:lnTo>
                  <a:lnTo>
                    <a:pt x="54979" y="5596"/>
                  </a:lnTo>
                  <a:close/>
                  <a:moveTo>
                    <a:pt x="56792" y="5596"/>
                  </a:moveTo>
                  <a:lnTo>
                    <a:pt x="56792" y="6292"/>
                  </a:lnTo>
                  <a:lnTo>
                    <a:pt x="56107" y="6292"/>
                  </a:lnTo>
                  <a:lnTo>
                    <a:pt x="56107" y="5596"/>
                  </a:lnTo>
                  <a:close/>
                  <a:moveTo>
                    <a:pt x="57920" y="5596"/>
                  </a:moveTo>
                  <a:lnTo>
                    <a:pt x="57920" y="6303"/>
                  </a:lnTo>
                  <a:lnTo>
                    <a:pt x="57246" y="6303"/>
                  </a:lnTo>
                  <a:lnTo>
                    <a:pt x="57246" y="5596"/>
                  </a:lnTo>
                  <a:close/>
                  <a:moveTo>
                    <a:pt x="59059" y="5596"/>
                  </a:moveTo>
                  <a:lnTo>
                    <a:pt x="59048" y="6303"/>
                  </a:lnTo>
                  <a:lnTo>
                    <a:pt x="57987" y="6303"/>
                  </a:lnTo>
                  <a:lnTo>
                    <a:pt x="57987" y="5596"/>
                  </a:lnTo>
                  <a:close/>
                  <a:moveTo>
                    <a:pt x="60187" y="5596"/>
                  </a:moveTo>
                  <a:lnTo>
                    <a:pt x="60187" y="6303"/>
                  </a:lnTo>
                  <a:lnTo>
                    <a:pt x="59126" y="6303"/>
                  </a:lnTo>
                  <a:lnTo>
                    <a:pt x="59126" y="5596"/>
                  </a:lnTo>
                  <a:close/>
                  <a:moveTo>
                    <a:pt x="61315" y="5596"/>
                  </a:moveTo>
                  <a:lnTo>
                    <a:pt x="61315" y="6303"/>
                  </a:lnTo>
                  <a:lnTo>
                    <a:pt x="60254" y="6303"/>
                  </a:lnTo>
                  <a:lnTo>
                    <a:pt x="60254" y="5596"/>
                  </a:lnTo>
                  <a:close/>
                  <a:moveTo>
                    <a:pt x="33815" y="6337"/>
                  </a:moveTo>
                  <a:lnTo>
                    <a:pt x="33815" y="6392"/>
                  </a:lnTo>
                  <a:cubicBezTo>
                    <a:pt x="33804" y="6370"/>
                    <a:pt x="33793" y="6359"/>
                    <a:pt x="33782" y="6337"/>
                  </a:cubicBezTo>
                  <a:close/>
                  <a:moveTo>
                    <a:pt x="30741" y="6724"/>
                  </a:moveTo>
                  <a:lnTo>
                    <a:pt x="30818" y="6856"/>
                  </a:lnTo>
                  <a:lnTo>
                    <a:pt x="2080" y="6856"/>
                  </a:lnTo>
                  <a:lnTo>
                    <a:pt x="2146" y="6724"/>
                  </a:lnTo>
                  <a:close/>
                  <a:moveTo>
                    <a:pt x="34943" y="6337"/>
                  </a:moveTo>
                  <a:lnTo>
                    <a:pt x="34943" y="6956"/>
                  </a:lnTo>
                  <a:lnTo>
                    <a:pt x="34136" y="6956"/>
                  </a:lnTo>
                  <a:cubicBezTo>
                    <a:pt x="34058" y="6812"/>
                    <a:pt x="33970" y="6657"/>
                    <a:pt x="33881" y="6513"/>
                  </a:cubicBezTo>
                  <a:lnTo>
                    <a:pt x="33881" y="6337"/>
                  </a:lnTo>
                  <a:close/>
                  <a:moveTo>
                    <a:pt x="35706" y="6337"/>
                  </a:moveTo>
                  <a:lnTo>
                    <a:pt x="35706" y="6956"/>
                  </a:lnTo>
                  <a:lnTo>
                    <a:pt x="35009" y="6956"/>
                  </a:lnTo>
                  <a:lnTo>
                    <a:pt x="35009" y="6337"/>
                  </a:lnTo>
                  <a:close/>
                  <a:moveTo>
                    <a:pt x="32024" y="4921"/>
                  </a:moveTo>
                  <a:cubicBezTo>
                    <a:pt x="32510" y="5563"/>
                    <a:pt x="32941" y="6248"/>
                    <a:pt x="33317" y="6956"/>
                  </a:cubicBezTo>
                  <a:lnTo>
                    <a:pt x="33317" y="6967"/>
                  </a:lnTo>
                  <a:lnTo>
                    <a:pt x="32499" y="6967"/>
                  </a:lnTo>
                  <a:cubicBezTo>
                    <a:pt x="32112" y="6248"/>
                    <a:pt x="31681" y="5563"/>
                    <a:pt x="31194" y="4921"/>
                  </a:cubicBezTo>
                  <a:close/>
                  <a:moveTo>
                    <a:pt x="36822" y="6337"/>
                  </a:moveTo>
                  <a:lnTo>
                    <a:pt x="36822" y="6967"/>
                  </a:lnTo>
                  <a:lnTo>
                    <a:pt x="36148" y="6967"/>
                  </a:lnTo>
                  <a:lnTo>
                    <a:pt x="36148" y="6337"/>
                  </a:lnTo>
                  <a:close/>
                  <a:moveTo>
                    <a:pt x="37950" y="6337"/>
                  </a:moveTo>
                  <a:lnTo>
                    <a:pt x="37950" y="6967"/>
                  </a:lnTo>
                  <a:lnTo>
                    <a:pt x="36889" y="6967"/>
                  </a:lnTo>
                  <a:lnTo>
                    <a:pt x="36889" y="6337"/>
                  </a:lnTo>
                  <a:close/>
                  <a:moveTo>
                    <a:pt x="39089" y="6337"/>
                  </a:moveTo>
                  <a:lnTo>
                    <a:pt x="39089" y="6967"/>
                  </a:lnTo>
                  <a:lnTo>
                    <a:pt x="38028" y="6967"/>
                  </a:lnTo>
                  <a:lnTo>
                    <a:pt x="38028" y="6337"/>
                  </a:lnTo>
                  <a:close/>
                  <a:moveTo>
                    <a:pt x="40217" y="6348"/>
                  </a:moveTo>
                  <a:lnTo>
                    <a:pt x="40217" y="6967"/>
                  </a:lnTo>
                  <a:lnTo>
                    <a:pt x="39156" y="6967"/>
                  </a:lnTo>
                  <a:lnTo>
                    <a:pt x="39156" y="6348"/>
                  </a:lnTo>
                  <a:close/>
                  <a:moveTo>
                    <a:pt x="40969" y="6348"/>
                  </a:moveTo>
                  <a:lnTo>
                    <a:pt x="40969" y="6967"/>
                  </a:lnTo>
                  <a:lnTo>
                    <a:pt x="40295" y="6967"/>
                  </a:lnTo>
                  <a:lnTo>
                    <a:pt x="40295" y="6348"/>
                  </a:lnTo>
                  <a:close/>
                  <a:moveTo>
                    <a:pt x="42097" y="6348"/>
                  </a:moveTo>
                  <a:lnTo>
                    <a:pt x="42097" y="6967"/>
                  </a:lnTo>
                  <a:lnTo>
                    <a:pt x="41422" y="6967"/>
                  </a:lnTo>
                  <a:lnTo>
                    <a:pt x="41422" y="6348"/>
                  </a:lnTo>
                  <a:close/>
                  <a:moveTo>
                    <a:pt x="43225" y="6348"/>
                  </a:moveTo>
                  <a:lnTo>
                    <a:pt x="43225" y="6967"/>
                  </a:lnTo>
                  <a:lnTo>
                    <a:pt x="42163" y="6967"/>
                  </a:lnTo>
                  <a:lnTo>
                    <a:pt x="42163" y="6348"/>
                  </a:lnTo>
                  <a:close/>
                  <a:moveTo>
                    <a:pt x="44364" y="6348"/>
                  </a:moveTo>
                  <a:lnTo>
                    <a:pt x="44364" y="6967"/>
                  </a:lnTo>
                  <a:lnTo>
                    <a:pt x="43302" y="6967"/>
                  </a:lnTo>
                  <a:lnTo>
                    <a:pt x="43302" y="6348"/>
                  </a:lnTo>
                  <a:close/>
                  <a:moveTo>
                    <a:pt x="45492" y="6348"/>
                  </a:moveTo>
                  <a:lnTo>
                    <a:pt x="45492" y="6978"/>
                  </a:lnTo>
                  <a:lnTo>
                    <a:pt x="44430" y="6978"/>
                  </a:lnTo>
                  <a:lnTo>
                    <a:pt x="44430" y="6348"/>
                  </a:lnTo>
                  <a:close/>
                  <a:moveTo>
                    <a:pt x="46244" y="6348"/>
                  </a:moveTo>
                  <a:lnTo>
                    <a:pt x="46244" y="6978"/>
                  </a:lnTo>
                  <a:lnTo>
                    <a:pt x="45558" y="6978"/>
                  </a:lnTo>
                  <a:lnTo>
                    <a:pt x="45558" y="6348"/>
                  </a:lnTo>
                  <a:close/>
                  <a:moveTo>
                    <a:pt x="47371" y="6348"/>
                  </a:moveTo>
                  <a:lnTo>
                    <a:pt x="47371" y="6978"/>
                  </a:lnTo>
                  <a:lnTo>
                    <a:pt x="46697" y="6978"/>
                  </a:lnTo>
                  <a:lnTo>
                    <a:pt x="46697" y="6348"/>
                  </a:lnTo>
                  <a:close/>
                  <a:moveTo>
                    <a:pt x="48510" y="6359"/>
                  </a:moveTo>
                  <a:lnTo>
                    <a:pt x="48499" y="6978"/>
                  </a:lnTo>
                  <a:lnTo>
                    <a:pt x="47449" y="6978"/>
                  </a:lnTo>
                  <a:lnTo>
                    <a:pt x="47449" y="6359"/>
                  </a:lnTo>
                  <a:close/>
                  <a:moveTo>
                    <a:pt x="49638" y="6359"/>
                  </a:moveTo>
                  <a:lnTo>
                    <a:pt x="49638" y="6978"/>
                  </a:lnTo>
                  <a:lnTo>
                    <a:pt x="48577" y="6978"/>
                  </a:lnTo>
                  <a:lnTo>
                    <a:pt x="48577" y="6359"/>
                  </a:lnTo>
                  <a:close/>
                  <a:moveTo>
                    <a:pt x="50766" y="6359"/>
                  </a:moveTo>
                  <a:lnTo>
                    <a:pt x="50766" y="6978"/>
                  </a:lnTo>
                  <a:lnTo>
                    <a:pt x="49705" y="6978"/>
                  </a:lnTo>
                  <a:lnTo>
                    <a:pt x="49705" y="6359"/>
                  </a:lnTo>
                  <a:close/>
                  <a:moveTo>
                    <a:pt x="51518" y="6359"/>
                  </a:moveTo>
                  <a:lnTo>
                    <a:pt x="51518" y="6978"/>
                  </a:lnTo>
                  <a:lnTo>
                    <a:pt x="50832" y="6978"/>
                  </a:lnTo>
                  <a:lnTo>
                    <a:pt x="50832" y="6359"/>
                  </a:lnTo>
                  <a:close/>
                  <a:moveTo>
                    <a:pt x="52646" y="6359"/>
                  </a:moveTo>
                  <a:lnTo>
                    <a:pt x="52646" y="6978"/>
                  </a:lnTo>
                  <a:lnTo>
                    <a:pt x="51971" y="6978"/>
                  </a:lnTo>
                  <a:lnTo>
                    <a:pt x="51971" y="6359"/>
                  </a:lnTo>
                  <a:close/>
                  <a:moveTo>
                    <a:pt x="53774" y="6359"/>
                  </a:moveTo>
                  <a:lnTo>
                    <a:pt x="53774" y="6989"/>
                  </a:lnTo>
                  <a:lnTo>
                    <a:pt x="52712" y="6989"/>
                  </a:lnTo>
                  <a:lnTo>
                    <a:pt x="52712" y="6359"/>
                  </a:lnTo>
                  <a:close/>
                  <a:moveTo>
                    <a:pt x="54913" y="6359"/>
                  </a:moveTo>
                  <a:lnTo>
                    <a:pt x="54913" y="6989"/>
                  </a:lnTo>
                  <a:lnTo>
                    <a:pt x="53851" y="6989"/>
                  </a:lnTo>
                  <a:lnTo>
                    <a:pt x="53851" y="6359"/>
                  </a:lnTo>
                  <a:close/>
                  <a:moveTo>
                    <a:pt x="56041" y="6359"/>
                  </a:moveTo>
                  <a:lnTo>
                    <a:pt x="56041" y="6989"/>
                  </a:lnTo>
                  <a:lnTo>
                    <a:pt x="54979" y="6989"/>
                  </a:lnTo>
                  <a:lnTo>
                    <a:pt x="54979" y="6359"/>
                  </a:lnTo>
                  <a:close/>
                  <a:moveTo>
                    <a:pt x="56792" y="6370"/>
                  </a:moveTo>
                  <a:lnTo>
                    <a:pt x="56792" y="6989"/>
                  </a:lnTo>
                  <a:lnTo>
                    <a:pt x="56107" y="6989"/>
                  </a:lnTo>
                  <a:lnTo>
                    <a:pt x="56107" y="6370"/>
                  </a:lnTo>
                  <a:close/>
                  <a:moveTo>
                    <a:pt x="57920" y="6370"/>
                  </a:moveTo>
                  <a:lnTo>
                    <a:pt x="57920" y="6989"/>
                  </a:lnTo>
                  <a:lnTo>
                    <a:pt x="57246" y="6989"/>
                  </a:lnTo>
                  <a:lnTo>
                    <a:pt x="57246" y="6370"/>
                  </a:lnTo>
                  <a:close/>
                  <a:moveTo>
                    <a:pt x="59059" y="6370"/>
                  </a:moveTo>
                  <a:lnTo>
                    <a:pt x="59048" y="6989"/>
                  </a:lnTo>
                  <a:lnTo>
                    <a:pt x="57987" y="6989"/>
                  </a:lnTo>
                  <a:lnTo>
                    <a:pt x="57987" y="6370"/>
                  </a:lnTo>
                  <a:close/>
                  <a:moveTo>
                    <a:pt x="60187" y="6370"/>
                  </a:moveTo>
                  <a:lnTo>
                    <a:pt x="60187" y="6989"/>
                  </a:lnTo>
                  <a:lnTo>
                    <a:pt x="59126" y="6989"/>
                  </a:lnTo>
                  <a:lnTo>
                    <a:pt x="59126" y="6370"/>
                  </a:lnTo>
                  <a:close/>
                  <a:moveTo>
                    <a:pt x="61315" y="6370"/>
                  </a:moveTo>
                  <a:lnTo>
                    <a:pt x="61315" y="6989"/>
                  </a:lnTo>
                  <a:lnTo>
                    <a:pt x="60254" y="6989"/>
                  </a:lnTo>
                  <a:lnTo>
                    <a:pt x="60254" y="6370"/>
                  </a:lnTo>
                  <a:close/>
                  <a:moveTo>
                    <a:pt x="7708" y="1"/>
                  </a:moveTo>
                  <a:cubicBezTo>
                    <a:pt x="4645" y="1515"/>
                    <a:pt x="2135" y="3948"/>
                    <a:pt x="509" y="6967"/>
                  </a:cubicBezTo>
                  <a:cubicBezTo>
                    <a:pt x="332" y="7310"/>
                    <a:pt x="156" y="7652"/>
                    <a:pt x="1" y="8006"/>
                  </a:cubicBezTo>
                  <a:lnTo>
                    <a:pt x="1" y="18433"/>
                  </a:lnTo>
                  <a:lnTo>
                    <a:pt x="78" y="18433"/>
                  </a:lnTo>
                  <a:lnTo>
                    <a:pt x="78" y="14685"/>
                  </a:lnTo>
                  <a:cubicBezTo>
                    <a:pt x="78" y="11987"/>
                    <a:pt x="742" y="9333"/>
                    <a:pt x="2013" y="6967"/>
                  </a:cubicBezTo>
                  <a:lnTo>
                    <a:pt x="30885" y="6967"/>
                  </a:lnTo>
                  <a:cubicBezTo>
                    <a:pt x="32156" y="9333"/>
                    <a:pt x="32820" y="11987"/>
                    <a:pt x="32820" y="14685"/>
                  </a:cubicBezTo>
                  <a:lnTo>
                    <a:pt x="32820" y="18433"/>
                  </a:lnTo>
                  <a:lnTo>
                    <a:pt x="34423" y="18433"/>
                  </a:lnTo>
                  <a:lnTo>
                    <a:pt x="34423" y="14685"/>
                  </a:lnTo>
                  <a:cubicBezTo>
                    <a:pt x="34423" y="12706"/>
                    <a:pt x="34069" y="10749"/>
                    <a:pt x="33373" y="8891"/>
                  </a:cubicBezTo>
                  <a:lnTo>
                    <a:pt x="34191" y="8891"/>
                  </a:lnTo>
                  <a:cubicBezTo>
                    <a:pt x="34887" y="10749"/>
                    <a:pt x="35241" y="12706"/>
                    <a:pt x="35241" y="14685"/>
                  </a:cubicBezTo>
                  <a:lnTo>
                    <a:pt x="35241" y="18433"/>
                  </a:lnTo>
                  <a:lnTo>
                    <a:pt x="62200" y="18433"/>
                  </a:lnTo>
                  <a:lnTo>
                    <a:pt x="62200" y="6956"/>
                  </a:lnTo>
                  <a:lnTo>
                    <a:pt x="61381" y="6956"/>
                  </a:lnTo>
                  <a:lnTo>
                    <a:pt x="61381" y="6337"/>
                  </a:lnTo>
                  <a:lnTo>
                    <a:pt x="62200" y="6337"/>
                  </a:lnTo>
                  <a:lnTo>
                    <a:pt x="62200" y="6270"/>
                  </a:lnTo>
                  <a:lnTo>
                    <a:pt x="61381" y="6270"/>
                  </a:lnTo>
                  <a:lnTo>
                    <a:pt x="61381" y="5563"/>
                  </a:lnTo>
                  <a:lnTo>
                    <a:pt x="62200" y="5563"/>
                  </a:lnTo>
                  <a:lnTo>
                    <a:pt x="62200" y="5496"/>
                  </a:lnTo>
                  <a:lnTo>
                    <a:pt x="61381" y="5496"/>
                  </a:lnTo>
                  <a:lnTo>
                    <a:pt x="61381" y="4921"/>
                  </a:lnTo>
                  <a:lnTo>
                    <a:pt x="62200" y="4921"/>
                  </a:lnTo>
                  <a:lnTo>
                    <a:pt x="62200" y="4468"/>
                  </a:lnTo>
                  <a:lnTo>
                    <a:pt x="61381" y="4468"/>
                  </a:lnTo>
                  <a:lnTo>
                    <a:pt x="61381" y="3882"/>
                  </a:lnTo>
                  <a:lnTo>
                    <a:pt x="62200" y="3882"/>
                  </a:lnTo>
                  <a:lnTo>
                    <a:pt x="62200" y="3815"/>
                  </a:lnTo>
                  <a:lnTo>
                    <a:pt x="61381" y="3815"/>
                  </a:lnTo>
                  <a:lnTo>
                    <a:pt x="61381" y="3163"/>
                  </a:lnTo>
                  <a:lnTo>
                    <a:pt x="62200" y="3163"/>
                  </a:lnTo>
                  <a:lnTo>
                    <a:pt x="62200" y="3086"/>
                  </a:lnTo>
                  <a:lnTo>
                    <a:pt x="61381" y="3086"/>
                  </a:lnTo>
                  <a:lnTo>
                    <a:pt x="61381" y="2599"/>
                  </a:lnTo>
                  <a:lnTo>
                    <a:pt x="62200" y="2610"/>
                  </a:lnTo>
                  <a:lnTo>
                    <a:pt x="62200" y="1"/>
                  </a:lnTo>
                  <a:lnTo>
                    <a:pt x="26108" y="1"/>
                  </a:lnTo>
                  <a:cubicBezTo>
                    <a:pt x="27490" y="686"/>
                    <a:pt x="28773" y="1560"/>
                    <a:pt x="29912" y="2599"/>
                  </a:cubicBezTo>
                  <a:cubicBezTo>
                    <a:pt x="30542" y="3174"/>
                    <a:pt x="31128" y="3804"/>
                    <a:pt x="31659" y="4468"/>
                  </a:cubicBezTo>
                  <a:lnTo>
                    <a:pt x="30829" y="4468"/>
                  </a:lnTo>
                  <a:cubicBezTo>
                    <a:pt x="29325" y="2588"/>
                    <a:pt x="27435" y="1062"/>
                    <a:pt x="25278" y="1"/>
                  </a:cubicBezTo>
                  <a:lnTo>
                    <a:pt x="23675" y="1"/>
                  </a:lnTo>
                  <a:lnTo>
                    <a:pt x="23675" y="553"/>
                  </a:lnTo>
                  <a:lnTo>
                    <a:pt x="22614" y="553"/>
                  </a:lnTo>
                  <a:lnTo>
                    <a:pt x="22614" y="1"/>
                  </a:lnTo>
                  <a:lnTo>
                    <a:pt x="22536" y="1"/>
                  </a:lnTo>
                  <a:lnTo>
                    <a:pt x="22536" y="553"/>
                  </a:lnTo>
                  <a:lnTo>
                    <a:pt x="20911" y="553"/>
                  </a:lnTo>
                  <a:lnTo>
                    <a:pt x="20911" y="1"/>
                  </a:lnTo>
                  <a:lnTo>
                    <a:pt x="20833" y="1"/>
                  </a:lnTo>
                  <a:lnTo>
                    <a:pt x="20833" y="553"/>
                  </a:lnTo>
                  <a:lnTo>
                    <a:pt x="19772" y="553"/>
                  </a:lnTo>
                  <a:lnTo>
                    <a:pt x="19772" y="1"/>
                  </a:lnTo>
                  <a:lnTo>
                    <a:pt x="19705" y="1"/>
                  </a:lnTo>
                  <a:lnTo>
                    <a:pt x="19705" y="553"/>
                  </a:lnTo>
                  <a:lnTo>
                    <a:pt x="18644" y="553"/>
                  </a:lnTo>
                  <a:lnTo>
                    <a:pt x="18644" y="1"/>
                  </a:lnTo>
                  <a:lnTo>
                    <a:pt x="18566" y="1"/>
                  </a:lnTo>
                  <a:lnTo>
                    <a:pt x="18566" y="553"/>
                  </a:lnTo>
                  <a:lnTo>
                    <a:pt x="17505" y="553"/>
                  </a:lnTo>
                  <a:lnTo>
                    <a:pt x="17505" y="1"/>
                  </a:lnTo>
                  <a:lnTo>
                    <a:pt x="17450" y="1"/>
                  </a:lnTo>
                  <a:lnTo>
                    <a:pt x="17450" y="553"/>
                  </a:lnTo>
                  <a:lnTo>
                    <a:pt x="16676" y="553"/>
                  </a:lnTo>
                  <a:lnTo>
                    <a:pt x="16665" y="1"/>
                  </a:lnTo>
                  <a:lnTo>
                    <a:pt x="16222" y="1"/>
                  </a:lnTo>
                  <a:lnTo>
                    <a:pt x="16222" y="553"/>
                  </a:lnTo>
                  <a:lnTo>
                    <a:pt x="15537" y="553"/>
                  </a:lnTo>
                  <a:lnTo>
                    <a:pt x="15537" y="1"/>
                  </a:lnTo>
                  <a:lnTo>
                    <a:pt x="15470" y="1"/>
                  </a:lnTo>
                  <a:lnTo>
                    <a:pt x="15470" y="553"/>
                  </a:lnTo>
                  <a:lnTo>
                    <a:pt x="14409" y="553"/>
                  </a:lnTo>
                  <a:lnTo>
                    <a:pt x="14409" y="1"/>
                  </a:lnTo>
                  <a:lnTo>
                    <a:pt x="14342" y="1"/>
                  </a:lnTo>
                  <a:lnTo>
                    <a:pt x="14342" y="553"/>
                  </a:lnTo>
                  <a:lnTo>
                    <a:pt x="13281" y="553"/>
                  </a:lnTo>
                  <a:lnTo>
                    <a:pt x="13281" y="1"/>
                  </a:lnTo>
                  <a:lnTo>
                    <a:pt x="13204" y="1"/>
                  </a:lnTo>
                  <a:lnTo>
                    <a:pt x="13204" y="553"/>
                  </a:lnTo>
                  <a:lnTo>
                    <a:pt x="12142" y="553"/>
                  </a:lnTo>
                  <a:lnTo>
                    <a:pt x="12142" y="1"/>
                  </a:lnTo>
                  <a:lnTo>
                    <a:pt x="12076" y="1"/>
                  </a:lnTo>
                  <a:lnTo>
                    <a:pt x="12076" y="553"/>
                  </a:lnTo>
                  <a:lnTo>
                    <a:pt x="11401" y="553"/>
                  </a:lnTo>
                  <a:lnTo>
                    <a:pt x="11401" y="1"/>
                  </a:lnTo>
                  <a:lnTo>
                    <a:pt x="10959" y="1"/>
                  </a:lnTo>
                  <a:lnTo>
                    <a:pt x="10959" y="553"/>
                  </a:lnTo>
                  <a:lnTo>
                    <a:pt x="10329" y="553"/>
                  </a:lnTo>
                  <a:lnTo>
                    <a:pt x="1032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8"/>
            <p:cNvSpPr/>
            <p:nvPr/>
          </p:nvSpPr>
          <p:spPr>
            <a:xfrm>
              <a:off x="-50" y="2"/>
              <a:ext cx="1019367" cy="1230737"/>
            </a:xfrm>
            <a:custGeom>
              <a:avLst/>
              <a:gdLst/>
              <a:ahLst/>
              <a:cxnLst/>
              <a:rect l="l" t="t" r="r" b="b"/>
              <a:pathLst>
                <a:path w="6934" h="6492" extrusionOk="0">
                  <a:moveTo>
                    <a:pt x="1" y="1"/>
                  </a:moveTo>
                  <a:lnTo>
                    <a:pt x="1" y="6491"/>
                  </a:lnTo>
                  <a:cubicBezTo>
                    <a:pt x="1615" y="3694"/>
                    <a:pt x="4026" y="1438"/>
                    <a:pt x="693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4" name="Google Shape;234;p8"/>
          <p:cNvSpPr/>
          <p:nvPr/>
        </p:nvSpPr>
        <p:spPr>
          <a:xfrm>
            <a:off x="6500" y="4518500"/>
            <a:ext cx="9144000" cy="624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35"/>
        <p:cNvGrpSpPr/>
        <p:nvPr/>
      </p:nvGrpSpPr>
      <p:grpSpPr>
        <a:xfrm>
          <a:off x="0" y="0"/>
          <a:ext cx="0" cy="0"/>
          <a:chOff x="0" y="0"/>
          <a:chExt cx="0" cy="0"/>
        </a:xfrm>
      </p:grpSpPr>
      <p:sp>
        <p:nvSpPr>
          <p:cNvPr id="236" name="Google Shape;236;p9"/>
          <p:cNvSpPr txBox="1">
            <a:spLocks noGrp="1"/>
          </p:cNvSpPr>
          <p:nvPr>
            <p:ph type="subTitle" idx="1"/>
          </p:nvPr>
        </p:nvSpPr>
        <p:spPr>
          <a:xfrm>
            <a:off x="1015450" y="1732525"/>
            <a:ext cx="3321300" cy="2289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37" name="Google Shape;237;p9"/>
          <p:cNvSpPr txBox="1">
            <a:spLocks noGrp="1"/>
          </p:cNvSpPr>
          <p:nvPr>
            <p:ph type="title"/>
          </p:nvPr>
        </p:nvSpPr>
        <p:spPr>
          <a:xfrm>
            <a:off x="720000" y="334125"/>
            <a:ext cx="7704000" cy="683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38" name="Google Shape;238;p9"/>
          <p:cNvSpPr txBox="1">
            <a:spLocks noGrp="1"/>
          </p:cNvSpPr>
          <p:nvPr>
            <p:ph type="subTitle" idx="2"/>
          </p:nvPr>
        </p:nvSpPr>
        <p:spPr>
          <a:xfrm>
            <a:off x="4807397" y="1732525"/>
            <a:ext cx="3321300" cy="2289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39" name="Google Shape;239;p9"/>
          <p:cNvSpPr/>
          <p:nvPr/>
        </p:nvSpPr>
        <p:spPr>
          <a:xfrm flipH="1">
            <a:off x="7687903" y="4022432"/>
            <a:ext cx="1852422" cy="513550"/>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9"/>
          <p:cNvSpPr/>
          <p:nvPr/>
        </p:nvSpPr>
        <p:spPr>
          <a:xfrm flipH="1">
            <a:off x="-323781" y="3225450"/>
            <a:ext cx="962031" cy="351249"/>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44"/>
        <p:cNvGrpSpPr/>
        <p:nvPr/>
      </p:nvGrpSpPr>
      <p:grpSpPr>
        <a:xfrm>
          <a:off x="0" y="0"/>
          <a:ext cx="0" cy="0"/>
          <a:chOff x="0" y="0"/>
          <a:chExt cx="0" cy="0"/>
        </a:xfrm>
      </p:grpSpPr>
      <p:grpSp>
        <p:nvGrpSpPr>
          <p:cNvPr id="245" name="Google Shape;245;p11"/>
          <p:cNvGrpSpPr/>
          <p:nvPr/>
        </p:nvGrpSpPr>
        <p:grpSpPr>
          <a:xfrm>
            <a:off x="-125295" y="3394844"/>
            <a:ext cx="9269295" cy="1775259"/>
            <a:chOff x="2477366" y="1218625"/>
            <a:chExt cx="7526833" cy="1441542"/>
          </a:xfrm>
        </p:grpSpPr>
        <p:sp>
          <p:nvSpPr>
            <p:cNvPr id="246" name="Google Shape;246;p11"/>
            <p:cNvSpPr/>
            <p:nvPr/>
          </p:nvSpPr>
          <p:spPr>
            <a:xfrm>
              <a:off x="2640100" y="1248060"/>
              <a:ext cx="814326" cy="1052496"/>
            </a:xfrm>
            <a:custGeom>
              <a:avLst/>
              <a:gdLst/>
              <a:ahLst/>
              <a:cxnLst/>
              <a:rect l="l" t="t" r="r" b="b"/>
              <a:pathLst>
                <a:path w="7940" h="10262" extrusionOk="0">
                  <a:moveTo>
                    <a:pt x="7929" y="3285"/>
                  </a:moveTo>
                  <a:lnTo>
                    <a:pt x="7608" y="3285"/>
                  </a:lnTo>
                  <a:lnTo>
                    <a:pt x="7608" y="2610"/>
                  </a:lnTo>
                  <a:lnTo>
                    <a:pt x="7210" y="2610"/>
                  </a:lnTo>
                  <a:lnTo>
                    <a:pt x="7210" y="1759"/>
                  </a:lnTo>
                  <a:lnTo>
                    <a:pt x="6137" y="1759"/>
                  </a:lnTo>
                  <a:lnTo>
                    <a:pt x="6137" y="2610"/>
                  </a:lnTo>
                  <a:lnTo>
                    <a:pt x="5739" y="2610"/>
                  </a:lnTo>
                  <a:lnTo>
                    <a:pt x="5739" y="3285"/>
                  </a:lnTo>
                  <a:lnTo>
                    <a:pt x="5175" y="3285"/>
                  </a:lnTo>
                  <a:lnTo>
                    <a:pt x="5175" y="4147"/>
                  </a:lnTo>
                  <a:cubicBezTo>
                    <a:pt x="4490" y="4169"/>
                    <a:pt x="3992" y="4213"/>
                    <a:pt x="3992" y="4280"/>
                  </a:cubicBezTo>
                  <a:lnTo>
                    <a:pt x="3992" y="4501"/>
                  </a:lnTo>
                  <a:lnTo>
                    <a:pt x="3992" y="4501"/>
                  </a:lnTo>
                  <a:lnTo>
                    <a:pt x="3992" y="4645"/>
                  </a:lnTo>
                  <a:lnTo>
                    <a:pt x="3992" y="4645"/>
                  </a:lnTo>
                  <a:lnTo>
                    <a:pt x="3992" y="4921"/>
                  </a:lnTo>
                  <a:lnTo>
                    <a:pt x="3992" y="4921"/>
                  </a:lnTo>
                  <a:lnTo>
                    <a:pt x="3992" y="5054"/>
                  </a:lnTo>
                  <a:lnTo>
                    <a:pt x="3992" y="5065"/>
                  </a:lnTo>
                  <a:lnTo>
                    <a:pt x="3992" y="5341"/>
                  </a:lnTo>
                  <a:lnTo>
                    <a:pt x="3992" y="5341"/>
                  </a:lnTo>
                  <a:lnTo>
                    <a:pt x="3992" y="5485"/>
                  </a:lnTo>
                  <a:lnTo>
                    <a:pt x="3992" y="5485"/>
                  </a:lnTo>
                  <a:lnTo>
                    <a:pt x="3992" y="5761"/>
                  </a:lnTo>
                  <a:lnTo>
                    <a:pt x="3992" y="5761"/>
                  </a:lnTo>
                  <a:lnTo>
                    <a:pt x="3992" y="5905"/>
                  </a:lnTo>
                  <a:lnTo>
                    <a:pt x="3992" y="5905"/>
                  </a:lnTo>
                  <a:lnTo>
                    <a:pt x="3992" y="6182"/>
                  </a:lnTo>
                  <a:lnTo>
                    <a:pt x="3992" y="6182"/>
                  </a:lnTo>
                  <a:lnTo>
                    <a:pt x="3992" y="6336"/>
                  </a:lnTo>
                  <a:lnTo>
                    <a:pt x="3992" y="6613"/>
                  </a:lnTo>
                  <a:lnTo>
                    <a:pt x="3992" y="6746"/>
                  </a:lnTo>
                  <a:lnTo>
                    <a:pt x="3992" y="6746"/>
                  </a:lnTo>
                  <a:lnTo>
                    <a:pt x="3992" y="7022"/>
                  </a:lnTo>
                  <a:lnTo>
                    <a:pt x="3992" y="7022"/>
                  </a:lnTo>
                  <a:lnTo>
                    <a:pt x="3992" y="7166"/>
                  </a:lnTo>
                  <a:lnTo>
                    <a:pt x="3992" y="7166"/>
                  </a:lnTo>
                  <a:lnTo>
                    <a:pt x="3992" y="7442"/>
                  </a:lnTo>
                  <a:lnTo>
                    <a:pt x="3992" y="7442"/>
                  </a:lnTo>
                  <a:lnTo>
                    <a:pt x="3992" y="7597"/>
                  </a:lnTo>
                  <a:lnTo>
                    <a:pt x="3992" y="7597"/>
                  </a:lnTo>
                  <a:lnTo>
                    <a:pt x="3992" y="7807"/>
                  </a:lnTo>
                  <a:lnTo>
                    <a:pt x="3561" y="7807"/>
                  </a:lnTo>
                  <a:lnTo>
                    <a:pt x="3561" y="3185"/>
                  </a:lnTo>
                  <a:lnTo>
                    <a:pt x="2986" y="3185"/>
                  </a:lnTo>
                  <a:lnTo>
                    <a:pt x="2986" y="863"/>
                  </a:lnTo>
                  <a:lnTo>
                    <a:pt x="2455" y="863"/>
                  </a:lnTo>
                  <a:lnTo>
                    <a:pt x="2455" y="0"/>
                  </a:lnTo>
                  <a:lnTo>
                    <a:pt x="1615" y="0"/>
                  </a:lnTo>
                  <a:lnTo>
                    <a:pt x="1615" y="863"/>
                  </a:lnTo>
                  <a:lnTo>
                    <a:pt x="1084" y="863"/>
                  </a:lnTo>
                  <a:lnTo>
                    <a:pt x="1084" y="3185"/>
                  </a:lnTo>
                  <a:lnTo>
                    <a:pt x="509" y="3185"/>
                  </a:lnTo>
                  <a:lnTo>
                    <a:pt x="509" y="3296"/>
                  </a:lnTo>
                  <a:lnTo>
                    <a:pt x="354" y="3296"/>
                  </a:lnTo>
                  <a:lnTo>
                    <a:pt x="354" y="3439"/>
                  </a:lnTo>
                  <a:lnTo>
                    <a:pt x="509" y="3439"/>
                  </a:lnTo>
                  <a:lnTo>
                    <a:pt x="509" y="3649"/>
                  </a:lnTo>
                  <a:lnTo>
                    <a:pt x="354" y="3649"/>
                  </a:lnTo>
                  <a:lnTo>
                    <a:pt x="354" y="3793"/>
                  </a:lnTo>
                  <a:lnTo>
                    <a:pt x="509" y="3793"/>
                  </a:lnTo>
                  <a:lnTo>
                    <a:pt x="509" y="4014"/>
                  </a:lnTo>
                  <a:lnTo>
                    <a:pt x="354" y="4014"/>
                  </a:lnTo>
                  <a:lnTo>
                    <a:pt x="354" y="4147"/>
                  </a:lnTo>
                  <a:lnTo>
                    <a:pt x="509" y="4147"/>
                  </a:lnTo>
                  <a:lnTo>
                    <a:pt x="509" y="4368"/>
                  </a:lnTo>
                  <a:lnTo>
                    <a:pt x="354" y="4368"/>
                  </a:lnTo>
                  <a:lnTo>
                    <a:pt x="354" y="4501"/>
                  </a:lnTo>
                  <a:lnTo>
                    <a:pt x="509" y="4501"/>
                  </a:lnTo>
                  <a:lnTo>
                    <a:pt x="509" y="4711"/>
                  </a:lnTo>
                  <a:lnTo>
                    <a:pt x="354" y="4711"/>
                  </a:lnTo>
                  <a:lnTo>
                    <a:pt x="354" y="4855"/>
                  </a:lnTo>
                  <a:lnTo>
                    <a:pt x="509" y="4855"/>
                  </a:lnTo>
                  <a:lnTo>
                    <a:pt x="509" y="5065"/>
                  </a:lnTo>
                  <a:lnTo>
                    <a:pt x="354" y="5065"/>
                  </a:lnTo>
                  <a:lnTo>
                    <a:pt x="354" y="5198"/>
                  </a:lnTo>
                  <a:lnTo>
                    <a:pt x="509" y="5198"/>
                  </a:lnTo>
                  <a:lnTo>
                    <a:pt x="509" y="5419"/>
                  </a:lnTo>
                  <a:lnTo>
                    <a:pt x="354" y="5419"/>
                  </a:lnTo>
                  <a:lnTo>
                    <a:pt x="354" y="5562"/>
                  </a:lnTo>
                  <a:lnTo>
                    <a:pt x="509" y="5562"/>
                  </a:lnTo>
                  <a:lnTo>
                    <a:pt x="509" y="5795"/>
                  </a:lnTo>
                  <a:lnTo>
                    <a:pt x="354" y="5795"/>
                  </a:lnTo>
                  <a:lnTo>
                    <a:pt x="354" y="5938"/>
                  </a:lnTo>
                  <a:lnTo>
                    <a:pt x="509" y="5938"/>
                  </a:lnTo>
                  <a:lnTo>
                    <a:pt x="509" y="6148"/>
                  </a:lnTo>
                  <a:lnTo>
                    <a:pt x="354" y="6148"/>
                  </a:lnTo>
                  <a:lnTo>
                    <a:pt x="354" y="6281"/>
                  </a:lnTo>
                  <a:lnTo>
                    <a:pt x="509" y="6281"/>
                  </a:lnTo>
                  <a:lnTo>
                    <a:pt x="509" y="6502"/>
                  </a:lnTo>
                  <a:lnTo>
                    <a:pt x="354" y="6502"/>
                  </a:lnTo>
                  <a:lnTo>
                    <a:pt x="354" y="6635"/>
                  </a:lnTo>
                  <a:lnTo>
                    <a:pt x="509" y="6635"/>
                  </a:lnTo>
                  <a:lnTo>
                    <a:pt x="509" y="6845"/>
                  </a:lnTo>
                  <a:lnTo>
                    <a:pt x="354" y="6845"/>
                  </a:lnTo>
                  <a:lnTo>
                    <a:pt x="354" y="6989"/>
                  </a:lnTo>
                  <a:lnTo>
                    <a:pt x="509" y="6989"/>
                  </a:lnTo>
                  <a:lnTo>
                    <a:pt x="509" y="7199"/>
                  </a:lnTo>
                  <a:lnTo>
                    <a:pt x="354" y="7199"/>
                  </a:lnTo>
                  <a:lnTo>
                    <a:pt x="354" y="7343"/>
                  </a:lnTo>
                  <a:lnTo>
                    <a:pt x="509" y="7343"/>
                  </a:lnTo>
                  <a:lnTo>
                    <a:pt x="509" y="7409"/>
                  </a:lnTo>
                  <a:lnTo>
                    <a:pt x="0" y="7409"/>
                  </a:lnTo>
                  <a:lnTo>
                    <a:pt x="0" y="10262"/>
                  </a:lnTo>
                  <a:lnTo>
                    <a:pt x="7940" y="10262"/>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1"/>
            <p:cNvSpPr/>
            <p:nvPr/>
          </p:nvSpPr>
          <p:spPr>
            <a:xfrm>
              <a:off x="9061672" y="1366006"/>
              <a:ext cx="942526" cy="1075265"/>
            </a:xfrm>
            <a:custGeom>
              <a:avLst/>
              <a:gdLst/>
              <a:ahLst/>
              <a:cxnLst/>
              <a:rect l="l" t="t" r="r" b="b"/>
              <a:pathLst>
                <a:path w="9190" h="10484" extrusionOk="0">
                  <a:moveTo>
                    <a:pt x="0" y="10118"/>
                  </a:moveTo>
                  <a:lnTo>
                    <a:pt x="0" y="9289"/>
                  </a:lnTo>
                  <a:cubicBezTo>
                    <a:pt x="0" y="9156"/>
                    <a:pt x="78" y="9046"/>
                    <a:pt x="177" y="9046"/>
                  </a:cubicBezTo>
                  <a:cubicBezTo>
                    <a:pt x="277" y="9046"/>
                    <a:pt x="354" y="8935"/>
                    <a:pt x="354" y="8802"/>
                  </a:cubicBezTo>
                  <a:lnTo>
                    <a:pt x="354" y="8614"/>
                  </a:lnTo>
                  <a:cubicBezTo>
                    <a:pt x="354" y="8482"/>
                    <a:pt x="431" y="8371"/>
                    <a:pt x="531" y="8371"/>
                  </a:cubicBezTo>
                  <a:lnTo>
                    <a:pt x="852" y="8371"/>
                  </a:lnTo>
                  <a:lnTo>
                    <a:pt x="852" y="8227"/>
                  </a:lnTo>
                  <a:lnTo>
                    <a:pt x="1062" y="8227"/>
                  </a:lnTo>
                  <a:cubicBezTo>
                    <a:pt x="1084" y="8205"/>
                    <a:pt x="1117" y="8194"/>
                    <a:pt x="1139" y="8194"/>
                  </a:cubicBezTo>
                  <a:lnTo>
                    <a:pt x="1139" y="8084"/>
                  </a:lnTo>
                  <a:lnTo>
                    <a:pt x="1017" y="8084"/>
                  </a:lnTo>
                  <a:lnTo>
                    <a:pt x="1017" y="7697"/>
                  </a:lnTo>
                  <a:lnTo>
                    <a:pt x="1139" y="7697"/>
                  </a:lnTo>
                  <a:lnTo>
                    <a:pt x="1139" y="7553"/>
                  </a:lnTo>
                  <a:lnTo>
                    <a:pt x="852" y="7553"/>
                  </a:lnTo>
                  <a:lnTo>
                    <a:pt x="852" y="7365"/>
                  </a:lnTo>
                  <a:lnTo>
                    <a:pt x="1139" y="7365"/>
                  </a:lnTo>
                  <a:lnTo>
                    <a:pt x="1139" y="7221"/>
                  </a:lnTo>
                  <a:lnTo>
                    <a:pt x="1017" y="7221"/>
                  </a:lnTo>
                  <a:lnTo>
                    <a:pt x="1017" y="6823"/>
                  </a:lnTo>
                  <a:lnTo>
                    <a:pt x="1139" y="6823"/>
                  </a:lnTo>
                  <a:lnTo>
                    <a:pt x="1139" y="6690"/>
                  </a:lnTo>
                  <a:lnTo>
                    <a:pt x="852" y="6690"/>
                  </a:lnTo>
                  <a:lnTo>
                    <a:pt x="852" y="6491"/>
                  </a:lnTo>
                  <a:lnTo>
                    <a:pt x="1139" y="6491"/>
                  </a:lnTo>
                  <a:lnTo>
                    <a:pt x="1139" y="6359"/>
                  </a:lnTo>
                  <a:lnTo>
                    <a:pt x="1017" y="6359"/>
                  </a:lnTo>
                  <a:lnTo>
                    <a:pt x="1017" y="5960"/>
                  </a:lnTo>
                  <a:lnTo>
                    <a:pt x="1139" y="5960"/>
                  </a:lnTo>
                  <a:lnTo>
                    <a:pt x="1139" y="5828"/>
                  </a:lnTo>
                  <a:lnTo>
                    <a:pt x="852" y="5828"/>
                  </a:lnTo>
                  <a:lnTo>
                    <a:pt x="852" y="5629"/>
                  </a:lnTo>
                  <a:lnTo>
                    <a:pt x="1139" y="5629"/>
                  </a:lnTo>
                  <a:lnTo>
                    <a:pt x="1139" y="5485"/>
                  </a:lnTo>
                  <a:lnTo>
                    <a:pt x="1017" y="5485"/>
                  </a:lnTo>
                  <a:lnTo>
                    <a:pt x="1017" y="5098"/>
                  </a:lnTo>
                  <a:lnTo>
                    <a:pt x="1139" y="5098"/>
                  </a:lnTo>
                  <a:lnTo>
                    <a:pt x="1139" y="4954"/>
                  </a:lnTo>
                  <a:lnTo>
                    <a:pt x="852" y="4954"/>
                  </a:lnTo>
                  <a:lnTo>
                    <a:pt x="852" y="4755"/>
                  </a:lnTo>
                  <a:lnTo>
                    <a:pt x="1139" y="4755"/>
                  </a:lnTo>
                  <a:lnTo>
                    <a:pt x="1139" y="4623"/>
                  </a:lnTo>
                  <a:lnTo>
                    <a:pt x="1017" y="4623"/>
                  </a:lnTo>
                  <a:lnTo>
                    <a:pt x="1017" y="4236"/>
                  </a:lnTo>
                  <a:lnTo>
                    <a:pt x="1139" y="4236"/>
                  </a:lnTo>
                  <a:lnTo>
                    <a:pt x="1139" y="4092"/>
                  </a:lnTo>
                  <a:lnTo>
                    <a:pt x="852" y="4092"/>
                  </a:lnTo>
                  <a:lnTo>
                    <a:pt x="852" y="3893"/>
                  </a:lnTo>
                  <a:lnTo>
                    <a:pt x="1139" y="3893"/>
                  </a:lnTo>
                  <a:lnTo>
                    <a:pt x="1139" y="3362"/>
                  </a:lnTo>
                  <a:lnTo>
                    <a:pt x="1692" y="3362"/>
                  </a:lnTo>
                  <a:lnTo>
                    <a:pt x="1692" y="2654"/>
                  </a:lnTo>
                  <a:lnTo>
                    <a:pt x="2090" y="2654"/>
                  </a:lnTo>
                  <a:lnTo>
                    <a:pt x="2090" y="1792"/>
                  </a:lnTo>
                  <a:lnTo>
                    <a:pt x="3152" y="1792"/>
                  </a:lnTo>
                  <a:lnTo>
                    <a:pt x="3152" y="2654"/>
                  </a:lnTo>
                  <a:lnTo>
                    <a:pt x="3539" y="2654"/>
                  </a:lnTo>
                  <a:lnTo>
                    <a:pt x="3539" y="3362"/>
                  </a:lnTo>
                  <a:lnTo>
                    <a:pt x="4092" y="3362"/>
                  </a:lnTo>
                  <a:lnTo>
                    <a:pt x="4092" y="4236"/>
                  </a:lnTo>
                  <a:cubicBezTo>
                    <a:pt x="4766" y="4258"/>
                    <a:pt x="5253" y="4302"/>
                    <a:pt x="5253" y="4368"/>
                  </a:cubicBezTo>
                  <a:lnTo>
                    <a:pt x="5253" y="4589"/>
                  </a:lnTo>
                  <a:lnTo>
                    <a:pt x="5253" y="4589"/>
                  </a:lnTo>
                  <a:lnTo>
                    <a:pt x="5253" y="4744"/>
                  </a:lnTo>
                  <a:lnTo>
                    <a:pt x="5253" y="4744"/>
                  </a:lnTo>
                  <a:lnTo>
                    <a:pt x="5253" y="5021"/>
                  </a:lnTo>
                  <a:lnTo>
                    <a:pt x="5253" y="5021"/>
                  </a:lnTo>
                  <a:lnTo>
                    <a:pt x="5253" y="5175"/>
                  </a:lnTo>
                  <a:lnTo>
                    <a:pt x="5253" y="5175"/>
                  </a:lnTo>
                  <a:lnTo>
                    <a:pt x="5253" y="5452"/>
                  </a:lnTo>
                  <a:lnTo>
                    <a:pt x="5253" y="5452"/>
                  </a:lnTo>
                  <a:lnTo>
                    <a:pt x="5253" y="5596"/>
                  </a:lnTo>
                  <a:lnTo>
                    <a:pt x="5253" y="5596"/>
                  </a:lnTo>
                  <a:lnTo>
                    <a:pt x="5253" y="5872"/>
                  </a:lnTo>
                  <a:lnTo>
                    <a:pt x="5253" y="5872"/>
                  </a:lnTo>
                  <a:lnTo>
                    <a:pt x="5253" y="6027"/>
                  </a:lnTo>
                  <a:lnTo>
                    <a:pt x="5253" y="6038"/>
                  </a:lnTo>
                  <a:lnTo>
                    <a:pt x="5253" y="6314"/>
                  </a:lnTo>
                  <a:lnTo>
                    <a:pt x="5253" y="6458"/>
                  </a:lnTo>
                  <a:lnTo>
                    <a:pt x="5253" y="6458"/>
                  </a:lnTo>
                  <a:lnTo>
                    <a:pt x="5253" y="6735"/>
                  </a:lnTo>
                  <a:lnTo>
                    <a:pt x="5253" y="6735"/>
                  </a:lnTo>
                  <a:lnTo>
                    <a:pt x="5253" y="6889"/>
                  </a:lnTo>
                  <a:lnTo>
                    <a:pt x="5253" y="6889"/>
                  </a:lnTo>
                  <a:lnTo>
                    <a:pt x="5253" y="7166"/>
                  </a:lnTo>
                  <a:lnTo>
                    <a:pt x="5253" y="7166"/>
                  </a:lnTo>
                  <a:lnTo>
                    <a:pt x="5253" y="7309"/>
                  </a:lnTo>
                  <a:lnTo>
                    <a:pt x="5253" y="7321"/>
                  </a:lnTo>
                  <a:lnTo>
                    <a:pt x="5253" y="7597"/>
                  </a:lnTo>
                  <a:lnTo>
                    <a:pt x="5253" y="7597"/>
                  </a:lnTo>
                  <a:lnTo>
                    <a:pt x="5253" y="7741"/>
                  </a:lnTo>
                  <a:lnTo>
                    <a:pt x="5253" y="7741"/>
                  </a:lnTo>
                  <a:lnTo>
                    <a:pt x="5253" y="7962"/>
                  </a:lnTo>
                  <a:lnTo>
                    <a:pt x="5684" y="7962"/>
                  </a:lnTo>
                  <a:lnTo>
                    <a:pt x="5684" y="3251"/>
                  </a:lnTo>
                  <a:lnTo>
                    <a:pt x="6248" y="3251"/>
                  </a:lnTo>
                  <a:lnTo>
                    <a:pt x="6248" y="874"/>
                  </a:lnTo>
                  <a:lnTo>
                    <a:pt x="6767" y="874"/>
                  </a:lnTo>
                  <a:lnTo>
                    <a:pt x="6767" y="0"/>
                  </a:lnTo>
                  <a:lnTo>
                    <a:pt x="7597" y="0"/>
                  </a:lnTo>
                  <a:lnTo>
                    <a:pt x="7597" y="874"/>
                  </a:lnTo>
                  <a:lnTo>
                    <a:pt x="8128" y="874"/>
                  </a:lnTo>
                  <a:lnTo>
                    <a:pt x="8128" y="3251"/>
                  </a:lnTo>
                  <a:lnTo>
                    <a:pt x="8691" y="3251"/>
                  </a:lnTo>
                  <a:lnTo>
                    <a:pt x="8691" y="3373"/>
                  </a:lnTo>
                  <a:lnTo>
                    <a:pt x="8835" y="3373"/>
                  </a:lnTo>
                  <a:lnTo>
                    <a:pt x="8835" y="3517"/>
                  </a:lnTo>
                  <a:lnTo>
                    <a:pt x="8691" y="3517"/>
                  </a:lnTo>
                  <a:lnTo>
                    <a:pt x="8691" y="3727"/>
                  </a:lnTo>
                  <a:lnTo>
                    <a:pt x="8835" y="3727"/>
                  </a:lnTo>
                  <a:lnTo>
                    <a:pt x="8835" y="3882"/>
                  </a:lnTo>
                  <a:lnTo>
                    <a:pt x="8691" y="3882"/>
                  </a:lnTo>
                  <a:lnTo>
                    <a:pt x="8691" y="4092"/>
                  </a:lnTo>
                  <a:lnTo>
                    <a:pt x="8835" y="4092"/>
                  </a:lnTo>
                  <a:lnTo>
                    <a:pt x="8835" y="4247"/>
                  </a:lnTo>
                  <a:lnTo>
                    <a:pt x="8691" y="4247"/>
                  </a:lnTo>
                  <a:lnTo>
                    <a:pt x="8691" y="4457"/>
                  </a:lnTo>
                  <a:lnTo>
                    <a:pt x="8835" y="4457"/>
                  </a:lnTo>
                  <a:lnTo>
                    <a:pt x="8835" y="4611"/>
                  </a:lnTo>
                  <a:lnTo>
                    <a:pt x="8691" y="4611"/>
                  </a:lnTo>
                  <a:lnTo>
                    <a:pt x="8691" y="4822"/>
                  </a:lnTo>
                  <a:lnTo>
                    <a:pt x="8835" y="4822"/>
                  </a:lnTo>
                  <a:lnTo>
                    <a:pt x="8835" y="4976"/>
                  </a:lnTo>
                  <a:lnTo>
                    <a:pt x="8691" y="4976"/>
                  </a:lnTo>
                  <a:lnTo>
                    <a:pt x="8691" y="5186"/>
                  </a:lnTo>
                  <a:lnTo>
                    <a:pt x="8835" y="5186"/>
                  </a:lnTo>
                  <a:lnTo>
                    <a:pt x="8835" y="5341"/>
                  </a:lnTo>
                  <a:lnTo>
                    <a:pt x="8691" y="5341"/>
                  </a:lnTo>
                  <a:lnTo>
                    <a:pt x="8691" y="5551"/>
                  </a:lnTo>
                  <a:lnTo>
                    <a:pt x="8835" y="5551"/>
                  </a:lnTo>
                  <a:lnTo>
                    <a:pt x="8835" y="5706"/>
                  </a:lnTo>
                  <a:lnTo>
                    <a:pt x="8691" y="5706"/>
                  </a:lnTo>
                  <a:lnTo>
                    <a:pt x="8691" y="5916"/>
                  </a:lnTo>
                  <a:lnTo>
                    <a:pt x="8835" y="5916"/>
                  </a:lnTo>
                  <a:lnTo>
                    <a:pt x="8835" y="6060"/>
                  </a:lnTo>
                  <a:lnTo>
                    <a:pt x="8691" y="6060"/>
                  </a:lnTo>
                  <a:lnTo>
                    <a:pt x="8691" y="6281"/>
                  </a:lnTo>
                  <a:lnTo>
                    <a:pt x="8835" y="6281"/>
                  </a:lnTo>
                  <a:lnTo>
                    <a:pt x="8835" y="6425"/>
                  </a:lnTo>
                  <a:lnTo>
                    <a:pt x="8691" y="6425"/>
                  </a:lnTo>
                  <a:lnTo>
                    <a:pt x="8691" y="6646"/>
                  </a:lnTo>
                  <a:lnTo>
                    <a:pt x="8835" y="6646"/>
                  </a:lnTo>
                  <a:lnTo>
                    <a:pt x="8835" y="6801"/>
                  </a:lnTo>
                  <a:lnTo>
                    <a:pt x="8691" y="6801"/>
                  </a:lnTo>
                  <a:lnTo>
                    <a:pt x="8691" y="7011"/>
                  </a:lnTo>
                  <a:lnTo>
                    <a:pt x="8835" y="7011"/>
                  </a:lnTo>
                  <a:lnTo>
                    <a:pt x="8835" y="7166"/>
                  </a:lnTo>
                  <a:lnTo>
                    <a:pt x="8691" y="7166"/>
                  </a:lnTo>
                  <a:lnTo>
                    <a:pt x="8691" y="7376"/>
                  </a:lnTo>
                  <a:lnTo>
                    <a:pt x="8835" y="7376"/>
                  </a:lnTo>
                  <a:lnTo>
                    <a:pt x="8835" y="7531"/>
                  </a:lnTo>
                  <a:lnTo>
                    <a:pt x="8691" y="7531"/>
                  </a:lnTo>
                  <a:lnTo>
                    <a:pt x="8691" y="7608"/>
                  </a:lnTo>
                  <a:lnTo>
                    <a:pt x="9189" y="7608"/>
                  </a:lnTo>
                  <a:lnTo>
                    <a:pt x="9189" y="10483"/>
                  </a:lnTo>
                  <a:lnTo>
                    <a:pt x="266" y="10483"/>
                  </a:lnTo>
                  <a:cubicBezTo>
                    <a:pt x="122" y="10483"/>
                    <a:pt x="0" y="10317"/>
                    <a:pt x="0" y="1011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1"/>
            <p:cNvSpPr/>
            <p:nvPr/>
          </p:nvSpPr>
          <p:spPr>
            <a:xfrm>
              <a:off x="7901942" y="1366006"/>
              <a:ext cx="958423" cy="1237314"/>
            </a:xfrm>
            <a:custGeom>
              <a:avLst/>
              <a:gdLst/>
              <a:ahLst/>
              <a:cxnLst/>
              <a:rect l="l" t="t" r="r" b="b"/>
              <a:pathLst>
                <a:path w="9345" h="12064" extrusionOk="0">
                  <a:moveTo>
                    <a:pt x="9333" y="3870"/>
                  </a:moveTo>
                  <a:lnTo>
                    <a:pt x="8957" y="3870"/>
                  </a:lnTo>
                  <a:lnTo>
                    <a:pt x="8957" y="3063"/>
                  </a:lnTo>
                  <a:lnTo>
                    <a:pt x="8482" y="3063"/>
                  </a:lnTo>
                  <a:lnTo>
                    <a:pt x="8482" y="2079"/>
                  </a:lnTo>
                  <a:lnTo>
                    <a:pt x="7232" y="2079"/>
                  </a:lnTo>
                  <a:lnTo>
                    <a:pt x="7232" y="3063"/>
                  </a:lnTo>
                  <a:lnTo>
                    <a:pt x="6757" y="3063"/>
                  </a:lnTo>
                  <a:lnTo>
                    <a:pt x="6757" y="3870"/>
                  </a:lnTo>
                  <a:lnTo>
                    <a:pt x="6093" y="3870"/>
                  </a:lnTo>
                  <a:lnTo>
                    <a:pt x="6093" y="4876"/>
                  </a:lnTo>
                  <a:cubicBezTo>
                    <a:pt x="5286" y="4898"/>
                    <a:pt x="4711" y="4954"/>
                    <a:pt x="4711" y="5031"/>
                  </a:cubicBezTo>
                  <a:lnTo>
                    <a:pt x="4711" y="5285"/>
                  </a:lnTo>
                  <a:lnTo>
                    <a:pt x="4711" y="5274"/>
                  </a:lnTo>
                  <a:lnTo>
                    <a:pt x="4711" y="5451"/>
                  </a:lnTo>
                  <a:lnTo>
                    <a:pt x="4711" y="5462"/>
                  </a:lnTo>
                  <a:lnTo>
                    <a:pt x="4711" y="5783"/>
                  </a:lnTo>
                  <a:lnTo>
                    <a:pt x="4711" y="5783"/>
                  </a:lnTo>
                  <a:lnTo>
                    <a:pt x="4711" y="5949"/>
                  </a:lnTo>
                  <a:lnTo>
                    <a:pt x="4711" y="5949"/>
                  </a:lnTo>
                  <a:lnTo>
                    <a:pt x="4711" y="6270"/>
                  </a:lnTo>
                  <a:lnTo>
                    <a:pt x="4711" y="6270"/>
                  </a:lnTo>
                  <a:lnTo>
                    <a:pt x="4711" y="6447"/>
                  </a:lnTo>
                  <a:lnTo>
                    <a:pt x="4711" y="6458"/>
                  </a:lnTo>
                  <a:lnTo>
                    <a:pt x="4711" y="6778"/>
                  </a:lnTo>
                  <a:cubicBezTo>
                    <a:pt x="4711" y="6767"/>
                    <a:pt x="4711" y="6767"/>
                    <a:pt x="4711" y="6767"/>
                  </a:cubicBezTo>
                  <a:lnTo>
                    <a:pt x="4711" y="6944"/>
                  </a:lnTo>
                  <a:cubicBezTo>
                    <a:pt x="4711" y="6944"/>
                    <a:pt x="4711" y="6944"/>
                    <a:pt x="4711" y="6944"/>
                  </a:cubicBezTo>
                  <a:lnTo>
                    <a:pt x="4711" y="7265"/>
                  </a:lnTo>
                  <a:lnTo>
                    <a:pt x="4711" y="7265"/>
                  </a:lnTo>
                  <a:lnTo>
                    <a:pt x="4711" y="7442"/>
                  </a:lnTo>
                  <a:cubicBezTo>
                    <a:pt x="4711" y="7442"/>
                    <a:pt x="4711" y="7442"/>
                    <a:pt x="4711" y="7442"/>
                  </a:cubicBezTo>
                  <a:lnTo>
                    <a:pt x="4711" y="7773"/>
                  </a:lnTo>
                  <a:lnTo>
                    <a:pt x="4711" y="7773"/>
                  </a:lnTo>
                  <a:lnTo>
                    <a:pt x="4711" y="7939"/>
                  </a:lnTo>
                  <a:lnTo>
                    <a:pt x="4711" y="7939"/>
                  </a:lnTo>
                  <a:lnTo>
                    <a:pt x="4711" y="8260"/>
                  </a:lnTo>
                  <a:lnTo>
                    <a:pt x="4711" y="8260"/>
                  </a:lnTo>
                  <a:lnTo>
                    <a:pt x="4711" y="8437"/>
                  </a:lnTo>
                  <a:lnTo>
                    <a:pt x="4711" y="8758"/>
                  </a:lnTo>
                  <a:lnTo>
                    <a:pt x="4711" y="8923"/>
                  </a:lnTo>
                  <a:lnTo>
                    <a:pt x="4711" y="8934"/>
                  </a:lnTo>
                  <a:lnTo>
                    <a:pt x="4711" y="9189"/>
                  </a:lnTo>
                  <a:lnTo>
                    <a:pt x="4192" y="9189"/>
                  </a:lnTo>
                  <a:lnTo>
                    <a:pt x="4192" y="3749"/>
                  </a:lnTo>
                  <a:lnTo>
                    <a:pt x="3517" y="3749"/>
                  </a:lnTo>
                  <a:lnTo>
                    <a:pt x="3517" y="1006"/>
                  </a:lnTo>
                  <a:lnTo>
                    <a:pt x="2898" y="1006"/>
                  </a:lnTo>
                  <a:lnTo>
                    <a:pt x="2898" y="0"/>
                  </a:lnTo>
                  <a:lnTo>
                    <a:pt x="1903" y="0"/>
                  </a:lnTo>
                  <a:lnTo>
                    <a:pt x="1903" y="1006"/>
                  </a:lnTo>
                  <a:lnTo>
                    <a:pt x="1283" y="1006"/>
                  </a:lnTo>
                  <a:lnTo>
                    <a:pt x="1283" y="3749"/>
                  </a:lnTo>
                  <a:lnTo>
                    <a:pt x="609" y="3749"/>
                  </a:lnTo>
                  <a:lnTo>
                    <a:pt x="609" y="3881"/>
                  </a:lnTo>
                  <a:lnTo>
                    <a:pt x="432" y="3881"/>
                  </a:lnTo>
                  <a:lnTo>
                    <a:pt x="432" y="4058"/>
                  </a:lnTo>
                  <a:lnTo>
                    <a:pt x="609" y="4058"/>
                  </a:lnTo>
                  <a:lnTo>
                    <a:pt x="609" y="4301"/>
                  </a:lnTo>
                  <a:lnTo>
                    <a:pt x="432" y="4301"/>
                  </a:lnTo>
                  <a:lnTo>
                    <a:pt x="432" y="4467"/>
                  </a:lnTo>
                  <a:lnTo>
                    <a:pt x="609" y="4467"/>
                  </a:lnTo>
                  <a:lnTo>
                    <a:pt x="609" y="4722"/>
                  </a:lnTo>
                  <a:lnTo>
                    <a:pt x="432" y="4722"/>
                  </a:lnTo>
                  <a:lnTo>
                    <a:pt x="432" y="4887"/>
                  </a:lnTo>
                  <a:lnTo>
                    <a:pt x="609" y="4887"/>
                  </a:lnTo>
                  <a:lnTo>
                    <a:pt x="609" y="5142"/>
                  </a:lnTo>
                  <a:lnTo>
                    <a:pt x="432" y="5142"/>
                  </a:lnTo>
                  <a:lnTo>
                    <a:pt x="432" y="5308"/>
                  </a:lnTo>
                  <a:lnTo>
                    <a:pt x="609" y="5308"/>
                  </a:lnTo>
                  <a:lnTo>
                    <a:pt x="609" y="5562"/>
                  </a:lnTo>
                  <a:lnTo>
                    <a:pt x="432" y="5562"/>
                  </a:lnTo>
                  <a:lnTo>
                    <a:pt x="432" y="5728"/>
                  </a:lnTo>
                  <a:lnTo>
                    <a:pt x="609" y="5728"/>
                  </a:lnTo>
                  <a:lnTo>
                    <a:pt x="609" y="5982"/>
                  </a:lnTo>
                  <a:lnTo>
                    <a:pt x="432" y="5982"/>
                  </a:lnTo>
                  <a:lnTo>
                    <a:pt x="432" y="6148"/>
                  </a:lnTo>
                  <a:lnTo>
                    <a:pt x="609" y="6148"/>
                  </a:lnTo>
                  <a:lnTo>
                    <a:pt x="609" y="6402"/>
                  </a:lnTo>
                  <a:lnTo>
                    <a:pt x="432" y="6402"/>
                  </a:lnTo>
                  <a:lnTo>
                    <a:pt x="432" y="6568"/>
                  </a:lnTo>
                  <a:lnTo>
                    <a:pt x="609" y="6568"/>
                  </a:lnTo>
                  <a:lnTo>
                    <a:pt x="609" y="6822"/>
                  </a:lnTo>
                  <a:lnTo>
                    <a:pt x="432" y="6822"/>
                  </a:lnTo>
                  <a:lnTo>
                    <a:pt x="432" y="6988"/>
                  </a:lnTo>
                  <a:lnTo>
                    <a:pt x="609" y="6988"/>
                  </a:lnTo>
                  <a:lnTo>
                    <a:pt x="609" y="7243"/>
                  </a:lnTo>
                  <a:lnTo>
                    <a:pt x="432" y="7243"/>
                  </a:lnTo>
                  <a:lnTo>
                    <a:pt x="432" y="7409"/>
                  </a:lnTo>
                  <a:lnTo>
                    <a:pt x="609" y="7409"/>
                  </a:lnTo>
                  <a:lnTo>
                    <a:pt x="609" y="7652"/>
                  </a:lnTo>
                  <a:lnTo>
                    <a:pt x="432" y="7652"/>
                  </a:lnTo>
                  <a:lnTo>
                    <a:pt x="432" y="7829"/>
                  </a:lnTo>
                  <a:lnTo>
                    <a:pt x="609" y="7829"/>
                  </a:lnTo>
                  <a:lnTo>
                    <a:pt x="609" y="8072"/>
                  </a:lnTo>
                  <a:lnTo>
                    <a:pt x="432" y="8072"/>
                  </a:lnTo>
                  <a:lnTo>
                    <a:pt x="432" y="8238"/>
                  </a:lnTo>
                  <a:lnTo>
                    <a:pt x="609" y="8238"/>
                  </a:lnTo>
                  <a:lnTo>
                    <a:pt x="609" y="8492"/>
                  </a:lnTo>
                  <a:lnTo>
                    <a:pt x="432" y="8492"/>
                  </a:lnTo>
                  <a:lnTo>
                    <a:pt x="432" y="8658"/>
                  </a:lnTo>
                  <a:lnTo>
                    <a:pt x="609" y="8658"/>
                  </a:lnTo>
                  <a:lnTo>
                    <a:pt x="609" y="8746"/>
                  </a:lnTo>
                  <a:lnTo>
                    <a:pt x="1" y="8746"/>
                  </a:lnTo>
                  <a:lnTo>
                    <a:pt x="1" y="12064"/>
                  </a:lnTo>
                  <a:lnTo>
                    <a:pt x="9344" y="12064"/>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1"/>
            <p:cNvSpPr/>
            <p:nvPr/>
          </p:nvSpPr>
          <p:spPr>
            <a:xfrm>
              <a:off x="4632659" y="1218625"/>
              <a:ext cx="958423" cy="1237314"/>
            </a:xfrm>
            <a:custGeom>
              <a:avLst/>
              <a:gdLst/>
              <a:ahLst/>
              <a:cxnLst/>
              <a:rect l="l" t="t" r="r" b="b"/>
              <a:pathLst>
                <a:path w="9345" h="12064" extrusionOk="0">
                  <a:moveTo>
                    <a:pt x="9344" y="3870"/>
                  </a:moveTo>
                  <a:lnTo>
                    <a:pt x="8968" y="3870"/>
                  </a:lnTo>
                  <a:lnTo>
                    <a:pt x="8968" y="3063"/>
                  </a:lnTo>
                  <a:lnTo>
                    <a:pt x="8493" y="3063"/>
                  </a:lnTo>
                  <a:lnTo>
                    <a:pt x="8493" y="2079"/>
                  </a:lnTo>
                  <a:lnTo>
                    <a:pt x="7243" y="2079"/>
                  </a:lnTo>
                  <a:lnTo>
                    <a:pt x="7243" y="3063"/>
                  </a:lnTo>
                  <a:lnTo>
                    <a:pt x="6768" y="3063"/>
                  </a:lnTo>
                  <a:lnTo>
                    <a:pt x="6768" y="3870"/>
                  </a:lnTo>
                  <a:lnTo>
                    <a:pt x="6104" y="3870"/>
                  </a:lnTo>
                  <a:lnTo>
                    <a:pt x="6104" y="4876"/>
                  </a:lnTo>
                  <a:cubicBezTo>
                    <a:pt x="5297" y="4898"/>
                    <a:pt x="4722" y="4954"/>
                    <a:pt x="4722" y="5031"/>
                  </a:cubicBezTo>
                  <a:lnTo>
                    <a:pt x="4722" y="5285"/>
                  </a:lnTo>
                  <a:lnTo>
                    <a:pt x="4722" y="5274"/>
                  </a:lnTo>
                  <a:lnTo>
                    <a:pt x="4722" y="5451"/>
                  </a:lnTo>
                  <a:cubicBezTo>
                    <a:pt x="4722" y="5451"/>
                    <a:pt x="4722" y="5451"/>
                    <a:pt x="4722" y="5462"/>
                  </a:cubicBezTo>
                  <a:lnTo>
                    <a:pt x="4722" y="5783"/>
                  </a:lnTo>
                  <a:lnTo>
                    <a:pt x="4722" y="5949"/>
                  </a:lnTo>
                  <a:lnTo>
                    <a:pt x="4722" y="5949"/>
                  </a:lnTo>
                  <a:lnTo>
                    <a:pt x="4722" y="6270"/>
                  </a:lnTo>
                  <a:lnTo>
                    <a:pt x="4722" y="6270"/>
                  </a:lnTo>
                  <a:lnTo>
                    <a:pt x="4722" y="6447"/>
                  </a:lnTo>
                  <a:cubicBezTo>
                    <a:pt x="4722" y="6447"/>
                    <a:pt x="4722" y="6447"/>
                    <a:pt x="4722" y="6458"/>
                  </a:cubicBezTo>
                  <a:lnTo>
                    <a:pt x="4722" y="6778"/>
                  </a:lnTo>
                  <a:cubicBezTo>
                    <a:pt x="4722" y="6767"/>
                    <a:pt x="4722" y="6767"/>
                    <a:pt x="4722" y="6767"/>
                  </a:cubicBezTo>
                  <a:lnTo>
                    <a:pt x="4722" y="6944"/>
                  </a:lnTo>
                  <a:cubicBezTo>
                    <a:pt x="4722" y="6944"/>
                    <a:pt x="4722" y="6944"/>
                    <a:pt x="4722" y="6944"/>
                  </a:cubicBezTo>
                  <a:lnTo>
                    <a:pt x="4722" y="7265"/>
                  </a:lnTo>
                  <a:lnTo>
                    <a:pt x="4722" y="7265"/>
                  </a:lnTo>
                  <a:lnTo>
                    <a:pt x="4722" y="7442"/>
                  </a:lnTo>
                  <a:cubicBezTo>
                    <a:pt x="4722" y="7442"/>
                    <a:pt x="4722" y="7442"/>
                    <a:pt x="4722" y="7442"/>
                  </a:cubicBezTo>
                  <a:lnTo>
                    <a:pt x="4722" y="7773"/>
                  </a:lnTo>
                  <a:lnTo>
                    <a:pt x="4722" y="7773"/>
                  </a:lnTo>
                  <a:lnTo>
                    <a:pt x="4722" y="7939"/>
                  </a:lnTo>
                  <a:lnTo>
                    <a:pt x="4722" y="7939"/>
                  </a:lnTo>
                  <a:lnTo>
                    <a:pt x="4722" y="8260"/>
                  </a:lnTo>
                  <a:lnTo>
                    <a:pt x="4722" y="8437"/>
                  </a:lnTo>
                  <a:lnTo>
                    <a:pt x="4722" y="8758"/>
                  </a:lnTo>
                  <a:lnTo>
                    <a:pt x="4722" y="8923"/>
                  </a:lnTo>
                  <a:cubicBezTo>
                    <a:pt x="4722" y="8934"/>
                    <a:pt x="4722" y="8934"/>
                    <a:pt x="4722" y="8934"/>
                  </a:cubicBezTo>
                  <a:lnTo>
                    <a:pt x="4722" y="9189"/>
                  </a:lnTo>
                  <a:lnTo>
                    <a:pt x="4191" y="9189"/>
                  </a:lnTo>
                  <a:lnTo>
                    <a:pt x="4191" y="3749"/>
                  </a:lnTo>
                  <a:lnTo>
                    <a:pt x="3517" y="3749"/>
                  </a:lnTo>
                  <a:lnTo>
                    <a:pt x="3517" y="1006"/>
                  </a:lnTo>
                  <a:lnTo>
                    <a:pt x="2898" y="1006"/>
                  </a:lnTo>
                  <a:lnTo>
                    <a:pt x="2898" y="0"/>
                  </a:lnTo>
                  <a:lnTo>
                    <a:pt x="1902" y="0"/>
                  </a:lnTo>
                  <a:lnTo>
                    <a:pt x="1902" y="1006"/>
                  </a:lnTo>
                  <a:lnTo>
                    <a:pt x="1272" y="1006"/>
                  </a:lnTo>
                  <a:lnTo>
                    <a:pt x="1272" y="3749"/>
                  </a:lnTo>
                  <a:lnTo>
                    <a:pt x="598" y="3749"/>
                  </a:lnTo>
                  <a:lnTo>
                    <a:pt x="598" y="3881"/>
                  </a:lnTo>
                  <a:lnTo>
                    <a:pt x="421" y="3881"/>
                  </a:lnTo>
                  <a:lnTo>
                    <a:pt x="421" y="4058"/>
                  </a:lnTo>
                  <a:lnTo>
                    <a:pt x="598" y="4058"/>
                  </a:lnTo>
                  <a:lnTo>
                    <a:pt x="598" y="4301"/>
                  </a:lnTo>
                  <a:lnTo>
                    <a:pt x="421" y="4301"/>
                  </a:lnTo>
                  <a:lnTo>
                    <a:pt x="421" y="4467"/>
                  </a:lnTo>
                  <a:lnTo>
                    <a:pt x="598" y="4467"/>
                  </a:lnTo>
                  <a:lnTo>
                    <a:pt x="598" y="4722"/>
                  </a:lnTo>
                  <a:lnTo>
                    <a:pt x="421" y="4722"/>
                  </a:lnTo>
                  <a:lnTo>
                    <a:pt x="421" y="4887"/>
                  </a:lnTo>
                  <a:lnTo>
                    <a:pt x="598" y="4887"/>
                  </a:lnTo>
                  <a:lnTo>
                    <a:pt x="598" y="5142"/>
                  </a:lnTo>
                  <a:lnTo>
                    <a:pt x="421" y="5142"/>
                  </a:lnTo>
                  <a:lnTo>
                    <a:pt x="421" y="5308"/>
                  </a:lnTo>
                  <a:lnTo>
                    <a:pt x="598" y="5308"/>
                  </a:lnTo>
                  <a:lnTo>
                    <a:pt x="598" y="5562"/>
                  </a:lnTo>
                  <a:lnTo>
                    <a:pt x="421" y="5562"/>
                  </a:lnTo>
                  <a:lnTo>
                    <a:pt x="421" y="5728"/>
                  </a:lnTo>
                  <a:lnTo>
                    <a:pt x="598" y="5728"/>
                  </a:lnTo>
                  <a:lnTo>
                    <a:pt x="598" y="5982"/>
                  </a:lnTo>
                  <a:lnTo>
                    <a:pt x="421" y="5982"/>
                  </a:lnTo>
                  <a:lnTo>
                    <a:pt x="421" y="6148"/>
                  </a:lnTo>
                  <a:lnTo>
                    <a:pt x="598" y="6148"/>
                  </a:lnTo>
                  <a:lnTo>
                    <a:pt x="598" y="6402"/>
                  </a:lnTo>
                  <a:lnTo>
                    <a:pt x="421" y="6402"/>
                  </a:lnTo>
                  <a:lnTo>
                    <a:pt x="421" y="6568"/>
                  </a:lnTo>
                  <a:lnTo>
                    <a:pt x="598" y="6568"/>
                  </a:lnTo>
                  <a:lnTo>
                    <a:pt x="598" y="6822"/>
                  </a:lnTo>
                  <a:lnTo>
                    <a:pt x="421" y="6822"/>
                  </a:lnTo>
                  <a:lnTo>
                    <a:pt x="421" y="6988"/>
                  </a:lnTo>
                  <a:lnTo>
                    <a:pt x="598" y="6988"/>
                  </a:lnTo>
                  <a:lnTo>
                    <a:pt x="598" y="7243"/>
                  </a:lnTo>
                  <a:lnTo>
                    <a:pt x="421" y="7243"/>
                  </a:lnTo>
                  <a:lnTo>
                    <a:pt x="421" y="7409"/>
                  </a:lnTo>
                  <a:lnTo>
                    <a:pt x="598" y="7409"/>
                  </a:lnTo>
                  <a:lnTo>
                    <a:pt x="598" y="7652"/>
                  </a:lnTo>
                  <a:lnTo>
                    <a:pt x="421" y="7652"/>
                  </a:lnTo>
                  <a:lnTo>
                    <a:pt x="421" y="7829"/>
                  </a:lnTo>
                  <a:lnTo>
                    <a:pt x="598" y="7829"/>
                  </a:lnTo>
                  <a:lnTo>
                    <a:pt x="598" y="8072"/>
                  </a:lnTo>
                  <a:lnTo>
                    <a:pt x="421" y="8072"/>
                  </a:lnTo>
                  <a:lnTo>
                    <a:pt x="421" y="8238"/>
                  </a:lnTo>
                  <a:lnTo>
                    <a:pt x="598" y="8238"/>
                  </a:lnTo>
                  <a:lnTo>
                    <a:pt x="598" y="8492"/>
                  </a:lnTo>
                  <a:lnTo>
                    <a:pt x="421" y="8492"/>
                  </a:lnTo>
                  <a:lnTo>
                    <a:pt x="421" y="8658"/>
                  </a:lnTo>
                  <a:lnTo>
                    <a:pt x="598" y="8658"/>
                  </a:lnTo>
                  <a:lnTo>
                    <a:pt x="598" y="8746"/>
                  </a:lnTo>
                  <a:lnTo>
                    <a:pt x="0" y="8746"/>
                  </a:lnTo>
                  <a:lnTo>
                    <a:pt x="0" y="12064"/>
                  </a:lnTo>
                  <a:lnTo>
                    <a:pt x="9344" y="12064"/>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1"/>
            <p:cNvSpPr/>
            <p:nvPr/>
          </p:nvSpPr>
          <p:spPr>
            <a:xfrm>
              <a:off x="6627321" y="1312674"/>
              <a:ext cx="957295" cy="829115"/>
            </a:xfrm>
            <a:custGeom>
              <a:avLst/>
              <a:gdLst/>
              <a:ahLst/>
              <a:cxnLst/>
              <a:rect l="l" t="t" r="r" b="b"/>
              <a:pathLst>
                <a:path w="9334" h="8084" extrusionOk="0">
                  <a:moveTo>
                    <a:pt x="9311" y="6912"/>
                  </a:moveTo>
                  <a:cubicBezTo>
                    <a:pt x="9223" y="6890"/>
                    <a:pt x="9167" y="6812"/>
                    <a:pt x="9167" y="6724"/>
                  </a:cubicBezTo>
                  <a:lnTo>
                    <a:pt x="9167" y="6569"/>
                  </a:lnTo>
                  <a:cubicBezTo>
                    <a:pt x="9167" y="6558"/>
                    <a:pt x="9167" y="6547"/>
                    <a:pt x="9167" y="6547"/>
                  </a:cubicBezTo>
                  <a:cubicBezTo>
                    <a:pt x="9223" y="6469"/>
                    <a:pt x="9256" y="6392"/>
                    <a:pt x="9267" y="6293"/>
                  </a:cubicBezTo>
                  <a:cubicBezTo>
                    <a:pt x="9267" y="6093"/>
                    <a:pt x="9101" y="5585"/>
                    <a:pt x="8913" y="5585"/>
                  </a:cubicBezTo>
                  <a:cubicBezTo>
                    <a:pt x="8714" y="5585"/>
                    <a:pt x="8559" y="6093"/>
                    <a:pt x="8559" y="6293"/>
                  </a:cubicBezTo>
                  <a:cubicBezTo>
                    <a:pt x="8559" y="6326"/>
                    <a:pt x="8559" y="6348"/>
                    <a:pt x="8559" y="6381"/>
                  </a:cubicBezTo>
                  <a:lnTo>
                    <a:pt x="8139" y="6381"/>
                  </a:lnTo>
                  <a:lnTo>
                    <a:pt x="8139" y="1361"/>
                  </a:lnTo>
                  <a:lnTo>
                    <a:pt x="7796" y="1361"/>
                  </a:lnTo>
                  <a:lnTo>
                    <a:pt x="7796" y="885"/>
                  </a:lnTo>
                  <a:lnTo>
                    <a:pt x="7442" y="885"/>
                  </a:lnTo>
                  <a:lnTo>
                    <a:pt x="7442" y="742"/>
                  </a:lnTo>
                  <a:lnTo>
                    <a:pt x="7442" y="454"/>
                  </a:lnTo>
                  <a:lnTo>
                    <a:pt x="7232" y="454"/>
                  </a:lnTo>
                  <a:lnTo>
                    <a:pt x="7232" y="1"/>
                  </a:lnTo>
                  <a:lnTo>
                    <a:pt x="6558" y="1"/>
                  </a:lnTo>
                  <a:lnTo>
                    <a:pt x="6558" y="454"/>
                  </a:lnTo>
                  <a:lnTo>
                    <a:pt x="6348" y="454"/>
                  </a:lnTo>
                  <a:lnTo>
                    <a:pt x="6348" y="885"/>
                  </a:lnTo>
                  <a:lnTo>
                    <a:pt x="5983" y="885"/>
                  </a:lnTo>
                  <a:lnTo>
                    <a:pt x="5983" y="1239"/>
                  </a:lnTo>
                  <a:lnTo>
                    <a:pt x="5983" y="1361"/>
                  </a:lnTo>
                  <a:lnTo>
                    <a:pt x="5607" y="1361"/>
                  </a:lnTo>
                  <a:lnTo>
                    <a:pt x="5607" y="3141"/>
                  </a:lnTo>
                  <a:lnTo>
                    <a:pt x="2456" y="3141"/>
                  </a:lnTo>
                  <a:lnTo>
                    <a:pt x="2456" y="1361"/>
                  </a:lnTo>
                  <a:lnTo>
                    <a:pt x="2057" y="1361"/>
                  </a:lnTo>
                  <a:lnTo>
                    <a:pt x="2057" y="885"/>
                  </a:lnTo>
                  <a:lnTo>
                    <a:pt x="1903" y="885"/>
                  </a:lnTo>
                  <a:lnTo>
                    <a:pt x="1903" y="797"/>
                  </a:lnTo>
                  <a:lnTo>
                    <a:pt x="1903" y="653"/>
                  </a:lnTo>
                  <a:lnTo>
                    <a:pt x="1317" y="653"/>
                  </a:lnTo>
                  <a:lnTo>
                    <a:pt x="1317" y="797"/>
                  </a:lnTo>
                  <a:lnTo>
                    <a:pt x="1317" y="885"/>
                  </a:lnTo>
                  <a:lnTo>
                    <a:pt x="996" y="885"/>
                  </a:lnTo>
                  <a:lnTo>
                    <a:pt x="996" y="797"/>
                  </a:lnTo>
                  <a:cubicBezTo>
                    <a:pt x="985" y="742"/>
                    <a:pt x="985" y="697"/>
                    <a:pt x="996" y="653"/>
                  </a:cubicBezTo>
                  <a:lnTo>
                    <a:pt x="399" y="653"/>
                  </a:lnTo>
                  <a:lnTo>
                    <a:pt x="399" y="896"/>
                  </a:lnTo>
                  <a:lnTo>
                    <a:pt x="255" y="896"/>
                  </a:lnTo>
                  <a:lnTo>
                    <a:pt x="255" y="1250"/>
                  </a:lnTo>
                  <a:cubicBezTo>
                    <a:pt x="244" y="1283"/>
                    <a:pt x="244" y="1328"/>
                    <a:pt x="255" y="1361"/>
                  </a:cubicBezTo>
                  <a:lnTo>
                    <a:pt x="1" y="1361"/>
                  </a:lnTo>
                  <a:lnTo>
                    <a:pt x="1" y="8084"/>
                  </a:lnTo>
                  <a:lnTo>
                    <a:pt x="9278" y="8084"/>
                  </a:lnTo>
                  <a:cubicBezTo>
                    <a:pt x="9289" y="8084"/>
                    <a:pt x="9311" y="8084"/>
                    <a:pt x="9333" y="80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1"/>
            <p:cNvSpPr/>
            <p:nvPr/>
          </p:nvSpPr>
          <p:spPr>
            <a:xfrm>
              <a:off x="3710634" y="1312674"/>
              <a:ext cx="956167" cy="829115"/>
            </a:xfrm>
            <a:custGeom>
              <a:avLst/>
              <a:gdLst/>
              <a:ahLst/>
              <a:cxnLst/>
              <a:rect l="l" t="t" r="r" b="b"/>
              <a:pathLst>
                <a:path w="9323" h="8084" extrusionOk="0">
                  <a:moveTo>
                    <a:pt x="9311" y="6912"/>
                  </a:moveTo>
                  <a:cubicBezTo>
                    <a:pt x="9223" y="6890"/>
                    <a:pt x="9167" y="6812"/>
                    <a:pt x="9167" y="6724"/>
                  </a:cubicBezTo>
                  <a:lnTo>
                    <a:pt x="9167" y="6569"/>
                  </a:lnTo>
                  <a:cubicBezTo>
                    <a:pt x="9167" y="6558"/>
                    <a:pt x="9167" y="6547"/>
                    <a:pt x="9167" y="6547"/>
                  </a:cubicBezTo>
                  <a:cubicBezTo>
                    <a:pt x="9223" y="6469"/>
                    <a:pt x="9267" y="6392"/>
                    <a:pt x="9267" y="6293"/>
                  </a:cubicBezTo>
                  <a:cubicBezTo>
                    <a:pt x="9267" y="6093"/>
                    <a:pt x="9101" y="5585"/>
                    <a:pt x="8913" y="5585"/>
                  </a:cubicBezTo>
                  <a:cubicBezTo>
                    <a:pt x="8714" y="5585"/>
                    <a:pt x="8559" y="6093"/>
                    <a:pt x="8559" y="6293"/>
                  </a:cubicBezTo>
                  <a:cubicBezTo>
                    <a:pt x="8559" y="6326"/>
                    <a:pt x="8559" y="6348"/>
                    <a:pt x="8570" y="6381"/>
                  </a:cubicBezTo>
                  <a:lnTo>
                    <a:pt x="8139" y="6381"/>
                  </a:lnTo>
                  <a:lnTo>
                    <a:pt x="8139" y="1361"/>
                  </a:lnTo>
                  <a:lnTo>
                    <a:pt x="7796" y="1361"/>
                  </a:lnTo>
                  <a:lnTo>
                    <a:pt x="7796" y="885"/>
                  </a:lnTo>
                  <a:lnTo>
                    <a:pt x="7431" y="885"/>
                  </a:lnTo>
                  <a:lnTo>
                    <a:pt x="7431" y="742"/>
                  </a:lnTo>
                  <a:lnTo>
                    <a:pt x="7431" y="454"/>
                  </a:lnTo>
                  <a:lnTo>
                    <a:pt x="7221" y="454"/>
                  </a:lnTo>
                  <a:lnTo>
                    <a:pt x="7221" y="1"/>
                  </a:lnTo>
                  <a:lnTo>
                    <a:pt x="6547" y="1"/>
                  </a:lnTo>
                  <a:lnTo>
                    <a:pt x="6547" y="454"/>
                  </a:lnTo>
                  <a:lnTo>
                    <a:pt x="6337" y="454"/>
                  </a:lnTo>
                  <a:lnTo>
                    <a:pt x="6337" y="885"/>
                  </a:lnTo>
                  <a:lnTo>
                    <a:pt x="5972" y="885"/>
                  </a:lnTo>
                  <a:lnTo>
                    <a:pt x="5972" y="1239"/>
                  </a:lnTo>
                  <a:lnTo>
                    <a:pt x="5972" y="1361"/>
                  </a:lnTo>
                  <a:lnTo>
                    <a:pt x="5596" y="1361"/>
                  </a:lnTo>
                  <a:lnTo>
                    <a:pt x="5596" y="3141"/>
                  </a:lnTo>
                  <a:lnTo>
                    <a:pt x="2455" y="3141"/>
                  </a:lnTo>
                  <a:lnTo>
                    <a:pt x="2455" y="1361"/>
                  </a:lnTo>
                  <a:lnTo>
                    <a:pt x="2057" y="1361"/>
                  </a:lnTo>
                  <a:lnTo>
                    <a:pt x="2057" y="885"/>
                  </a:lnTo>
                  <a:lnTo>
                    <a:pt x="1903" y="885"/>
                  </a:lnTo>
                  <a:lnTo>
                    <a:pt x="1903" y="797"/>
                  </a:lnTo>
                  <a:lnTo>
                    <a:pt x="1903" y="653"/>
                  </a:lnTo>
                  <a:lnTo>
                    <a:pt x="1317" y="653"/>
                  </a:lnTo>
                  <a:lnTo>
                    <a:pt x="1317" y="797"/>
                  </a:lnTo>
                  <a:lnTo>
                    <a:pt x="1317" y="885"/>
                  </a:lnTo>
                  <a:lnTo>
                    <a:pt x="985" y="885"/>
                  </a:lnTo>
                  <a:lnTo>
                    <a:pt x="985" y="797"/>
                  </a:lnTo>
                  <a:cubicBezTo>
                    <a:pt x="985" y="742"/>
                    <a:pt x="985" y="697"/>
                    <a:pt x="985" y="653"/>
                  </a:cubicBezTo>
                  <a:lnTo>
                    <a:pt x="399" y="653"/>
                  </a:lnTo>
                  <a:lnTo>
                    <a:pt x="399" y="896"/>
                  </a:lnTo>
                  <a:lnTo>
                    <a:pt x="244" y="896"/>
                  </a:lnTo>
                  <a:lnTo>
                    <a:pt x="244" y="1250"/>
                  </a:lnTo>
                  <a:cubicBezTo>
                    <a:pt x="244" y="1283"/>
                    <a:pt x="244" y="1328"/>
                    <a:pt x="244" y="1361"/>
                  </a:cubicBezTo>
                  <a:lnTo>
                    <a:pt x="1" y="1361"/>
                  </a:lnTo>
                  <a:lnTo>
                    <a:pt x="1" y="8084"/>
                  </a:lnTo>
                  <a:lnTo>
                    <a:pt x="9278" y="8084"/>
                  </a:lnTo>
                  <a:cubicBezTo>
                    <a:pt x="9289" y="8084"/>
                    <a:pt x="9311" y="8084"/>
                    <a:pt x="9322" y="80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1"/>
            <p:cNvSpPr/>
            <p:nvPr/>
          </p:nvSpPr>
          <p:spPr>
            <a:xfrm>
              <a:off x="5592119" y="1235548"/>
              <a:ext cx="982217" cy="1076393"/>
            </a:xfrm>
            <a:custGeom>
              <a:avLst/>
              <a:gdLst/>
              <a:ahLst/>
              <a:cxnLst/>
              <a:rect l="l" t="t" r="r" b="b"/>
              <a:pathLst>
                <a:path w="9577" h="10495" extrusionOk="0">
                  <a:moveTo>
                    <a:pt x="11" y="10130"/>
                  </a:moveTo>
                  <a:lnTo>
                    <a:pt x="11" y="9300"/>
                  </a:lnTo>
                  <a:cubicBezTo>
                    <a:pt x="0" y="9179"/>
                    <a:pt x="78" y="9079"/>
                    <a:pt x="199" y="9057"/>
                  </a:cubicBezTo>
                  <a:cubicBezTo>
                    <a:pt x="321" y="9035"/>
                    <a:pt x="398" y="8935"/>
                    <a:pt x="387" y="8814"/>
                  </a:cubicBezTo>
                  <a:lnTo>
                    <a:pt x="387" y="8626"/>
                  </a:lnTo>
                  <a:cubicBezTo>
                    <a:pt x="365" y="8504"/>
                    <a:pt x="454" y="8394"/>
                    <a:pt x="575" y="8382"/>
                  </a:cubicBezTo>
                  <a:lnTo>
                    <a:pt x="896" y="8382"/>
                  </a:lnTo>
                  <a:lnTo>
                    <a:pt x="896" y="8228"/>
                  </a:lnTo>
                  <a:lnTo>
                    <a:pt x="1117" y="8228"/>
                  </a:lnTo>
                  <a:cubicBezTo>
                    <a:pt x="1139" y="8217"/>
                    <a:pt x="1172" y="8194"/>
                    <a:pt x="1205" y="8194"/>
                  </a:cubicBezTo>
                  <a:lnTo>
                    <a:pt x="1205" y="8095"/>
                  </a:lnTo>
                  <a:lnTo>
                    <a:pt x="1062" y="8095"/>
                  </a:lnTo>
                  <a:lnTo>
                    <a:pt x="1062" y="7697"/>
                  </a:lnTo>
                  <a:lnTo>
                    <a:pt x="1205" y="7697"/>
                  </a:lnTo>
                  <a:lnTo>
                    <a:pt x="1205" y="7564"/>
                  </a:lnTo>
                  <a:lnTo>
                    <a:pt x="896" y="7564"/>
                  </a:lnTo>
                  <a:lnTo>
                    <a:pt x="896" y="7365"/>
                  </a:lnTo>
                  <a:lnTo>
                    <a:pt x="1205" y="7365"/>
                  </a:lnTo>
                  <a:lnTo>
                    <a:pt x="1205" y="7232"/>
                  </a:lnTo>
                  <a:lnTo>
                    <a:pt x="1062" y="7232"/>
                  </a:lnTo>
                  <a:lnTo>
                    <a:pt x="1062" y="6834"/>
                  </a:lnTo>
                  <a:lnTo>
                    <a:pt x="1205" y="6834"/>
                  </a:lnTo>
                  <a:lnTo>
                    <a:pt x="1205" y="6691"/>
                  </a:lnTo>
                  <a:lnTo>
                    <a:pt x="896" y="6691"/>
                  </a:lnTo>
                  <a:lnTo>
                    <a:pt x="896" y="6503"/>
                  </a:lnTo>
                  <a:lnTo>
                    <a:pt x="1205" y="6503"/>
                  </a:lnTo>
                  <a:lnTo>
                    <a:pt x="1205" y="6359"/>
                  </a:lnTo>
                  <a:lnTo>
                    <a:pt x="1062" y="6359"/>
                  </a:lnTo>
                  <a:lnTo>
                    <a:pt x="1062" y="5972"/>
                  </a:lnTo>
                  <a:lnTo>
                    <a:pt x="1205" y="5972"/>
                  </a:lnTo>
                  <a:lnTo>
                    <a:pt x="1205" y="5828"/>
                  </a:lnTo>
                  <a:lnTo>
                    <a:pt x="896" y="5828"/>
                  </a:lnTo>
                  <a:lnTo>
                    <a:pt x="896" y="5629"/>
                  </a:lnTo>
                  <a:lnTo>
                    <a:pt x="1205" y="5629"/>
                  </a:lnTo>
                  <a:lnTo>
                    <a:pt x="1205" y="5496"/>
                  </a:lnTo>
                  <a:lnTo>
                    <a:pt x="1062" y="5496"/>
                  </a:lnTo>
                  <a:lnTo>
                    <a:pt x="1062" y="5098"/>
                  </a:lnTo>
                  <a:lnTo>
                    <a:pt x="1205" y="5098"/>
                  </a:lnTo>
                  <a:lnTo>
                    <a:pt x="1205" y="4966"/>
                  </a:lnTo>
                  <a:lnTo>
                    <a:pt x="896" y="4966"/>
                  </a:lnTo>
                  <a:lnTo>
                    <a:pt x="896" y="4767"/>
                  </a:lnTo>
                  <a:lnTo>
                    <a:pt x="1205" y="4767"/>
                  </a:lnTo>
                  <a:lnTo>
                    <a:pt x="1205" y="4623"/>
                  </a:lnTo>
                  <a:lnTo>
                    <a:pt x="1062" y="4623"/>
                  </a:lnTo>
                  <a:lnTo>
                    <a:pt x="1062" y="4236"/>
                  </a:lnTo>
                  <a:lnTo>
                    <a:pt x="1205" y="4236"/>
                  </a:lnTo>
                  <a:lnTo>
                    <a:pt x="1205" y="4092"/>
                  </a:lnTo>
                  <a:lnTo>
                    <a:pt x="896" y="4092"/>
                  </a:lnTo>
                  <a:lnTo>
                    <a:pt x="896" y="3904"/>
                  </a:lnTo>
                  <a:lnTo>
                    <a:pt x="1205" y="3904"/>
                  </a:lnTo>
                  <a:lnTo>
                    <a:pt x="1205" y="3362"/>
                  </a:lnTo>
                  <a:lnTo>
                    <a:pt x="1780" y="3362"/>
                  </a:lnTo>
                  <a:lnTo>
                    <a:pt x="1780" y="2666"/>
                  </a:lnTo>
                  <a:lnTo>
                    <a:pt x="2201" y="2666"/>
                  </a:lnTo>
                  <a:lnTo>
                    <a:pt x="2201" y="1803"/>
                  </a:lnTo>
                  <a:lnTo>
                    <a:pt x="3284" y="1803"/>
                  </a:lnTo>
                  <a:lnTo>
                    <a:pt x="3284" y="2666"/>
                  </a:lnTo>
                  <a:lnTo>
                    <a:pt x="3704" y="2666"/>
                  </a:lnTo>
                  <a:lnTo>
                    <a:pt x="3704" y="3362"/>
                  </a:lnTo>
                  <a:lnTo>
                    <a:pt x="4279" y="3362"/>
                  </a:lnTo>
                  <a:lnTo>
                    <a:pt x="4279" y="4247"/>
                  </a:lnTo>
                  <a:cubicBezTo>
                    <a:pt x="4976" y="4258"/>
                    <a:pt x="5485" y="4313"/>
                    <a:pt x="5485" y="4369"/>
                  </a:cubicBezTo>
                  <a:lnTo>
                    <a:pt x="5485" y="4601"/>
                  </a:lnTo>
                  <a:lnTo>
                    <a:pt x="5485" y="4601"/>
                  </a:lnTo>
                  <a:lnTo>
                    <a:pt x="5485" y="4745"/>
                  </a:lnTo>
                  <a:lnTo>
                    <a:pt x="5485" y="4745"/>
                  </a:lnTo>
                  <a:lnTo>
                    <a:pt x="5485" y="5021"/>
                  </a:lnTo>
                  <a:lnTo>
                    <a:pt x="5485" y="5021"/>
                  </a:lnTo>
                  <a:lnTo>
                    <a:pt x="5485" y="5176"/>
                  </a:lnTo>
                  <a:lnTo>
                    <a:pt x="5485" y="5176"/>
                  </a:lnTo>
                  <a:lnTo>
                    <a:pt x="5485" y="5452"/>
                  </a:lnTo>
                  <a:lnTo>
                    <a:pt x="5485" y="5441"/>
                  </a:lnTo>
                  <a:lnTo>
                    <a:pt x="5485" y="5596"/>
                  </a:lnTo>
                  <a:lnTo>
                    <a:pt x="5485" y="5596"/>
                  </a:lnTo>
                  <a:lnTo>
                    <a:pt x="5485" y="5872"/>
                  </a:lnTo>
                  <a:lnTo>
                    <a:pt x="5485" y="5861"/>
                  </a:lnTo>
                  <a:lnTo>
                    <a:pt x="5485" y="6005"/>
                  </a:lnTo>
                  <a:lnTo>
                    <a:pt x="5485" y="6282"/>
                  </a:lnTo>
                  <a:lnTo>
                    <a:pt x="5485" y="6282"/>
                  </a:lnTo>
                  <a:lnTo>
                    <a:pt x="5485" y="6436"/>
                  </a:lnTo>
                  <a:lnTo>
                    <a:pt x="5485" y="6436"/>
                  </a:lnTo>
                  <a:lnTo>
                    <a:pt x="5485" y="6713"/>
                  </a:lnTo>
                  <a:lnTo>
                    <a:pt x="5485" y="6713"/>
                  </a:lnTo>
                  <a:lnTo>
                    <a:pt x="5485" y="6890"/>
                  </a:lnTo>
                  <a:lnTo>
                    <a:pt x="5485" y="6890"/>
                  </a:lnTo>
                  <a:lnTo>
                    <a:pt x="5485" y="7166"/>
                  </a:lnTo>
                  <a:lnTo>
                    <a:pt x="5485" y="7155"/>
                  </a:lnTo>
                  <a:lnTo>
                    <a:pt x="5485" y="7299"/>
                  </a:lnTo>
                  <a:lnTo>
                    <a:pt x="5485" y="7575"/>
                  </a:lnTo>
                  <a:lnTo>
                    <a:pt x="5485" y="7575"/>
                  </a:lnTo>
                  <a:lnTo>
                    <a:pt x="5485" y="7730"/>
                  </a:lnTo>
                  <a:lnTo>
                    <a:pt x="5485" y="7730"/>
                  </a:lnTo>
                  <a:lnTo>
                    <a:pt x="5485" y="7951"/>
                  </a:lnTo>
                  <a:lnTo>
                    <a:pt x="5927" y="7951"/>
                  </a:lnTo>
                  <a:lnTo>
                    <a:pt x="5927" y="3263"/>
                  </a:lnTo>
                  <a:lnTo>
                    <a:pt x="6513" y="3263"/>
                  </a:lnTo>
                  <a:lnTo>
                    <a:pt x="6513" y="885"/>
                  </a:lnTo>
                  <a:lnTo>
                    <a:pt x="7055" y="885"/>
                  </a:lnTo>
                  <a:lnTo>
                    <a:pt x="7055" y="1"/>
                  </a:lnTo>
                  <a:lnTo>
                    <a:pt x="7928" y="1"/>
                  </a:lnTo>
                  <a:lnTo>
                    <a:pt x="7928" y="885"/>
                  </a:lnTo>
                  <a:lnTo>
                    <a:pt x="8470" y="885"/>
                  </a:lnTo>
                  <a:lnTo>
                    <a:pt x="8470" y="3263"/>
                  </a:lnTo>
                  <a:lnTo>
                    <a:pt x="9056" y="3263"/>
                  </a:lnTo>
                  <a:lnTo>
                    <a:pt x="9056" y="3373"/>
                  </a:lnTo>
                  <a:lnTo>
                    <a:pt x="9211" y="3373"/>
                  </a:lnTo>
                  <a:lnTo>
                    <a:pt x="9211" y="3517"/>
                  </a:lnTo>
                  <a:lnTo>
                    <a:pt x="9056" y="3517"/>
                  </a:lnTo>
                  <a:lnTo>
                    <a:pt x="9056" y="3738"/>
                  </a:lnTo>
                  <a:lnTo>
                    <a:pt x="9211" y="3738"/>
                  </a:lnTo>
                  <a:lnTo>
                    <a:pt x="9211" y="3882"/>
                  </a:lnTo>
                  <a:lnTo>
                    <a:pt x="9056" y="3882"/>
                  </a:lnTo>
                  <a:lnTo>
                    <a:pt x="9056" y="4103"/>
                  </a:lnTo>
                  <a:lnTo>
                    <a:pt x="9211" y="4103"/>
                  </a:lnTo>
                  <a:lnTo>
                    <a:pt x="9211" y="4247"/>
                  </a:lnTo>
                  <a:lnTo>
                    <a:pt x="9056" y="4247"/>
                  </a:lnTo>
                  <a:lnTo>
                    <a:pt x="9056" y="4468"/>
                  </a:lnTo>
                  <a:lnTo>
                    <a:pt x="9211" y="4468"/>
                  </a:lnTo>
                  <a:lnTo>
                    <a:pt x="9211" y="4612"/>
                  </a:lnTo>
                  <a:lnTo>
                    <a:pt x="9056" y="4612"/>
                  </a:lnTo>
                  <a:lnTo>
                    <a:pt x="9056" y="4833"/>
                  </a:lnTo>
                  <a:lnTo>
                    <a:pt x="9211" y="4833"/>
                  </a:lnTo>
                  <a:lnTo>
                    <a:pt x="9211" y="4977"/>
                  </a:lnTo>
                  <a:lnTo>
                    <a:pt x="9056" y="4977"/>
                  </a:lnTo>
                  <a:lnTo>
                    <a:pt x="9056" y="5198"/>
                  </a:lnTo>
                  <a:lnTo>
                    <a:pt x="9211" y="5198"/>
                  </a:lnTo>
                  <a:lnTo>
                    <a:pt x="9211" y="5342"/>
                  </a:lnTo>
                  <a:lnTo>
                    <a:pt x="9056" y="5342"/>
                  </a:lnTo>
                  <a:lnTo>
                    <a:pt x="9056" y="5563"/>
                  </a:lnTo>
                  <a:lnTo>
                    <a:pt x="9211" y="5563"/>
                  </a:lnTo>
                  <a:lnTo>
                    <a:pt x="9211" y="5707"/>
                  </a:lnTo>
                  <a:lnTo>
                    <a:pt x="9056" y="5707"/>
                  </a:lnTo>
                  <a:lnTo>
                    <a:pt x="9056" y="5928"/>
                  </a:lnTo>
                  <a:lnTo>
                    <a:pt x="9211" y="5928"/>
                  </a:lnTo>
                  <a:lnTo>
                    <a:pt x="9211" y="6071"/>
                  </a:lnTo>
                  <a:lnTo>
                    <a:pt x="9056" y="6071"/>
                  </a:lnTo>
                  <a:lnTo>
                    <a:pt x="9056" y="6293"/>
                  </a:lnTo>
                  <a:lnTo>
                    <a:pt x="9211" y="6293"/>
                  </a:lnTo>
                  <a:lnTo>
                    <a:pt x="9211" y="6436"/>
                  </a:lnTo>
                  <a:lnTo>
                    <a:pt x="9056" y="6436"/>
                  </a:lnTo>
                  <a:lnTo>
                    <a:pt x="9056" y="6657"/>
                  </a:lnTo>
                  <a:lnTo>
                    <a:pt x="9211" y="6657"/>
                  </a:lnTo>
                  <a:lnTo>
                    <a:pt x="9211" y="6801"/>
                  </a:lnTo>
                  <a:lnTo>
                    <a:pt x="9056" y="6801"/>
                  </a:lnTo>
                  <a:lnTo>
                    <a:pt x="9056" y="7022"/>
                  </a:lnTo>
                  <a:lnTo>
                    <a:pt x="9211" y="7022"/>
                  </a:lnTo>
                  <a:lnTo>
                    <a:pt x="9211" y="7166"/>
                  </a:lnTo>
                  <a:lnTo>
                    <a:pt x="9056" y="7166"/>
                  </a:lnTo>
                  <a:lnTo>
                    <a:pt x="9056" y="7376"/>
                  </a:lnTo>
                  <a:lnTo>
                    <a:pt x="9211" y="7376"/>
                  </a:lnTo>
                  <a:lnTo>
                    <a:pt x="9211" y="7531"/>
                  </a:lnTo>
                  <a:lnTo>
                    <a:pt x="9056" y="7531"/>
                  </a:lnTo>
                  <a:lnTo>
                    <a:pt x="9056" y="7608"/>
                  </a:lnTo>
                  <a:lnTo>
                    <a:pt x="9576" y="7608"/>
                  </a:lnTo>
                  <a:lnTo>
                    <a:pt x="9576" y="10494"/>
                  </a:lnTo>
                  <a:lnTo>
                    <a:pt x="288" y="10494"/>
                  </a:lnTo>
                  <a:cubicBezTo>
                    <a:pt x="144" y="10494"/>
                    <a:pt x="11" y="10329"/>
                    <a:pt x="11" y="1013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1"/>
            <p:cNvSpPr/>
            <p:nvPr/>
          </p:nvSpPr>
          <p:spPr>
            <a:xfrm>
              <a:off x="2477366" y="2056267"/>
              <a:ext cx="7425000" cy="6039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4" name="Google Shape;254;p11"/>
          <p:cNvSpPr txBox="1">
            <a:spLocks noGrp="1"/>
          </p:cNvSpPr>
          <p:nvPr>
            <p:ph type="title" hasCustomPrompt="1"/>
          </p:nvPr>
        </p:nvSpPr>
        <p:spPr>
          <a:xfrm>
            <a:off x="1987500" y="780525"/>
            <a:ext cx="5169000" cy="1155900"/>
          </a:xfrm>
          <a:prstGeom prst="rect">
            <a:avLst/>
          </a:prstGeom>
          <a:solidFill>
            <a:schemeClr val="accent4"/>
          </a:solidFill>
        </p:spPr>
        <p:txBody>
          <a:bodyPr spcFirstLastPara="1" wrap="square" lIns="91425" tIns="91425" rIns="91425" bIns="91425" anchor="ctr" anchorCtr="0">
            <a:noAutofit/>
          </a:bodyPr>
          <a:lstStyle>
            <a:lvl1pPr lvl="0" algn="ctr">
              <a:spcBef>
                <a:spcPts val="0"/>
              </a:spcBef>
              <a:spcAft>
                <a:spcPts val="0"/>
              </a:spcAft>
              <a:buSzPts val="9600"/>
              <a:buNone/>
              <a:defRPr sz="6000">
                <a:solidFill>
                  <a:schemeClr val="l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255" name="Google Shape;255;p11"/>
          <p:cNvSpPr txBox="1">
            <a:spLocks noGrp="1"/>
          </p:cNvSpPr>
          <p:nvPr>
            <p:ph type="subTitle" idx="1"/>
          </p:nvPr>
        </p:nvSpPr>
        <p:spPr>
          <a:xfrm>
            <a:off x="1987500" y="2051800"/>
            <a:ext cx="5169000" cy="374400"/>
          </a:xfrm>
          <a:prstGeom prst="rect">
            <a:avLst/>
          </a:prstGeom>
          <a:solidFill>
            <a:srgbClr val="FFFFFF">
              <a:alpha val="54720"/>
            </a:srgbClr>
          </a:solid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256" name="Google Shape;256;p11"/>
          <p:cNvSpPr/>
          <p:nvPr/>
        </p:nvSpPr>
        <p:spPr>
          <a:xfrm>
            <a:off x="-122625" y="4604000"/>
            <a:ext cx="9297600" cy="566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1"/>
          <p:cNvSpPr/>
          <p:nvPr/>
        </p:nvSpPr>
        <p:spPr>
          <a:xfrm flipH="1">
            <a:off x="7392795" y="4172398"/>
            <a:ext cx="1557131" cy="431601"/>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8" name="Google Shape;258;p11"/>
          <p:cNvGrpSpPr/>
          <p:nvPr/>
        </p:nvGrpSpPr>
        <p:grpSpPr>
          <a:xfrm>
            <a:off x="-348513" y="2353197"/>
            <a:ext cx="1260316" cy="2254849"/>
            <a:chOff x="-3882175" y="2494675"/>
            <a:chExt cx="1407074" cy="2517416"/>
          </a:xfrm>
        </p:grpSpPr>
        <p:sp>
          <p:nvSpPr>
            <p:cNvPr id="259" name="Google Shape;259;p11"/>
            <p:cNvSpPr/>
            <p:nvPr/>
          </p:nvSpPr>
          <p:spPr>
            <a:xfrm>
              <a:off x="-3197920" y="4233031"/>
              <a:ext cx="115694" cy="779059"/>
            </a:xfrm>
            <a:custGeom>
              <a:avLst/>
              <a:gdLst/>
              <a:ahLst/>
              <a:cxnLst/>
              <a:rect l="l" t="t" r="r" b="b"/>
              <a:pathLst>
                <a:path w="432" h="2909" extrusionOk="0">
                  <a:moveTo>
                    <a:pt x="431" y="2908"/>
                  </a:moveTo>
                  <a:lnTo>
                    <a:pt x="0" y="2908"/>
                  </a:lnTo>
                  <a:lnTo>
                    <a:pt x="78" y="0"/>
                  </a:lnTo>
                  <a:lnTo>
                    <a:pt x="3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1"/>
            <p:cNvSpPr/>
            <p:nvPr/>
          </p:nvSpPr>
          <p:spPr>
            <a:xfrm>
              <a:off x="-3129896" y="4233031"/>
              <a:ext cx="56508" cy="779059"/>
            </a:xfrm>
            <a:custGeom>
              <a:avLst/>
              <a:gdLst/>
              <a:ahLst/>
              <a:cxnLst/>
              <a:rect l="l" t="t" r="r" b="b"/>
              <a:pathLst>
                <a:path w="211" h="2909" extrusionOk="0">
                  <a:moveTo>
                    <a:pt x="211" y="2908"/>
                  </a:moveTo>
                  <a:lnTo>
                    <a:pt x="1" y="2908"/>
                  </a:lnTo>
                  <a:lnTo>
                    <a:pt x="1" y="0"/>
                  </a:lnTo>
                  <a:lnTo>
                    <a:pt x="1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1"/>
            <p:cNvSpPr/>
            <p:nvPr/>
          </p:nvSpPr>
          <p:spPr>
            <a:xfrm>
              <a:off x="-3103115" y="4194467"/>
              <a:ext cx="189609" cy="364489"/>
            </a:xfrm>
            <a:custGeom>
              <a:avLst/>
              <a:gdLst/>
              <a:ahLst/>
              <a:cxnLst/>
              <a:rect l="l" t="t" r="r" b="b"/>
              <a:pathLst>
                <a:path w="708" h="1361" extrusionOk="0">
                  <a:moveTo>
                    <a:pt x="22" y="1360"/>
                  </a:moveTo>
                  <a:lnTo>
                    <a:pt x="0" y="1294"/>
                  </a:lnTo>
                  <a:cubicBezTo>
                    <a:pt x="464" y="1062"/>
                    <a:pt x="630" y="476"/>
                    <a:pt x="354" y="45"/>
                  </a:cubicBezTo>
                  <a:lnTo>
                    <a:pt x="409" y="0"/>
                  </a:lnTo>
                  <a:cubicBezTo>
                    <a:pt x="708" y="476"/>
                    <a:pt x="531" y="1117"/>
                    <a:pt x="22" y="13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1"/>
            <p:cNvSpPr/>
            <p:nvPr/>
          </p:nvSpPr>
          <p:spPr>
            <a:xfrm>
              <a:off x="-3369854" y="4158848"/>
              <a:ext cx="207553" cy="376273"/>
            </a:xfrm>
            <a:custGeom>
              <a:avLst/>
              <a:gdLst/>
              <a:ahLst/>
              <a:cxnLst/>
              <a:rect l="l" t="t" r="r" b="b"/>
              <a:pathLst>
                <a:path w="775" h="1405" extrusionOk="0">
                  <a:moveTo>
                    <a:pt x="709" y="1405"/>
                  </a:moveTo>
                  <a:cubicBezTo>
                    <a:pt x="189" y="1151"/>
                    <a:pt x="1" y="487"/>
                    <a:pt x="322" y="1"/>
                  </a:cubicBezTo>
                  <a:lnTo>
                    <a:pt x="432" y="78"/>
                  </a:lnTo>
                  <a:cubicBezTo>
                    <a:pt x="167" y="498"/>
                    <a:pt x="322" y="1062"/>
                    <a:pt x="775" y="1283"/>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1"/>
            <p:cNvSpPr/>
            <p:nvPr/>
          </p:nvSpPr>
          <p:spPr>
            <a:xfrm>
              <a:off x="-3882175" y="2497621"/>
              <a:ext cx="1407074" cy="2055442"/>
            </a:xfrm>
            <a:custGeom>
              <a:avLst/>
              <a:gdLst/>
              <a:ahLst/>
              <a:cxnLst/>
              <a:rect l="l" t="t" r="r" b="b"/>
              <a:pathLst>
                <a:path w="5254" h="7675" extrusionOk="0">
                  <a:moveTo>
                    <a:pt x="4988" y="3340"/>
                  </a:moveTo>
                  <a:cubicBezTo>
                    <a:pt x="4966" y="3196"/>
                    <a:pt x="4922" y="3052"/>
                    <a:pt x="4844" y="2920"/>
                  </a:cubicBezTo>
                  <a:cubicBezTo>
                    <a:pt x="4944" y="2787"/>
                    <a:pt x="4988" y="2632"/>
                    <a:pt x="4988" y="2466"/>
                  </a:cubicBezTo>
                  <a:cubicBezTo>
                    <a:pt x="4988" y="2079"/>
                    <a:pt x="4700" y="1747"/>
                    <a:pt x="4313" y="1681"/>
                  </a:cubicBezTo>
                  <a:cubicBezTo>
                    <a:pt x="4523" y="1294"/>
                    <a:pt x="4313" y="830"/>
                    <a:pt x="3904" y="708"/>
                  </a:cubicBezTo>
                  <a:cubicBezTo>
                    <a:pt x="3783" y="299"/>
                    <a:pt x="3451" y="0"/>
                    <a:pt x="3053" y="0"/>
                  </a:cubicBezTo>
                  <a:cubicBezTo>
                    <a:pt x="2688" y="11"/>
                    <a:pt x="2367" y="255"/>
                    <a:pt x="2257" y="609"/>
                  </a:cubicBezTo>
                  <a:cubicBezTo>
                    <a:pt x="2124" y="531"/>
                    <a:pt x="1980" y="498"/>
                    <a:pt x="1836" y="498"/>
                  </a:cubicBezTo>
                  <a:cubicBezTo>
                    <a:pt x="1317" y="509"/>
                    <a:pt x="908" y="940"/>
                    <a:pt x="919" y="1460"/>
                  </a:cubicBezTo>
                  <a:cubicBezTo>
                    <a:pt x="919" y="1626"/>
                    <a:pt x="952" y="1781"/>
                    <a:pt x="1029" y="1924"/>
                  </a:cubicBezTo>
                  <a:cubicBezTo>
                    <a:pt x="852" y="2035"/>
                    <a:pt x="698" y="2179"/>
                    <a:pt x="565" y="2356"/>
                  </a:cubicBezTo>
                  <a:cubicBezTo>
                    <a:pt x="543" y="2389"/>
                    <a:pt x="532" y="2422"/>
                    <a:pt x="510" y="2455"/>
                  </a:cubicBezTo>
                  <a:lnTo>
                    <a:pt x="498" y="2477"/>
                  </a:lnTo>
                  <a:cubicBezTo>
                    <a:pt x="476" y="2499"/>
                    <a:pt x="465" y="2522"/>
                    <a:pt x="454" y="2544"/>
                  </a:cubicBezTo>
                  <a:lnTo>
                    <a:pt x="443" y="2555"/>
                  </a:lnTo>
                  <a:lnTo>
                    <a:pt x="443" y="2577"/>
                  </a:lnTo>
                  <a:lnTo>
                    <a:pt x="432" y="2599"/>
                  </a:lnTo>
                  <a:lnTo>
                    <a:pt x="432" y="2599"/>
                  </a:lnTo>
                  <a:lnTo>
                    <a:pt x="432" y="2621"/>
                  </a:lnTo>
                  <a:lnTo>
                    <a:pt x="421" y="2643"/>
                  </a:lnTo>
                  <a:lnTo>
                    <a:pt x="410" y="2665"/>
                  </a:lnTo>
                  <a:lnTo>
                    <a:pt x="410" y="2665"/>
                  </a:lnTo>
                  <a:cubicBezTo>
                    <a:pt x="410" y="2676"/>
                    <a:pt x="399" y="2687"/>
                    <a:pt x="399" y="2687"/>
                  </a:cubicBezTo>
                  <a:lnTo>
                    <a:pt x="388" y="2709"/>
                  </a:lnTo>
                  <a:lnTo>
                    <a:pt x="388" y="2721"/>
                  </a:lnTo>
                  <a:lnTo>
                    <a:pt x="377" y="2776"/>
                  </a:lnTo>
                  <a:cubicBezTo>
                    <a:pt x="377" y="2787"/>
                    <a:pt x="366" y="2809"/>
                    <a:pt x="355" y="2820"/>
                  </a:cubicBezTo>
                  <a:lnTo>
                    <a:pt x="355" y="2820"/>
                  </a:lnTo>
                  <a:cubicBezTo>
                    <a:pt x="355" y="2842"/>
                    <a:pt x="355" y="2853"/>
                    <a:pt x="344" y="2875"/>
                  </a:cubicBezTo>
                  <a:cubicBezTo>
                    <a:pt x="344" y="2886"/>
                    <a:pt x="344" y="2897"/>
                    <a:pt x="344" y="2897"/>
                  </a:cubicBezTo>
                  <a:lnTo>
                    <a:pt x="344" y="2931"/>
                  </a:lnTo>
                  <a:cubicBezTo>
                    <a:pt x="277" y="3240"/>
                    <a:pt x="311" y="3550"/>
                    <a:pt x="432" y="3837"/>
                  </a:cubicBezTo>
                  <a:cubicBezTo>
                    <a:pt x="156" y="4158"/>
                    <a:pt x="1" y="4567"/>
                    <a:pt x="1" y="4998"/>
                  </a:cubicBezTo>
                  <a:cubicBezTo>
                    <a:pt x="1" y="5009"/>
                    <a:pt x="1" y="5021"/>
                    <a:pt x="1" y="5032"/>
                  </a:cubicBezTo>
                  <a:cubicBezTo>
                    <a:pt x="1" y="5054"/>
                    <a:pt x="1" y="5065"/>
                    <a:pt x="1" y="5076"/>
                  </a:cubicBezTo>
                  <a:lnTo>
                    <a:pt x="1" y="5087"/>
                  </a:lnTo>
                  <a:lnTo>
                    <a:pt x="1" y="5120"/>
                  </a:lnTo>
                  <a:lnTo>
                    <a:pt x="1" y="5131"/>
                  </a:lnTo>
                  <a:cubicBezTo>
                    <a:pt x="1" y="5142"/>
                    <a:pt x="1" y="5153"/>
                    <a:pt x="1" y="5164"/>
                  </a:cubicBezTo>
                  <a:lnTo>
                    <a:pt x="1" y="5175"/>
                  </a:lnTo>
                  <a:lnTo>
                    <a:pt x="1" y="5208"/>
                  </a:lnTo>
                  <a:lnTo>
                    <a:pt x="1" y="5208"/>
                  </a:lnTo>
                  <a:cubicBezTo>
                    <a:pt x="1" y="5220"/>
                    <a:pt x="1" y="5231"/>
                    <a:pt x="1" y="5242"/>
                  </a:cubicBezTo>
                  <a:lnTo>
                    <a:pt x="1" y="5253"/>
                  </a:lnTo>
                  <a:lnTo>
                    <a:pt x="1" y="5286"/>
                  </a:lnTo>
                  <a:lnTo>
                    <a:pt x="1" y="5297"/>
                  </a:lnTo>
                  <a:lnTo>
                    <a:pt x="1" y="5319"/>
                  </a:lnTo>
                  <a:lnTo>
                    <a:pt x="1" y="5341"/>
                  </a:lnTo>
                  <a:cubicBezTo>
                    <a:pt x="1" y="5352"/>
                    <a:pt x="1" y="5363"/>
                    <a:pt x="1" y="5363"/>
                  </a:cubicBezTo>
                  <a:cubicBezTo>
                    <a:pt x="1" y="5374"/>
                    <a:pt x="12" y="5396"/>
                    <a:pt x="12" y="5408"/>
                  </a:cubicBezTo>
                  <a:lnTo>
                    <a:pt x="12" y="5419"/>
                  </a:lnTo>
                  <a:lnTo>
                    <a:pt x="23" y="5441"/>
                  </a:lnTo>
                  <a:lnTo>
                    <a:pt x="23" y="5463"/>
                  </a:lnTo>
                  <a:lnTo>
                    <a:pt x="23" y="5485"/>
                  </a:lnTo>
                  <a:lnTo>
                    <a:pt x="23" y="5496"/>
                  </a:lnTo>
                  <a:lnTo>
                    <a:pt x="23" y="5518"/>
                  </a:lnTo>
                  <a:lnTo>
                    <a:pt x="23" y="5540"/>
                  </a:lnTo>
                  <a:cubicBezTo>
                    <a:pt x="23" y="5540"/>
                    <a:pt x="23" y="5551"/>
                    <a:pt x="23" y="5562"/>
                  </a:cubicBezTo>
                  <a:lnTo>
                    <a:pt x="23" y="5573"/>
                  </a:lnTo>
                  <a:lnTo>
                    <a:pt x="34" y="5596"/>
                  </a:lnTo>
                  <a:lnTo>
                    <a:pt x="34" y="5618"/>
                  </a:lnTo>
                  <a:lnTo>
                    <a:pt x="34" y="5629"/>
                  </a:lnTo>
                  <a:cubicBezTo>
                    <a:pt x="34" y="5640"/>
                    <a:pt x="45" y="5651"/>
                    <a:pt x="45" y="5662"/>
                  </a:cubicBezTo>
                  <a:lnTo>
                    <a:pt x="45" y="5673"/>
                  </a:lnTo>
                  <a:lnTo>
                    <a:pt x="56" y="5695"/>
                  </a:lnTo>
                  <a:lnTo>
                    <a:pt x="56" y="5706"/>
                  </a:lnTo>
                  <a:lnTo>
                    <a:pt x="56" y="5728"/>
                  </a:lnTo>
                  <a:lnTo>
                    <a:pt x="78" y="5750"/>
                  </a:lnTo>
                  <a:lnTo>
                    <a:pt x="78" y="5761"/>
                  </a:lnTo>
                  <a:lnTo>
                    <a:pt x="78" y="5772"/>
                  </a:lnTo>
                  <a:cubicBezTo>
                    <a:pt x="78" y="5783"/>
                    <a:pt x="89" y="5795"/>
                    <a:pt x="89" y="5806"/>
                  </a:cubicBezTo>
                  <a:lnTo>
                    <a:pt x="134" y="5883"/>
                  </a:lnTo>
                  <a:cubicBezTo>
                    <a:pt x="421" y="6381"/>
                    <a:pt x="919" y="6701"/>
                    <a:pt x="1472" y="6779"/>
                  </a:cubicBezTo>
                  <a:cubicBezTo>
                    <a:pt x="3241" y="7674"/>
                    <a:pt x="5253" y="6093"/>
                    <a:pt x="4789" y="4158"/>
                  </a:cubicBezTo>
                  <a:cubicBezTo>
                    <a:pt x="4944" y="3915"/>
                    <a:pt x="5021" y="3627"/>
                    <a:pt x="4988" y="334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1"/>
            <p:cNvSpPr/>
            <p:nvPr/>
          </p:nvSpPr>
          <p:spPr>
            <a:xfrm>
              <a:off x="-3882175" y="2494675"/>
              <a:ext cx="1335836" cy="1617037"/>
            </a:xfrm>
            <a:custGeom>
              <a:avLst/>
              <a:gdLst/>
              <a:ahLst/>
              <a:cxnLst/>
              <a:rect l="l" t="t" r="r" b="b"/>
              <a:pathLst>
                <a:path w="4988" h="6038" extrusionOk="0">
                  <a:moveTo>
                    <a:pt x="4933" y="3130"/>
                  </a:moveTo>
                  <a:cubicBezTo>
                    <a:pt x="4910" y="3063"/>
                    <a:pt x="4877" y="2997"/>
                    <a:pt x="4844" y="2931"/>
                  </a:cubicBezTo>
                  <a:cubicBezTo>
                    <a:pt x="4944" y="2798"/>
                    <a:pt x="4988" y="2643"/>
                    <a:pt x="4988" y="2477"/>
                  </a:cubicBezTo>
                  <a:cubicBezTo>
                    <a:pt x="4988" y="2090"/>
                    <a:pt x="4700" y="1758"/>
                    <a:pt x="4313" y="1692"/>
                  </a:cubicBezTo>
                  <a:cubicBezTo>
                    <a:pt x="4523" y="1305"/>
                    <a:pt x="4313" y="841"/>
                    <a:pt x="3904" y="719"/>
                  </a:cubicBezTo>
                  <a:cubicBezTo>
                    <a:pt x="3783" y="310"/>
                    <a:pt x="3451" y="0"/>
                    <a:pt x="3053" y="0"/>
                  </a:cubicBezTo>
                  <a:cubicBezTo>
                    <a:pt x="2688" y="22"/>
                    <a:pt x="2367" y="266"/>
                    <a:pt x="2257" y="609"/>
                  </a:cubicBezTo>
                  <a:cubicBezTo>
                    <a:pt x="2124" y="542"/>
                    <a:pt x="1980" y="509"/>
                    <a:pt x="1836" y="498"/>
                  </a:cubicBezTo>
                  <a:cubicBezTo>
                    <a:pt x="1317" y="520"/>
                    <a:pt x="908" y="951"/>
                    <a:pt x="919" y="1471"/>
                  </a:cubicBezTo>
                  <a:cubicBezTo>
                    <a:pt x="919" y="1637"/>
                    <a:pt x="952" y="1792"/>
                    <a:pt x="1029" y="1935"/>
                  </a:cubicBezTo>
                  <a:cubicBezTo>
                    <a:pt x="852" y="2046"/>
                    <a:pt x="698" y="2190"/>
                    <a:pt x="565" y="2367"/>
                  </a:cubicBezTo>
                  <a:cubicBezTo>
                    <a:pt x="543" y="2400"/>
                    <a:pt x="532" y="2433"/>
                    <a:pt x="510" y="2455"/>
                  </a:cubicBezTo>
                  <a:lnTo>
                    <a:pt x="498" y="2477"/>
                  </a:lnTo>
                  <a:cubicBezTo>
                    <a:pt x="476" y="2510"/>
                    <a:pt x="465" y="2533"/>
                    <a:pt x="454" y="2555"/>
                  </a:cubicBezTo>
                  <a:lnTo>
                    <a:pt x="443" y="2566"/>
                  </a:lnTo>
                  <a:lnTo>
                    <a:pt x="443" y="2588"/>
                  </a:lnTo>
                  <a:lnTo>
                    <a:pt x="432" y="2599"/>
                  </a:lnTo>
                  <a:lnTo>
                    <a:pt x="432" y="2610"/>
                  </a:lnTo>
                  <a:lnTo>
                    <a:pt x="432" y="2632"/>
                  </a:lnTo>
                  <a:lnTo>
                    <a:pt x="421" y="2643"/>
                  </a:lnTo>
                  <a:lnTo>
                    <a:pt x="410" y="2665"/>
                  </a:lnTo>
                  <a:lnTo>
                    <a:pt x="410" y="2676"/>
                  </a:lnTo>
                  <a:cubicBezTo>
                    <a:pt x="410" y="2687"/>
                    <a:pt x="399" y="2698"/>
                    <a:pt x="399" y="2698"/>
                  </a:cubicBezTo>
                  <a:lnTo>
                    <a:pt x="388" y="2720"/>
                  </a:lnTo>
                  <a:lnTo>
                    <a:pt x="388" y="2732"/>
                  </a:lnTo>
                  <a:lnTo>
                    <a:pt x="377" y="2776"/>
                  </a:lnTo>
                  <a:cubicBezTo>
                    <a:pt x="377" y="2798"/>
                    <a:pt x="366" y="2820"/>
                    <a:pt x="355" y="2831"/>
                  </a:cubicBezTo>
                  <a:lnTo>
                    <a:pt x="355" y="2831"/>
                  </a:lnTo>
                  <a:cubicBezTo>
                    <a:pt x="355" y="2853"/>
                    <a:pt x="355" y="2864"/>
                    <a:pt x="344" y="2886"/>
                  </a:cubicBezTo>
                  <a:cubicBezTo>
                    <a:pt x="344" y="2897"/>
                    <a:pt x="344" y="2897"/>
                    <a:pt x="344" y="2908"/>
                  </a:cubicBezTo>
                  <a:lnTo>
                    <a:pt x="344" y="2942"/>
                  </a:lnTo>
                  <a:cubicBezTo>
                    <a:pt x="277" y="3240"/>
                    <a:pt x="311" y="3561"/>
                    <a:pt x="432" y="3848"/>
                  </a:cubicBezTo>
                  <a:cubicBezTo>
                    <a:pt x="156" y="4169"/>
                    <a:pt x="1" y="4578"/>
                    <a:pt x="1" y="5009"/>
                  </a:cubicBezTo>
                  <a:cubicBezTo>
                    <a:pt x="1" y="5020"/>
                    <a:pt x="1" y="5032"/>
                    <a:pt x="1" y="5043"/>
                  </a:cubicBezTo>
                  <a:cubicBezTo>
                    <a:pt x="1" y="5054"/>
                    <a:pt x="1" y="5076"/>
                    <a:pt x="1" y="5087"/>
                  </a:cubicBezTo>
                  <a:lnTo>
                    <a:pt x="1" y="5098"/>
                  </a:lnTo>
                  <a:lnTo>
                    <a:pt x="1" y="5131"/>
                  </a:lnTo>
                  <a:lnTo>
                    <a:pt x="1" y="5142"/>
                  </a:lnTo>
                  <a:cubicBezTo>
                    <a:pt x="1" y="5153"/>
                    <a:pt x="1" y="5164"/>
                    <a:pt x="1" y="5164"/>
                  </a:cubicBezTo>
                  <a:lnTo>
                    <a:pt x="1" y="5175"/>
                  </a:lnTo>
                  <a:lnTo>
                    <a:pt x="1" y="5208"/>
                  </a:lnTo>
                  <a:lnTo>
                    <a:pt x="1" y="5219"/>
                  </a:lnTo>
                  <a:cubicBezTo>
                    <a:pt x="1" y="5231"/>
                    <a:pt x="1" y="5242"/>
                    <a:pt x="1" y="5253"/>
                  </a:cubicBezTo>
                  <a:lnTo>
                    <a:pt x="1" y="5264"/>
                  </a:lnTo>
                  <a:lnTo>
                    <a:pt x="1" y="5297"/>
                  </a:lnTo>
                  <a:lnTo>
                    <a:pt x="1" y="5308"/>
                  </a:lnTo>
                  <a:lnTo>
                    <a:pt x="1" y="5330"/>
                  </a:lnTo>
                  <a:lnTo>
                    <a:pt x="1" y="5352"/>
                  </a:lnTo>
                  <a:cubicBezTo>
                    <a:pt x="1" y="5363"/>
                    <a:pt x="1" y="5363"/>
                    <a:pt x="1" y="5374"/>
                  </a:cubicBezTo>
                  <a:cubicBezTo>
                    <a:pt x="1" y="5385"/>
                    <a:pt x="12" y="5396"/>
                    <a:pt x="12" y="5419"/>
                  </a:cubicBezTo>
                  <a:lnTo>
                    <a:pt x="12" y="5430"/>
                  </a:lnTo>
                  <a:lnTo>
                    <a:pt x="23" y="5452"/>
                  </a:lnTo>
                  <a:lnTo>
                    <a:pt x="23" y="5463"/>
                  </a:lnTo>
                  <a:lnTo>
                    <a:pt x="23" y="5496"/>
                  </a:lnTo>
                  <a:lnTo>
                    <a:pt x="23" y="5507"/>
                  </a:lnTo>
                  <a:lnTo>
                    <a:pt x="23" y="5529"/>
                  </a:lnTo>
                  <a:lnTo>
                    <a:pt x="23" y="5540"/>
                  </a:lnTo>
                  <a:cubicBezTo>
                    <a:pt x="23" y="5551"/>
                    <a:pt x="23" y="5562"/>
                    <a:pt x="23" y="5573"/>
                  </a:cubicBezTo>
                  <a:lnTo>
                    <a:pt x="23" y="5584"/>
                  </a:lnTo>
                  <a:lnTo>
                    <a:pt x="34" y="5607"/>
                  </a:lnTo>
                  <a:lnTo>
                    <a:pt x="34" y="5629"/>
                  </a:lnTo>
                  <a:lnTo>
                    <a:pt x="34" y="5640"/>
                  </a:lnTo>
                  <a:cubicBezTo>
                    <a:pt x="34" y="5651"/>
                    <a:pt x="45" y="5662"/>
                    <a:pt x="45" y="5673"/>
                  </a:cubicBezTo>
                  <a:lnTo>
                    <a:pt x="45" y="5673"/>
                  </a:lnTo>
                  <a:lnTo>
                    <a:pt x="56" y="5706"/>
                  </a:lnTo>
                  <a:lnTo>
                    <a:pt x="56" y="5717"/>
                  </a:lnTo>
                  <a:lnTo>
                    <a:pt x="56" y="5728"/>
                  </a:lnTo>
                  <a:lnTo>
                    <a:pt x="78" y="5761"/>
                  </a:lnTo>
                  <a:lnTo>
                    <a:pt x="78" y="5772"/>
                  </a:lnTo>
                  <a:lnTo>
                    <a:pt x="78" y="5783"/>
                  </a:lnTo>
                  <a:cubicBezTo>
                    <a:pt x="78" y="5794"/>
                    <a:pt x="89" y="5806"/>
                    <a:pt x="89" y="5817"/>
                  </a:cubicBezTo>
                  <a:lnTo>
                    <a:pt x="134" y="5894"/>
                  </a:lnTo>
                  <a:cubicBezTo>
                    <a:pt x="167" y="5949"/>
                    <a:pt x="189" y="5994"/>
                    <a:pt x="222" y="6038"/>
                  </a:cubicBezTo>
                  <a:cubicBezTo>
                    <a:pt x="808" y="6027"/>
                    <a:pt x="1383" y="5916"/>
                    <a:pt x="1925" y="5728"/>
                  </a:cubicBezTo>
                  <a:cubicBezTo>
                    <a:pt x="3396" y="5242"/>
                    <a:pt x="4446" y="4257"/>
                    <a:pt x="4933" y="31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1"/>
            <p:cNvSpPr/>
            <p:nvPr/>
          </p:nvSpPr>
          <p:spPr>
            <a:xfrm>
              <a:off x="-3423148" y="2938704"/>
              <a:ext cx="266739" cy="317355"/>
            </a:xfrm>
            <a:custGeom>
              <a:avLst/>
              <a:gdLst/>
              <a:ahLst/>
              <a:cxnLst/>
              <a:rect l="l" t="t" r="r" b="b"/>
              <a:pathLst>
                <a:path w="996" h="1185" extrusionOk="0">
                  <a:moveTo>
                    <a:pt x="753" y="1074"/>
                  </a:moveTo>
                  <a:cubicBezTo>
                    <a:pt x="565" y="1184"/>
                    <a:pt x="288" y="1051"/>
                    <a:pt x="145" y="786"/>
                  </a:cubicBezTo>
                  <a:cubicBezTo>
                    <a:pt x="1" y="521"/>
                    <a:pt x="34" y="222"/>
                    <a:pt x="233" y="112"/>
                  </a:cubicBezTo>
                  <a:cubicBezTo>
                    <a:pt x="432" y="1"/>
                    <a:pt x="709" y="134"/>
                    <a:pt x="852" y="399"/>
                  </a:cubicBezTo>
                  <a:cubicBezTo>
                    <a:pt x="996" y="664"/>
                    <a:pt x="952" y="974"/>
                    <a:pt x="753" y="107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1"/>
            <p:cNvSpPr/>
            <p:nvPr/>
          </p:nvSpPr>
          <p:spPr>
            <a:xfrm>
              <a:off x="-3585977" y="3279359"/>
              <a:ext cx="915375" cy="1069365"/>
            </a:xfrm>
            <a:custGeom>
              <a:avLst/>
              <a:gdLst/>
              <a:ahLst/>
              <a:cxnLst/>
              <a:rect l="l" t="t" r="r" b="b"/>
              <a:pathLst>
                <a:path w="3418" h="3993" extrusionOk="0">
                  <a:moveTo>
                    <a:pt x="1681" y="520"/>
                  </a:moveTo>
                  <a:cubicBezTo>
                    <a:pt x="1648" y="565"/>
                    <a:pt x="1626" y="609"/>
                    <a:pt x="1604" y="664"/>
                  </a:cubicBezTo>
                  <a:cubicBezTo>
                    <a:pt x="1482" y="952"/>
                    <a:pt x="1250" y="1195"/>
                    <a:pt x="963" y="1316"/>
                  </a:cubicBezTo>
                  <a:cubicBezTo>
                    <a:pt x="642" y="1427"/>
                    <a:pt x="388" y="1670"/>
                    <a:pt x="255" y="1980"/>
                  </a:cubicBezTo>
                  <a:cubicBezTo>
                    <a:pt x="1" y="2577"/>
                    <a:pt x="255" y="3285"/>
                    <a:pt x="841" y="3583"/>
                  </a:cubicBezTo>
                  <a:cubicBezTo>
                    <a:pt x="1681" y="3992"/>
                    <a:pt x="2654" y="3351"/>
                    <a:pt x="2621" y="2422"/>
                  </a:cubicBezTo>
                  <a:cubicBezTo>
                    <a:pt x="2599" y="2157"/>
                    <a:pt x="2710" y="1902"/>
                    <a:pt x="2931" y="1737"/>
                  </a:cubicBezTo>
                  <a:cubicBezTo>
                    <a:pt x="3373" y="1416"/>
                    <a:pt x="3417" y="775"/>
                    <a:pt x="3030" y="388"/>
                  </a:cubicBezTo>
                  <a:cubicBezTo>
                    <a:pt x="2643" y="1"/>
                    <a:pt x="1991" y="67"/>
                    <a:pt x="1681" y="52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1"/>
            <p:cNvSpPr/>
            <p:nvPr/>
          </p:nvSpPr>
          <p:spPr>
            <a:xfrm>
              <a:off x="-3553304" y="3217227"/>
              <a:ext cx="870918" cy="859134"/>
            </a:xfrm>
            <a:custGeom>
              <a:avLst/>
              <a:gdLst/>
              <a:ahLst/>
              <a:cxnLst/>
              <a:rect l="l" t="t" r="r" b="b"/>
              <a:pathLst>
                <a:path w="3252" h="3208" extrusionOk="0">
                  <a:moveTo>
                    <a:pt x="1559" y="752"/>
                  </a:moveTo>
                  <a:cubicBezTo>
                    <a:pt x="1526" y="797"/>
                    <a:pt x="1504" y="841"/>
                    <a:pt x="1482" y="896"/>
                  </a:cubicBezTo>
                  <a:cubicBezTo>
                    <a:pt x="1360" y="1184"/>
                    <a:pt x="1128" y="1427"/>
                    <a:pt x="841" y="1548"/>
                  </a:cubicBezTo>
                  <a:cubicBezTo>
                    <a:pt x="520" y="1659"/>
                    <a:pt x="266" y="1902"/>
                    <a:pt x="133" y="2212"/>
                  </a:cubicBezTo>
                  <a:cubicBezTo>
                    <a:pt x="0" y="2533"/>
                    <a:pt x="0" y="2897"/>
                    <a:pt x="144" y="3207"/>
                  </a:cubicBezTo>
                  <a:cubicBezTo>
                    <a:pt x="354" y="3163"/>
                    <a:pt x="564" y="3108"/>
                    <a:pt x="774" y="3030"/>
                  </a:cubicBezTo>
                  <a:cubicBezTo>
                    <a:pt x="1725" y="2709"/>
                    <a:pt x="2555" y="2112"/>
                    <a:pt x="3174" y="1327"/>
                  </a:cubicBezTo>
                  <a:cubicBezTo>
                    <a:pt x="3251" y="421"/>
                    <a:pt x="2079" y="0"/>
                    <a:pt x="1559" y="75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1"/>
            <p:cNvSpPr/>
            <p:nvPr/>
          </p:nvSpPr>
          <p:spPr>
            <a:xfrm>
              <a:off x="-3124004" y="3063236"/>
              <a:ext cx="178094" cy="213445"/>
            </a:xfrm>
            <a:custGeom>
              <a:avLst/>
              <a:gdLst/>
              <a:ahLst/>
              <a:cxnLst/>
              <a:rect l="l" t="t" r="r" b="b"/>
              <a:pathLst>
                <a:path w="665" h="797" extrusionOk="0">
                  <a:moveTo>
                    <a:pt x="542" y="597"/>
                  </a:moveTo>
                  <a:cubicBezTo>
                    <a:pt x="343" y="797"/>
                    <a:pt x="1" y="631"/>
                    <a:pt x="34" y="343"/>
                  </a:cubicBezTo>
                  <a:cubicBezTo>
                    <a:pt x="78" y="67"/>
                    <a:pt x="454" y="0"/>
                    <a:pt x="587" y="244"/>
                  </a:cubicBezTo>
                  <a:cubicBezTo>
                    <a:pt x="664" y="354"/>
                    <a:pt x="642" y="509"/>
                    <a:pt x="542" y="59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1"/>
            <p:cNvSpPr/>
            <p:nvPr/>
          </p:nvSpPr>
          <p:spPr>
            <a:xfrm>
              <a:off x="-3763535" y="3427458"/>
              <a:ext cx="266739" cy="311195"/>
            </a:xfrm>
            <a:custGeom>
              <a:avLst/>
              <a:gdLst/>
              <a:ahLst/>
              <a:cxnLst/>
              <a:rect l="l" t="t" r="r" b="b"/>
              <a:pathLst>
                <a:path w="996" h="1162" extrusionOk="0">
                  <a:moveTo>
                    <a:pt x="752" y="1062"/>
                  </a:moveTo>
                  <a:cubicBezTo>
                    <a:pt x="564" y="1162"/>
                    <a:pt x="288" y="1040"/>
                    <a:pt x="144" y="774"/>
                  </a:cubicBezTo>
                  <a:cubicBezTo>
                    <a:pt x="0" y="509"/>
                    <a:pt x="44" y="211"/>
                    <a:pt x="232" y="100"/>
                  </a:cubicBezTo>
                  <a:cubicBezTo>
                    <a:pt x="431" y="0"/>
                    <a:pt x="708" y="122"/>
                    <a:pt x="852" y="387"/>
                  </a:cubicBezTo>
                  <a:cubicBezTo>
                    <a:pt x="995" y="653"/>
                    <a:pt x="951" y="962"/>
                    <a:pt x="752" y="106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270"/>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BLANK_1_1_1_1_2">
    <p:spTree>
      <p:nvGrpSpPr>
        <p:cNvPr id="1" name="Shape 271"/>
        <p:cNvGrpSpPr/>
        <p:nvPr/>
      </p:nvGrpSpPr>
      <p:grpSpPr>
        <a:xfrm>
          <a:off x="0" y="0"/>
          <a:ext cx="0" cy="0"/>
          <a:chOff x="0" y="0"/>
          <a:chExt cx="0" cy="0"/>
        </a:xfrm>
      </p:grpSpPr>
      <p:sp>
        <p:nvSpPr>
          <p:cNvPr id="272" name="Google Shape;272;p13"/>
          <p:cNvSpPr txBox="1">
            <a:spLocks noGrp="1"/>
          </p:cNvSpPr>
          <p:nvPr>
            <p:ph type="subTitle" idx="1"/>
          </p:nvPr>
        </p:nvSpPr>
        <p:spPr>
          <a:xfrm>
            <a:off x="2243988" y="1839113"/>
            <a:ext cx="2197500" cy="531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3" name="Google Shape;273;p13"/>
          <p:cNvSpPr txBox="1">
            <a:spLocks noGrp="1"/>
          </p:cNvSpPr>
          <p:nvPr>
            <p:ph type="subTitle" idx="2"/>
          </p:nvPr>
        </p:nvSpPr>
        <p:spPr>
          <a:xfrm>
            <a:off x="5586317" y="1839113"/>
            <a:ext cx="2197500" cy="531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4" name="Google Shape;274;p13"/>
          <p:cNvSpPr txBox="1">
            <a:spLocks noGrp="1"/>
          </p:cNvSpPr>
          <p:nvPr>
            <p:ph type="subTitle" idx="3"/>
          </p:nvPr>
        </p:nvSpPr>
        <p:spPr>
          <a:xfrm>
            <a:off x="2243988" y="3464212"/>
            <a:ext cx="2197500" cy="531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5" name="Google Shape;275;p13"/>
          <p:cNvSpPr txBox="1">
            <a:spLocks noGrp="1"/>
          </p:cNvSpPr>
          <p:nvPr>
            <p:ph type="subTitle" idx="4"/>
          </p:nvPr>
        </p:nvSpPr>
        <p:spPr>
          <a:xfrm>
            <a:off x="5586317" y="3464215"/>
            <a:ext cx="2197500" cy="531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6" name="Google Shape;276;p13"/>
          <p:cNvSpPr txBox="1">
            <a:spLocks noGrp="1"/>
          </p:cNvSpPr>
          <p:nvPr>
            <p:ph type="title"/>
          </p:nvPr>
        </p:nvSpPr>
        <p:spPr>
          <a:xfrm>
            <a:off x="720000" y="334125"/>
            <a:ext cx="7704000" cy="683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77" name="Google Shape;277;p13"/>
          <p:cNvSpPr txBox="1">
            <a:spLocks noGrp="1"/>
          </p:cNvSpPr>
          <p:nvPr>
            <p:ph type="title" idx="5" hasCustomPrompt="1"/>
          </p:nvPr>
        </p:nvSpPr>
        <p:spPr>
          <a:xfrm>
            <a:off x="1360187" y="1582162"/>
            <a:ext cx="733500" cy="733500"/>
          </a:xfrm>
          <a:prstGeom prst="rect">
            <a:avLst/>
          </a:prstGeom>
          <a:solidFill>
            <a:schemeClr val="accent4"/>
          </a:solid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78" name="Google Shape;278;p13"/>
          <p:cNvSpPr txBox="1">
            <a:spLocks noGrp="1"/>
          </p:cNvSpPr>
          <p:nvPr>
            <p:ph type="title" idx="6" hasCustomPrompt="1"/>
          </p:nvPr>
        </p:nvSpPr>
        <p:spPr>
          <a:xfrm>
            <a:off x="1360185" y="3207385"/>
            <a:ext cx="731400" cy="731400"/>
          </a:xfrm>
          <a:prstGeom prst="rect">
            <a:avLst/>
          </a:prstGeom>
          <a:solidFill>
            <a:schemeClr val="accent4"/>
          </a:solid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79" name="Google Shape;279;p13"/>
          <p:cNvSpPr txBox="1">
            <a:spLocks noGrp="1"/>
          </p:cNvSpPr>
          <p:nvPr>
            <p:ph type="title" idx="7" hasCustomPrompt="1"/>
          </p:nvPr>
        </p:nvSpPr>
        <p:spPr>
          <a:xfrm>
            <a:off x="4703663" y="1583205"/>
            <a:ext cx="731400" cy="731400"/>
          </a:xfrm>
          <a:prstGeom prst="rect">
            <a:avLst/>
          </a:prstGeom>
          <a:solidFill>
            <a:schemeClr val="accent4"/>
          </a:solid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0" name="Google Shape;280;p13"/>
          <p:cNvSpPr txBox="1">
            <a:spLocks noGrp="1"/>
          </p:cNvSpPr>
          <p:nvPr>
            <p:ph type="title" idx="8" hasCustomPrompt="1"/>
          </p:nvPr>
        </p:nvSpPr>
        <p:spPr>
          <a:xfrm>
            <a:off x="4702513" y="3207387"/>
            <a:ext cx="731400" cy="731400"/>
          </a:xfrm>
          <a:prstGeom prst="rect">
            <a:avLst/>
          </a:prstGeom>
          <a:solidFill>
            <a:schemeClr val="accent4"/>
          </a:solid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1" name="Google Shape;281;p13"/>
          <p:cNvSpPr txBox="1">
            <a:spLocks noGrp="1"/>
          </p:cNvSpPr>
          <p:nvPr>
            <p:ph type="subTitle" idx="9"/>
          </p:nvPr>
        </p:nvSpPr>
        <p:spPr>
          <a:xfrm>
            <a:off x="2243888" y="1540212"/>
            <a:ext cx="2197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3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82" name="Google Shape;282;p13"/>
          <p:cNvSpPr txBox="1">
            <a:spLocks noGrp="1"/>
          </p:cNvSpPr>
          <p:nvPr>
            <p:ph type="subTitle" idx="13"/>
          </p:nvPr>
        </p:nvSpPr>
        <p:spPr>
          <a:xfrm>
            <a:off x="2243888" y="3165443"/>
            <a:ext cx="2197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3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83" name="Google Shape;283;p13"/>
          <p:cNvSpPr txBox="1">
            <a:spLocks noGrp="1"/>
          </p:cNvSpPr>
          <p:nvPr>
            <p:ph type="subTitle" idx="14"/>
          </p:nvPr>
        </p:nvSpPr>
        <p:spPr>
          <a:xfrm>
            <a:off x="5586313" y="1540212"/>
            <a:ext cx="2197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3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84" name="Google Shape;284;p13"/>
          <p:cNvSpPr txBox="1">
            <a:spLocks noGrp="1"/>
          </p:cNvSpPr>
          <p:nvPr>
            <p:ph type="subTitle" idx="15"/>
          </p:nvPr>
        </p:nvSpPr>
        <p:spPr>
          <a:xfrm>
            <a:off x="5586313" y="3165443"/>
            <a:ext cx="2197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3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85" name="Google Shape;285;p13"/>
          <p:cNvSpPr/>
          <p:nvPr/>
        </p:nvSpPr>
        <p:spPr>
          <a:xfrm flipH="1">
            <a:off x="-620870" y="3225438"/>
            <a:ext cx="1181745" cy="327626"/>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5EBFD1">
              <a:alpha val="207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3"/>
          <p:cNvSpPr/>
          <p:nvPr/>
        </p:nvSpPr>
        <p:spPr>
          <a:xfrm>
            <a:off x="6500" y="4518500"/>
            <a:ext cx="9144000" cy="624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7" name="Google Shape;287;p13"/>
          <p:cNvGrpSpPr/>
          <p:nvPr/>
        </p:nvGrpSpPr>
        <p:grpSpPr>
          <a:xfrm>
            <a:off x="8073499" y="2772373"/>
            <a:ext cx="841660" cy="1783927"/>
            <a:chOff x="152700" y="2332825"/>
            <a:chExt cx="1036527" cy="2197225"/>
          </a:xfrm>
        </p:grpSpPr>
        <p:sp>
          <p:nvSpPr>
            <p:cNvPr id="288" name="Google Shape;288;p13"/>
            <p:cNvSpPr/>
            <p:nvPr/>
          </p:nvSpPr>
          <p:spPr>
            <a:xfrm>
              <a:off x="677722" y="2976053"/>
              <a:ext cx="111607" cy="1369765"/>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3"/>
            <p:cNvSpPr/>
            <p:nvPr/>
          </p:nvSpPr>
          <p:spPr>
            <a:xfrm>
              <a:off x="733368" y="2976053"/>
              <a:ext cx="55961" cy="1369765"/>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3"/>
            <p:cNvSpPr/>
            <p:nvPr/>
          </p:nvSpPr>
          <p:spPr>
            <a:xfrm>
              <a:off x="677722" y="3198322"/>
              <a:ext cx="111607" cy="76081"/>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3"/>
            <p:cNvSpPr/>
            <p:nvPr/>
          </p:nvSpPr>
          <p:spPr>
            <a:xfrm>
              <a:off x="344160" y="4348965"/>
              <a:ext cx="782504" cy="181084"/>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3"/>
            <p:cNvSpPr/>
            <p:nvPr/>
          </p:nvSpPr>
          <p:spPr>
            <a:xfrm>
              <a:off x="173764" y="2332825"/>
              <a:ext cx="1015464" cy="87052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3"/>
            <p:cNvSpPr/>
            <p:nvPr/>
          </p:nvSpPr>
          <p:spPr>
            <a:xfrm>
              <a:off x="197971" y="2367407"/>
              <a:ext cx="935610" cy="801361"/>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3"/>
            <p:cNvSpPr/>
            <p:nvPr/>
          </p:nvSpPr>
          <p:spPr>
            <a:xfrm>
              <a:off x="152700" y="2332825"/>
              <a:ext cx="1015464" cy="871154"/>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3"/>
            <p:cNvSpPr/>
            <p:nvPr/>
          </p:nvSpPr>
          <p:spPr>
            <a:xfrm>
              <a:off x="413639" y="2656011"/>
              <a:ext cx="142731" cy="212523"/>
            </a:xfrm>
            <a:custGeom>
              <a:avLst/>
              <a:gdLst/>
              <a:ahLst/>
              <a:cxnLst/>
              <a:rect l="l" t="t" r="r" b="b"/>
              <a:pathLst>
                <a:path w="454" h="676" extrusionOk="0">
                  <a:moveTo>
                    <a:pt x="243" y="1"/>
                  </a:moveTo>
                  <a:cubicBezTo>
                    <a:pt x="210" y="1"/>
                    <a:pt x="177" y="12"/>
                    <a:pt x="144" y="12"/>
                  </a:cubicBezTo>
                  <a:cubicBezTo>
                    <a:pt x="122" y="23"/>
                    <a:pt x="100" y="34"/>
                    <a:pt x="78" y="56"/>
                  </a:cubicBezTo>
                  <a:cubicBezTo>
                    <a:pt x="56" y="78"/>
                    <a:pt x="44" y="100"/>
                    <a:pt x="33" y="122"/>
                  </a:cubicBezTo>
                  <a:cubicBezTo>
                    <a:pt x="22" y="145"/>
                    <a:pt x="11" y="178"/>
                    <a:pt x="11" y="200"/>
                  </a:cubicBezTo>
                  <a:cubicBezTo>
                    <a:pt x="11" y="233"/>
                    <a:pt x="22" y="255"/>
                    <a:pt x="22" y="277"/>
                  </a:cubicBezTo>
                  <a:cubicBezTo>
                    <a:pt x="33" y="288"/>
                    <a:pt x="44" y="310"/>
                    <a:pt x="56" y="321"/>
                  </a:cubicBezTo>
                  <a:cubicBezTo>
                    <a:pt x="67" y="344"/>
                    <a:pt x="89" y="355"/>
                    <a:pt x="100" y="366"/>
                  </a:cubicBezTo>
                  <a:cubicBezTo>
                    <a:pt x="122" y="377"/>
                    <a:pt x="144" y="388"/>
                    <a:pt x="166" y="388"/>
                  </a:cubicBezTo>
                  <a:lnTo>
                    <a:pt x="210" y="410"/>
                  </a:lnTo>
                  <a:lnTo>
                    <a:pt x="232" y="421"/>
                  </a:lnTo>
                  <a:lnTo>
                    <a:pt x="255" y="432"/>
                  </a:lnTo>
                  <a:cubicBezTo>
                    <a:pt x="266" y="432"/>
                    <a:pt x="277" y="443"/>
                    <a:pt x="277" y="443"/>
                  </a:cubicBezTo>
                  <a:cubicBezTo>
                    <a:pt x="277" y="454"/>
                    <a:pt x="277" y="465"/>
                    <a:pt x="277" y="476"/>
                  </a:cubicBezTo>
                  <a:cubicBezTo>
                    <a:pt x="277" y="487"/>
                    <a:pt x="277" y="509"/>
                    <a:pt x="255" y="520"/>
                  </a:cubicBezTo>
                  <a:cubicBezTo>
                    <a:pt x="232" y="532"/>
                    <a:pt x="210" y="532"/>
                    <a:pt x="177" y="532"/>
                  </a:cubicBezTo>
                  <a:cubicBezTo>
                    <a:pt x="133" y="532"/>
                    <a:pt x="78" y="520"/>
                    <a:pt x="33" y="498"/>
                  </a:cubicBezTo>
                  <a:cubicBezTo>
                    <a:pt x="22" y="520"/>
                    <a:pt x="11" y="543"/>
                    <a:pt x="11" y="576"/>
                  </a:cubicBezTo>
                  <a:cubicBezTo>
                    <a:pt x="11" y="598"/>
                    <a:pt x="0" y="620"/>
                    <a:pt x="0" y="642"/>
                  </a:cubicBezTo>
                  <a:cubicBezTo>
                    <a:pt x="33" y="653"/>
                    <a:pt x="67" y="664"/>
                    <a:pt x="100" y="664"/>
                  </a:cubicBezTo>
                  <a:cubicBezTo>
                    <a:pt x="122" y="675"/>
                    <a:pt x="155" y="675"/>
                    <a:pt x="199" y="675"/>
                  </a:cubicBezTo>
                  <a:cubicBezTo>
                    <a:pt x="232" y="675"/>
                    <a:pt x="266" y="675"/>
                    <a:pt x="299" y="664"/>
                  </a:cubicBezTo>
                  <a:cubicBezTo>
                    <a:pt x="332" y="653"/>
                    <a:pt x="365" y="642"/>
                    <a:pt x="387" y="620"/>
                  </a:cubicBezTo>
                  <a:cubicBezTo>
                    <a:pt x="409" y="598"/>
                    <a:pt x="420" y="576"/>
                    <a:pt x="431" y="554"/>
                  </a:cubicBezTo>
                  <a:cubicBezTo>
                    <a:pt x="443" y="520"/>
                    <a:pt x="454" y="498"/>
                    <a:pt x="454" y="465"/>
                  </a:cubicBezTo>
                  <a:cubicBezTo>
                    <a:pt x="454" y="443"/>
                    <a:pt x="443" y="410"/>
                    <a:pt x="443" y="388"/>
                  </a:cubicBezTo>
                  <a:cubicBezTo>
                    <a:pt x="431" y="366"/>
                    <a:pt x="420" y="355"/>
                    <a:pt x="409" y="332"/>
                  </a:cubicBezTo>
                  <a:cubicBezTo>
                    <a:pt x="387" y="321"/>
                    <a:pt x="376" y="310"/>
                    <a:pt x="354" y="299"/>
                  </a:cubicBezTo>
                  <a:cubicBezTo>
                    <a:pt x="332" y="288"/>
                    <a:pt x="310" y="277"/>
                    <a:pt x="288" y="266"/>
                  </a:cubicBezTo>
                  <a:lnTo>
                    <a:pt x="243" y="244"/>
                  </a:lnTo>
                  <a:cubicBezTo>
                    <a:pt x="232" y="244"/>
                    <a:pt x="210" y="233"/>
                    <a:pt x="199" y="233"/>
                  </a:cubicBezTo>
                  <a:cubicBezTo>
                    <a:pt x="188" y="222"/>
                    <a:pt x="188" y="200"/>
                    <a:pt x="188" y="189"/>
                  </a:cubicBezTo>
                  <a:cubicBezTo>
                    <a:pt x="177" y="178"/>
                    <a:pt x="177" y="167"/>
                    <a:pt x="188" y="167"/>
                  </a:cubicBezTo>
                  <a:cubicBezTo>
                    <a:pt x="188" y="156"/>
                    <a:pt x="199" y="145"/>
                    <a:pt x="199" y="145"/>
                  </a:cubicBezTo>
                  <a:cubicBezTo>
                    <a:pt x="210" y="145"/>
                    <a:pt x="221" y="133"/>
                    <a:pt x="221" y="133"/>
                  </a:cubicBezTo>
                  <a:lnTo>
                    <a:pt x="255" y="133"/>
                  </a:lnTo>
                  <a:cubicBezTo>
                    <a:pt x="277" y="133"/>
                    <a:pt x="310" y="145"/>
                    <a:pt x="332" y="145"/>
                  </a:cubicBezTo>
                  <a:lnTo>
                    <a:pt x="387" y="167"/>
                  </a:lnTo>
                  <a:cubicBezTo>
                    <a:pt x="398" y="145"/>
                    <a:pt x="409" y="122"/>
                    <a:pt x="409" y="100"/>
                  </a:cubicBezTo>
                  <a:cubicBezTo>
                    <a:pt x="420" y="78"/>
                    <a:pt x="420" y="56"/>
                    <a:pt x="420" y="45"/>
                  </a:cubicBezTo>
                  <a:cubicBezTo>
                    <a:pt x="398" y="23"/>
                    <a:pt x="365" y="23"/>
                    <a:pt x="332" y="12"/>
                  </a:cubicBezTo>
                  <a:cubicBezTo>
                    <a:pt x="299" y="12"/>
                    <a:pt x="277" y="1"/>
                    <a:pt x="24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3"/>
            <p:cNvSpPr/>
            <p:nvPr/>
          </p:nvSpPr>
          <p:spPr>
            <a:xfrm>
              <a:off x="562971" y="2659469"/>
              <a:ext cx="149962" cy="209064"/>
            </a:xfrm>
            <a:custGeom>
              <a:avLst/>
              <a:gdLst/>
              <a:ahLst/>
              <a:cxnLst/>
              <a:rect l="l" t="t" r="r" b="b"/>
              <a:pathLst>
                <a:path w="477" h="665" extrusionOk="0">
                  <a:moveTo>
                    <a:pt x="12" y="1"/>
                  </a:moveTo>
                  <a:cubicBezTo>
                    <a:pt x="12" y="23"/>
                    <a:pt x="1" y="45"/>
                    <a:pt x="1" y="78"/>
                  </a:cubicBezTo>
                  <a:cubicBezTo>
                    <a:pt x="1" y="100"/>
                    <a:pt x="12" y="122"/>
                    <a:pt x="12" y="145"/>
                  </a:cubicBezTo>
                  <a:lnTo>
                    <a:pt x="167" y="145"/>
                  </a:lnTo>
                  <a:lnTo>
                    <a:pt x="167" y="653"/>
                  </a:lnTo>
                  <a:cubicBezTo>
                    <a:pt x="200" y="653"/>
                    <a:pt x="222" y="664"/>
                    <a:pt x="255" y="664"/>
                  </a:cubicBezTo>
                  <a:cubicBezTo>
                    <a:pt x="277" y="664"/>
                    <a:pt x="310" y="653"/>
                    <a:pt x="332" y="653"/>
                  </a:cubicBezTo>
                  <a:lnTo>
                    <a:pt x="332" y="145"/>
                  </a:lnTo>
                  <a:lnTo>
                    <a:pt x="476" y="145"/>
                  </a:lnTo>
                  <a:cubicBezTo>
                    <a:pt x="476" y="122"/>
                    <a:pt x="476" y="100"/>
                    <a:pt x="476" y="78"/>
                  </a:cubicBezTo>
                  <a:cubicBezTo>
                    <a:pt x="476" y="67"/>
                    <a:pt x="476" y="45"/>
                    <a:pt x="476" y="45"/>
                  </a:cubicBezTo>
                  <a:lnTo>
                    <a:pt x="47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13"/>
            <p:cNvSpPr/>
            <p:nvPr/>
          </p:nvSpPr>
          <p:spPr>
            <a:xfrm>
              <a:off x="722993" y="2655068"/>
              <a:ext cx="181086" cy="214409"/>
            </a:xfrm>
            <a:custGeom>
              <a:avLst/>
              <a:gdLst/>
              <a:ahLst/>
              <a:cxnLst/>
              <a:rect l="l" t="t" r="r" b="b"/>
              <a:pathLst>
                <a:path w="576" h="682" extrusionOk="0">
                  <a:moveTo>
                    <a:pt x="288" y="148"/>
                  </a:moveTo>
                  <a:cubicBezTo>
                    <a:pt x="365" y="148"/>
                    <a:pt x="398" y="203"/>
                    <a:pt x="398" y="347"/>
                  </a:cubicBezTo>
                  <a:cubicBezTo>
                    <a:pt x="398" y="479"/>
                    <a:pt x="365" y="546"/>
                    <a:pt x="288" y="546"/>
                  </a:cubicBezTo>
                  <a:cubicBezTo>
                    <a:pt x="244" y="546"/>
                    <a:pt x="210" y="523"/>
                    <a:pt x="199" y="490"/>
                  </a:cubicBezTo>
                  <a:cubicBezTo>
                    <a:pt x="177" y="446"/>
                    <a:pt x="166" y="391"/>
                    <a:pt x="166" y="347"/>
                  </a:cubicBezTo>
                  <a:cubicBezTo>
                    <a:pt x="166" y="214"/>
                    <a:pt x="210" y="148"/>
                    <a:pt x="288" y="148"/>
                  </a:cubicBezTo>
                  <a:close/>
                  <a:moveTo>
                    <a:pt x="286" y="1"/>
                  </a:moveTo>
                  <a:cubicBezTo>
                    <a:pt x="244" y="1"/>
                    <a:pt x="199" y="9"/>
                    <a:pt x="155" y="26"/>
                  </a:cubicBezTo>
                  <a:cubicBezTo>
                    <a:pt x="122" y="48"/>
                    <a:pt x="89" y="70"/>
                    <a:pt x="67" y="103"/>
                  </a:cubicBezTo>
                  <a:cubicBezTo>
                    <a:pt x="45" y="125"/>
                    <a:pt x="22" y="170"/>
                    <a:pt x="11" y="203"/>
                  </a:cubicBezTo>
                  <a:cubicBezTo>
                    <a:pt x="0" y="247"/>
                    <a:pt x="0" y="302"/>
                    <a:pt x="0" y="347"/>
                  </a:cubicBezTo>
                  <a:cubicBezTo>
                    <a:pt x="0" y="391"/>
                    <a:pt x="0" y="435"/>
                    <a:pt x="11" y="479"/>
                  </a:cubicBezTo>
                  <a:cubicBezTo>
                    <a:pt x="22" y="523"/>
                    <a:pt x="45" y="557"/>
                    <a:pt x="67" y="590"/>
                  </a:cubicBezTo>
                  <a:cubicBezTo>
                    <a:pt x="89" y="623"/>
                    <a:pt x="122" y="645"/>
                    <a:pt x="155" y="656"/>
                  </a:cubicBezTo>
                  <a:cubicBezTo>
                    <a:pt x="199" y="673"/>
                    <a:pt x="244" y="681"/>
                    <a:pt x="286" y="681"/>
                  </a:cubicBezTo>
                  <a:cubicBezTo>
                    <a:pt x="329" y="681"/>
                    <a:pt x="371" y="673"/>
                    <a:pt x="409" y="656"/>
                  </a:cubicBezTo>
                  <a:cubicBezTo>
                    <a:pt x="454" y="645"/>
                    <a:pt x="476" y="623"/>
                    <a:pt x="498" y="590"/>
                  </a:cubicBezTo>
                  <a:cubicBezTo>
                    <a:pt x="531" y="557"/>
                    <a:pt x="542" y="523"/>
                    <a:pt x="553" y="479"/>
                  </a:cubicBezTo>
                  <a:cubicBezTo>
                    <a:pt x="564" y="435"/>
                    <a:pt x="575" y="391"/>
                    <a:pt x="575" y="347"/>
                  </a:cubicBezTo>
                  <a:cubicBezTo>
                    <a:pt x="575" y="302"/>
                    <a:pt x="564" y="247"/>
                    <a:pt x="553" y="203"/>
                  </a:cubicBezTo>
                  <a:cubicBezTo>
                    <a:pt x="542" y="170"/>
                    <a:pt x="531" y="125"/>
                    <a:pt x="498" y="103"/>
                  </a:cubicBezTo>
                  <a:cubicBezTo>
                    <a:pt x="476" y="70"/>
                    <a:pt x="454" y="48"/>
                    <a:pt x="409" y="26"/>
                  </a:cubicBezTo>
                  <a:cubicBezTo>
                    <a:pt x="371" y="9"/>
                    <a:pt x="329" y="1"/>
                    <a:pt x="28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13"/>
            <p:cNvSpPr/>
            <p:nvPr/>
          </p:nvSpPr>
          <p:spPr>
            <a:xfrm>
              <a:off x="931430" y="2659469"/>
              <a:ext cx="143045" cy="212523"/>
            </a:xfrm>
            <a:custGeom>
              <a:avLst/>
              <a:gdLst/>
              <a:ahLst/>
              <a:cxnLst/>
              <a:rect l="l" t="t" r="r" b="b"/>
              <a:pathLst>
                <a:path w="455" h="676" extrusionOk="0">
                  <a:moveTo>
                    <a:pt x="233" y="134"/>
                  </a:moveTo>
                  <a:cubicBezTo>
                    <a:pt x="244" y="134"/>
                    <a:pt x="255" y="145"/>
                    <a:pt x="266" y="145"/>
                  </a:cubicBezTo>
                  <a:cubicBezTo>
                    <a:pt x="277" y="156"/>
                    <a:pt x="277" y="167"/>
                    <a:pt x="288" y="178"/>
                  </a:cubicBezTo>
                  <a:cubicBezTo>
                    <a:pt x="288" y="189"/>
                    <a:pt x="288" y="211"/>
                    <a:pt x="288" y="222"/>
                  </a:cubicBezTo>
                  <a:cubicBezTo>
                    <a:pt x="288" y="271"/>
                    <a:pt x="253" y="312"/>
                    <a:pt x="214" y="312"/>
                  </a:cubicBezTo>
                  <a:cubicBezTo>
                    <a:pt x="209" y="312"/>
                    <a:pt x="204" y="312"/>
                    <a:pt x="200" y="310"/>
                  </a:cubicBezTo>
                  <a:lnTo>
                    <a:pt x="156" y="310"/>
                  </a:lnTo>
                  <a:lnTo>
                    <a:pt x="167" y="134"/>
                  </a:lnTo>
                  <a:close/>
                  <a:moveTo>
                    <a:pt x="67" y="1"/>
                  </a:moveTo>
                  <a:lnTo>
                    <a:pt x="1" y="12"/>
                  </a:lnTo>
                  <a:lnTo>
                    <a:pt x="1" y="664"/>
                  </a:lnTo>
                  <a:cubicBezTo>
                    <a:pt x="23" y="664"/>
                    <a:pt x="45" y="675"/>
                    <a:pt x="78" y="675"/>
                  </a:cubicBezTo>
                  <a:lnTo>
                    <a:pt x="111" y="675"/>
                  </a:lnTo>
                  <a:cubicBezTo>
                    <a:pt x="122" y="675"/>
                    <a:pt x="145" y="664"/>
                    <a:pt x="156" y="664"/>
                  </a:cubicBezTo>
                  <a:lnTo>
                    <a:pt x="156" y="454"/>
                  </a:lnTo>
                  <a:lnTo>
                    <a:pt x="211" y="454"/>
                  </a:lnTo>
                  <a:cubicBezTo>
                    <a:pt x="244" y="454"/>
                    <a:pt x="266" y="454"/>
                    <a:pt x="299" y="443"/>
                  </a:cubicBezTo>
                  <a:cubicBezTo>
                    <a:pt x="321" y="432"/>
                    <a:pt x="355" y="421"/>
                    <a:pt x="377" y="410"/>
                  </a:cubicBezTo>
                  <a:cubicBezTo>
                    <a:pt x="399" y="388"/>
                    <a:pt x="410" y="366"/>
                    <a:pt x="421" y="344"/>
                  </a:cubicBezTo>
                  <a:cubicBezTo>
                    <a:pt x="454" y="266"/>
                    <a:pt x="454" y="189"/>
                    <a:pt x="421" y="111"/>
                  </a:cubicBezTo>
                  <a:cubicBezTo>
                    <a:pt x="410" y="89"/>
                    <a:pt x="388" y="56"/>
                    <a:pt x="355" y="45"/>
                  </a:cubicBezTo>
                  <a:cubicBezTo>
                    <a:pt x="333" y="23"/>
                    <a:pt x="299" y="12"/>
                    <a:pt x="266" y="12"/>
                  </a:cubicBezTo>
                  <a:cubicBezTo>
                    <a:pt x="233" y="1"/>
                    <a:pt x="211" y="1"/>
                    <a:pt x="17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299"/>
        <p:cNvGrpSpPr/>
        <p:nvPr/>
      </p:nvGrpSpPr>
      <p:grpSpPr>
        <a:xfrm>
          <a:off x="0" y="0"/>
          <a:ext cx="0" cy="0"/>
          <a:chOff x="0" y="0"/>
          <a:chExt cx="0" cy="0"/>
        </a:xfrm>
      </p:grpSpPr>
      <p:sp>
        <p:nvSpPr>
          <p:cNvPr id="300" name="Google Shape;300;p14"/>
          <p:cNvSpPr txBox="1">
            <a:spLocks noGrp="1"/>
          </p:cNvSpPr>
          <p:nvPr>
            <p:ph type="title"/>
          </p:nvPr>
        </p:nvSpPr>
        <p:spPr>
          <a:xfrm>
            <a:off x="720000" y="334125"/>
            <a:ext cx="7704000" cy="683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305"/>
        <p:cNvGrpSpPr/>
        <p:nvPr/>
      </p:nvGrpSpPr>
      <p:grpSpPr>
        <a:xfrm>
          <a:off x="0" y="0"/>
          <a:ext cx="0" cy="0"/>
          <a:chOff x="0" y="0"/>
          <a:chExt cx="0" cy="0"/>
        </a:xfrm>
      </p:grpSpPr>
      <p:sp>
        <p:nvSpPr>
          <p:cNvPr id="306" name="Google Shape;306;p16"/>
          <p:cNvSpPr txBox="1">
            <a:spLocks noGrp="1"/>
          </p:cNvSpPr>
          <p:nvPr>
            <p:ph type="subTitle" idx="1"/>
          </p:nvPr>
        </p:nvSpPr>
        <p:spPr>
          <a:xfrm>
            <a:off x="1167950" y="2153363"/>
            <a:ext cx="2336400" cy="77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7" name="Google Shape;307;p16"/>
          <p:cNvSpPr txBox="1">
            <a:spLocks noGrp="1"/>
          </p:cNvSpPr>
          <p:nvPr>
            <p:ph type="subTitle" idx="2"/>
          </p:nvPr>
        </p:nvSpPr>
        <p:spPr>
          <a:xfrm>
            <a:off x="3403800" y="3441589"/>
            <a:ext cx="2336400" cy="77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8" name="Google Shape;308;p16"/>
          <p:cNvSpPr txBox="1">
            <a:spLocks noGrp="1"/>
          </p:cNvSpPr>
          <p:nvPr>
            <p:ph type="subTitle" idx="3"/>
          </p:nvPr>
        </p:nvSpPr>
        <p:spPr>
          <a:xfrm>
            <a:off x="5639650" y="2153363"/>
            <a:ext cx="2336400" cy="77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9" name="Google Shape;309;p16"/>
          <p:cNvSpPr txBox="1">
            <a:spLocks noGrp="1"/>
          </p:cNvSpPr>
          <p:nvPr>
            <p:ph type="title"/>
          </p:nvPr>
        </p:nvSpPr>
        <p:spPr>
          <a:xfrm>
            <a:off x="720000" y="334125"/>
            <a:ext cx="7704000" cy="683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310" name="Google Shape;310;p16"/>
          <p:cNvSpPr txBox="1">
            <a:spLocks noGrp="1"/>
          </p:cNvSpPr>
          <p:nvPr>
            <p:ph type="subTitle" idx="4"/>
          </p:nvPr>
        </p:nvSpPr>
        <p:spPr>
          <a:xfrm>
            <a:off x="1167950" y="1807038"/>
            <a:ext cx="2336400" cy="44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11" name="Google Shape;311;p16"/>
          <p:cNvSpPr txBox="1">
            <a:spLocks noGrp="1"/>
          </p:cNvSpPr>
          <p:nvPr>
            <p:ph type="subTitle" idx="5"/>
          </p:nvPr>
        </p:nvSpPr>
        <p:spPr>
          <a:xfrm>
            <a:off x="5639650" y="1807038"/>
            <a:ext cx="2336400" cy="44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12" name="Google Shape;312;p16"/>
          <p:cNvSpPr txBox="1">
            <a:spLocks noGrp="1"/>
          </p:cNvSpPr>
          <p:nvPr>
            <p:ph type="subTitle" idx="6"/>
          </p:nvPr>
        </p:nvSpPr>
        <p:spPr>
          <a:xfrm>
            <a:off x="3403800" y="3096188"/>
            <a:ext cx="2336400" cy="44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13" name="Google Shape;313;p16"/>
          <p:cNvSpPr/>
          <p:nvPr/>
        </p:nvSpPr>
        <p:spPr>
          <a:xfrm flipH="1">
            <a:off x="-336579" y="3958083"/>
            <a:ext cx="2021405" cy="560426"/>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16"/>
          <p:cNvSpPr/>
          <p:nvPr/>
        </p:nvSpPr>
        <p:spPr>
          <a:xfrm>
            <a:off x="6500" y="4518500"/>
            <a:ext cx="9144000" cy="624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six columns">
  <p:cSld name="BLANK_1_1_1_1_1">
    <p:spTree>
      <p:nvGrpSpPr>
        <p:cNvPr id="1" name="Shape 315"/>
        <p:cNvGrpSpPr/>
        <p:nvPr/>
      </p:nvGrpSpPr>
      <p:grpSpPr>
        <a:xfrm>
          <a:off x="0" y="0"/>
          <a:ext cx="0" cy="0"/>
          <a:chOff x="0" y="0"/>
          <a:chExt cx="0" cy="0"/>
        </a:xfrm>
      </p:grpSpPr>
      <p:sp>
        <p:nvSpPr>
          <p:cNvPr id="316" name="Google Shape;316;p17"/>
          <p:cNvSpPr txBox="1">
            <a:spLocks noGrp="1"/>
          </p:cNvSpPr>
          <p:nvPr>
            <p:ph type="subTitle" idx="1"/>
          </p:nvPr>
        </p:nvSpPr>
        <p:spPr>
          <a:xfrm>
            <a:off x="719975" y="2286475"/>
            <a:ext cx="2305500" cy="52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7" name="Google Shape;317;p17"/>
          <p:cNvSpPr txBox="1">
            <a:spLocks noGrp="1"/>
          </p:cNvSpPr>
          <p:nvPr>
            <p:ph type="subTitle" idx="2"/>
          </p:nvPr>
        </p:nvSpPr>
        <p:spPr>
          <a:xfrm>
            <a:off x="3419248" y="2286475"/>
            <a:ext cx="2305500" cy="52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8" name="Google Shape;318;p17"/>
          <p:cNvSpPr txBox="1">
            <a:spLocks noGrp="1"/>
          </p:cNvSpPr>
          <p:nvPr>
            <p:ph type="subTitle" idx="3"/>
          </p:nvPr>
        </p:nvSpPr>
        <p:spPr>
          <a:xfrm>
            <a:off x="719975" y="4024675"/>
            <a:ext cx="2305500" cy="52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9" name="Google Shape;319;p17"/>
          <p:cNvSpPr txBox="1">
            <a:spLocks noGrp="1"/>
          </p:cNvSpPr>
          <p:nvPr>
            <p:ph type="subTitle" idx="4"/>
          </p:nvPr>
        </p:nvSpPr>
        <p:spPr>
          <a:xfrm>
            <a:off x="3419248" y="4024675"/>
            <a:ext cx="2305500" cy="52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0" name="Google Shape;320;p17"/>
          <p:cNvSpPr txBox="1">
            <a:spLocks noGrp="1"/>
          </p:cNvSpPr>
          <p:nvPr>
            <p:ph type="subTitle" idx="5"/>
          </p:nvPr>
        </p:nvSpPr>
        <p:spPr>
          <a:xfrm>
            <a:off x="6118524" y="2286475"/>
            <a:ext cx="2305500" cy="52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1" name="Google Shape;321;p17"/>
          <p:cNvSpPr txBox="1">
            <a:spLocks noGrp="1"/>
          </p:cNvSpPr>
          <p:nvPr>
            <p:ph type="subTitle" idx="6"/>
          </p:nvPr>
        </p:nvSpPr>
        <p:spPr>
          <a:xfrm>
            <a:off x="6118524" y="4024675"/>
            <a:ext cx="2305500" cy="52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2" name="Google Shape;322;p17"/>
          <p:cNvSpPr txBox="1">
            <a:spLocks noGrp="1"/>
          </p:cNvSpPr>
          <p:nvPr>
            <p:ph type="title"/>
          </p:nvPr>
        </p:nvSpPr>
        <p:spPr>
          <a:xfrm>
            <a:off x="720000" y="334125"/>
            <a:ext cx="7704000" cy="683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23" name="Google Shape;323;p17"/>
          <p:cNvSpPr txBox="1">
            <a:spLocks noGrp="1"/>
          </p:cNvSpPr>
          <p:nvPr>
            <p:ph type="subTitle" idx="7"/>
          </p:nvPr>
        </p:nvSpPr>
        <p:spPr>
          <a:xfrm>
            <a:off x="719975" y="1902475"/>
            <a:ext cx="2305500" cy="484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24" name="Google Shape;324;p17"/>
          <p:cNvSpPr txBox="1">
            <a:spLocks noGrp="1"/>
          </p:cNvSpPr>
          <p:nvPr>
            <p:ph type="subTitle" idx="8"/>
          </p:nvPr>
        </p:nvSpPr>
        <p:spPr>
          <a:xfrm>
            <a:off x="3419248" y="1902475"/>
            <a:ext cx="2305500" cy="484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25" name="Google Shape;325;p17"/>
          <p:cNvSpPr txBox="1">
            <a:spLocks noGrp="1"/>
          </p:cNvSpPr>
          <p:nvPr>
            <p:ph type="subTitle" idx="9"/>
          </p:nvPr>
        </p:nvSpPr>
        <p:spPr>
          <a:xfrm>
            <a:off x="6118524" y="1902475"/>
            <a:ext cx="2305500" cy="484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26" name="Google Shape;326;p17"/>
          <p:cNvSpPr txBox="1">
            <a:spLocks noGrp="1"/>
          </p:cNvSpPr>
          <p:nvPr>
            <p:ph type="subTitle" idx="13"/>
          </p:nvPr>
        </p:nvSpPr>
        <p:spPr>
          <a:xfrm>
            <a:off x="719975" y="3640725"/>
            <a:ext cx="2305500" cy="484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27" name="Google Shape;327;p17"/>
          <p:cNvSpPr txBox="1">
            <a:spLocks noGrp="1"/>
          </p:cNvSpPr>
          <p:nvPr>
            <p:ph type="subTitle" idx="14"/>
          </p:nvPr>
        </p:nvSpPr>
        <p:spPr>
          <a:xfrm>
            <a:off x="3419248" y="3640725"/>
            <a:ext cx="2305500" cy="484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28" name="Google Shape;328;p17"/>
          <p:cNvSpPr txBox="1">
            <a:spLocks noGrp="1"/>
          </p:cNvSpPr>
          <p:nvPr>
            <p:ph type="subTitle" idx="15"/>
          </p:nvPr>
        </p:nvSpPr>
        <p:spPr>
          <a:xfrm>
            <a:off x="6118524" y="3640725"/>
            <a:ext cx="2305500" cy="484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329" name="Google Shape;329;p17"/>
          <p:cNvGrpSpPr/>
          <p:nvPr/>
        </p:nvGrpSpPr>
        <p:grpSpPr>
          <a:xfrm>
            <a:off x="6487" y="7"/>
            <a:ext cx="795742" cy="1686809"/>
            <a:chOff x="-809850" y="445850"/>
            <a:chExt cx="1036527" cy="2197225"/>
          </a:xfrm>
        </p:grpSpPr>
        <p:sp>
          <p:nvSpPr>
            <p:cNvPr id="330" name="Google Shape;330;p17"/>
            <p:cNvSpPr/>
            <p:nvPr/>
          </p:nvSpPr>
          <p:spPr>
            <a:xfrm rot="10800000" flipH="1">
              <a:off x="-284828" y="630082"/>
              <a:ext cx="111607" cy="1369765"/>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7"/>
            <p:cNvSpPr/>
            <p:nvPr/>
          </p:nvSpPr>
          <p:spPr>
            <a:xfrm rot="10800000" flipH="1">
              <a:off x="-229182" y="630082"/>
              <a:ext cx="55961" cy="1369765"/>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7"/>
            <p:cNvSpPr/>
            <p:nvPr/>
          </p:nvSpPr>
          <p:spPr>
            <a:xfrm rot="10800000" flipH="1">
              <a:off x="-284828" y="1701497"/>
              <a:ext cx="111607" cy="76081"/>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7"/>
            <p:cNvSpPr/>
            <p:nvPr/>
          </p:nvSpPr>
          <p:spPr>
            <a:xfrm rot="10800000" flipH="1">
              <a:off x="-618390" y="445850"/>
              <a:ext cx="782504" cy="181084"/>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7"/>
            <p:cNvSpPr/>
            <p:nvPr/>
          </p:nvSpPr>
          <p:spPr>
            <a:xfrm rot="10800000" flipH="1">
              <a:off x="-788786" y="1772549"/>
              <a:ext cx="1015464" cy="87052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7"/>
            <p:cNvSpPr/>
            <p:nvPr/>
          </p:nvSpPr>
          <p:spPr>
            <a:xfrm rot="10800000" flipH="1">
              <a:off x="-764579" y="1807131"/>
              <a:ext cx="935610" cy="801361"/>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17"/>
            <p:cNvSpPr/>
            <p:nvPr/>
          </p:nvSpPr>
          <p:spPr>
            <a:xfrm rot="10800000" flipH="1">
              <a:off x="-809850" y="1771921"/>
              <a:ext cx="1015464" cy="871154"/>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17"/>
            <p:cNvSpPr/>
            <p:nvPr/>
          </p:nvSpPr>
          <p:spPr>
            <a:xfrm>
              <a:off x="-568987" y="1865963"/>
              <a:ext cx="683700" cy="683700"/>
            </a:xfrm>
            <a:prstGeom prst="mathMultiply">
              <a:avLst>
                <a:gd name="adj1" fmla="val 1275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8" name="Google Shape;338;p17"/>
          <p:cNvGrpSpPr/>
          <p:nvPr/>
        </p:nvGrpSpPr>
        <p:grpSpPr>
          <a:xfrm>
            <a:off x="8377137" y="7"/>
            <a:ext cx="795742" cy="1686809"/>
            <a:chOff x="8377137" y="7"/>
            <a:chExt cx="795742" cy="1686809"/>
          </a:xfrm>
        </p:grpSpPr>
        <p:grpSp>
          <p:nvGrpSpPr>
            <p:cNvPr id="339" name="Google Shape;339;p17"/>
            <p:cNvGrpSpPr/>
            <p:nvPr/>
          </p:nvGrpSpPr>
          <p:grpSpPr>
            <a:xfrm>
              <a:off x="8377137" y="7"/>
              <a:ext cx="795742" cy="1686809"/>
              <a:chOff x="-809850" y="445850"/>
              <a:chExt cx="1036527" cy="2197225"/>
            </a:xfrm>
          </p:grpSpPr>
          <p:sp>
            <p:nvSpPr>
              <p:cNvPr id="340" name="Google Shape;340;p17"/>
              <p:cNvSpPr/>
              <p:nvPr/>
            </p:nvSpPr>
            <p:spPr>
              <a:xfrm rot="10800000" flipH="1">
                <a:off x="-284828" y="630082"/>
                <a:ext cx="111607" cy="1369765"/>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17"/>
              <p:cNvSpPr/>
              <p:nvPr/>
            </p:nvSpPr>
            <p:spPr>
              <a:xfrm rot="10800000" flipH="1">
                <a:off x="-229182" y="630082"/>
                <a:ext cx="55961" cy="1369765"/>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17"/>
              <p:cNvSpPr/>
              <p:nvPr/>
            </p:nvSpPr>
            <p:spPr>
              <a:xfrm rot="10800000" flipH="1">
                <a:off x="-284828" y="1701497"/>
                <a:ext cx="111607" cy="76081"/>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17"/>
              <p:cNvSpPr/>
              <p:nvPr/>
            </p:nvSpPr>
            <p:spPr>
              <a:xfrm rot="10800000" flipH="1">
                <a:off x="-618390" y="445850"/>
                <a:ext cx="782504" cy="181084"/>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7"/>
              <p:cNvSpPr/>
              <p:nvPr/>
            </p:nvSpPr>
            <p:spPr>
              <a:xfrm rot="10800000" flipH="1">
                <a:off x="-788786" y="1772549"/>
                <a:ext cx="1015464" cy="87052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7"/>
              <p:cNvSpPr/>
              <p:nvPr/>
            </p:nvSpPr>
            <p:spPr>
              <a:xfrm rot="10800000" flipH="1">
                <a:off x="-764579" y="1807131"/>
                <a:ext cx="935610" cy="801361"/>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7"/>
              <p:cNvSpPr/>
              <p:nvPr/>
            </p:nvSpPr>
            <p:spPr>
              <a:xfrm rot="10800000" flipH="1">
                <a:off x="-809850" y="1771921"/>
                <a:ext cx="1015464" cy="871154"/>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7" name="Google Shape;347;p17"/>
            <p:cNvSpPr/>
            <p:nvPr/>
          </p:nvSpPr>
          <p:spPr>
            <a:xfrm rot="5400000">
              <a:off x="8681938" y="1213537"/>
              <a:ext cx="322875" cy="279250"/>
            </a:xfrm>
            <a:prstGeom prst="flowChartExtra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Numbers and text">
  <p:cSld name="BLANK_1_1_1_1_1_1">
    <p:spTree>
      <p:nvGrpSpPr>
        <p:cNvPr id="1" name="Shape 348"/>
        <p:cNvGrpSpPr/>
        <p:nvPr/>
      </p:nvGrpSpPr>
      <p:grpSpPr>
        <a:xfrm>
          <a:off x="0" y="0"/>
          <a:ext cx="0" cy="0"/>
          <a:chOff x="0" y="0"/>
          <a:chExt cx="0" cy="0"/>
        </a:xfrm>
      </p:grpSpPr>
      <p:sp>
        <p:nvSpPr>
          <p:cNvPr id="349" name="Google Shape;349;p18"/>
          <p:cNvSpPr txBox="1">
            <a:spLocks noGrp="1"/>
          </p:cNvSpPr>
          <p:nvPr>
            <p:ph type="title" hasCustomPrompt="1"/>
          </p:nvPr>
        </p:nvSpPr>
        <p:spPr>
          <a:xfrm>
            <a:off x="3406663" y="539500"/>
            <a:ext cx="4137300" cy="909600"/>
          </a:xfrm>
          <a:prstGeom prst="rect">
            <a:avLst/>
          </a:prstGeom>
          <a:solidFill>
            <a:schemeClr val="accent4"/>
          </a:solidFill>
        </p:spPr>
        <p:txBody>
          <a:bodyPr spcFirstLastPara="1" wrap="square" lIns="91425" tIns="91425" rIns="91425" bIns="91425" anchor="ctr" anchorCtr="0">
            <a:noAutofit/>
          </a:bodyPr>
          <a:lstStyle>
            <a:lvl1pPr lvl="0" algn="ctr" rtl="0">
              <a:spcBef>
                <a:spcPts val="0"/>
              </a:spcBef>
              <a:spcAft>
                <a:spcPts val="0"/>
              </a:spcAft>
              <a:buSzPts val="6200"/>
              <a:buNone/>
              <a:defRPr sz="4500">
                <a:solidFill>
                  <a:schemeClr val="lt1"/>
                </a:solidFill>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350" name="Google Shape;350;p18"/>
          <p:cNvSpPr txBox="1">
            <a:spLocks noGrp="1"/>
          </p:cNvSpPr>
          <p:nvPr>
            <p:ph type="subTitle" idx="1"/>
          </p:nvPr>
        </p:nvSpPr>
        <p:spPr>
          <a:xfrm>
            <a:off x="3406663" y="1517923"/>
            <a:ext cx="4137300" cy="392100"/>
          </a:xfrm>
          <a:prstGeom prst="rect">
            <a:avLst/>
          </a:prstGeom>
          <a:solidFill>
            <a:srgbClr val="FFFFFF">
              <a:alpha val="54720"/>
            </a:srgbClr>
          </a:solid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51" name="Google Shape;351;p18"/>
          <p:cNvSpPr txBox="1">
            <a:spLocks noGrp="1"/>
          </p:cNvSpPr>
          <p:nvPr>
            <p:ph type="title" idx="2" hasCustomPrompt="1"/>
          </p:nvPr>
        </p:nvSpPr>
        <p:spPr>
          <a:xfrm>
            <a:off x="1600038" y="2313802"/>
            <a:ext cx="4137300" cy="909600"/>
          </a:xfrm>
          <a:prstGeom prst="rect">
            <a:avLst/>
          </a:prstGeom>
          <a:solidFill>
            <a:schemeClr val="accent4"/>
          </a:solidFill>
        </p:spPr>
        <p:txBody>
          <a:bodyPr spcFirstLastPara="1" wrap="square" lIns="91425" tIns="91425" rIns="91425" bIns="91425" anchor="ctr" anchorCtr="0">
            <a:noAutofit/>
          </a:bodyPr>
          <a:lstStyle>
            <a:lvl1pPr lvl="0" algn="ctr" rtl="0">
              <a:spcBef>
                <a:spcPts val="0"/>
              </a:spcBef>
              <a:spcAft>
                <a:spcPts val="0"/>
              </a:spcAft>
              <a:buSzPts val="6200"/>
              <a:buNone/>
              <a:defRPr sz="4500">
                <a:solidFill>
                  <a:schemeClr val="lt1"/>
                </a:solidFill>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352" name="Google Shape;352;p18"/>
          <p:cNvSpPr txBox="1">
            <a:spLocks noGrp="1"/>
          </p:cNvSpPr>
          <p:nvPr>
            <p:ph type="subTitle" idx="3"/>
          </p:nvPr>
        </p:nvSpPr>
        <p:spPr>
          <a:xfrm>
            <a:off x="1600038" y="3292050"/>
            <a:ext cx="4137300" cy="392100"/>
          </a:xfrm>
          <a:prstGeom prst="rect">
            <a:avLst/>
          </a:prstGeom>
          <a:solidFill>
            <a:srgbClr val="FFFFFF">
              <a:alpha val="54720"/>
            </a:srgbClr>
          </a:solid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53" name="Google Shape;353;p18"/>
          <p:cNvSpPr/>
          <p:nvPr/>
        </p:nvSpPr>
        <p:spPr>
          <a:xfrm>
            <a:off x="-39450" y="4607900"/>
            <a:ext cx="9222900" cy="535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4" name="Google Shape;354;p18"/>
          <p:cNvGrpSpPr/>
          <p:nvPr/>
        </p:nvGrpSpPr>
        <p:grpSpPr>
          <a:xfrm>
            <a:off x="-348400" y="2090475"/>
            <a:ext cx="1407074" cy="2517416"/>
            <a:chOff x="-3882175" y="2494675"/>
            <a:chExt cx="1407074" cy="2517416"/>
          </a:xfrm>
        </p:grpSpPr>
        <p:sp>
          <p:nvSpPr>
            <p:cNvPr id="355" name="Google Shape;355;p18"/>
            <p:cNvSpPr/>
            <p:nvPr/>
          </p:nvSpPr>
          <p:spPr>
            <a:xfrm>
              <a:off x="-3197920" y="4233031"/>
              <a:ext cx="115694" cy="779059"/>
            </a:xfrm>
            <a:custGeom>
              <a:avLst/>
              <a:gdLst/>
              <a:ahLst/>
              <a:cxnLst/>
              <a:rect l="l" t="t" r="r" b="b"/>
              <a:pathLst>
                <a:path w="432" h="2909" extrusionOk="0">
                  <a:moveTo>
                    <a:pt x="431" y="2908"/>
                  </a:moveTo>
                  <a:lnTo>
                    <a:pt x="0" y="2908"/>
                  </a:lnTo>
                  <a:lnTo>
                    <a:pt x="78" y="0"/>
                  </a:lnTo>
                  <a:lnTo>
                    <a:pt x="3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18"/>
            <p:cNvSpPr/>
            <p:nvPr/>
          </p:nvSpPr>
          <p:spPr>
            <a:xfrm>
              <a:off x="-3129896" y="4233031"/>
              <a:ext cx="56508" cy="779059"/>
            </a:xfrm>
            <a:custGeom>
              <a:avLst/>
              <a:gdLst/>
              <a:ahLst/>
              <a:cxnLst/>
              <a:rect l="l" t="t" r="r" b="b"/>
              <a:pathLst>
                <a:path w="211" h="2909" extrusionOk="0">
                  <a:moveTo>
                    <a:pt x="211" y="2908"/>
                  </a:moveTo>
                  <a:lnTo>
                    <a:pt x="1" y="2908"/>
                  </a:lnTo>
                  <a:lnTo>
                    <a:pt x="1" y="0"/>
                  </a:lnTo>
                  <a:lnTo>
                    <a:pt x="1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18"/>
            <p:cNvSpPr/>
            <p:nvPr/>
          </p:nvSpPr>
          <p:spPr>
            <a:xfrm>
              <a:off x="-3103115" y="4194467"/>
              <a:ext cx="189609" cy="364489"/>
            </a:xfrm>
            <a:custGeom>
              <a:avLst/>
              <a:gdLst/>
              <a:ahLst/>
              <a:cxnLst/>
              <a:rect l="l" t="t" r="r" b="b"/>
              <a:pathLst>
                <a:path w="708" h="1361" extrusionOk="0">
                  <a:moveTo>
                    <a:pt x="22" y="1360"/>
                  </a:moveTo>
                  <a:lnTo>
                    <a:pt x="0" y="1294"/>
                  </a:lnTo>
                  <a:cubicBezTo>
                    <a:pt x="464" y="1062"/>
                    <a:pt x="630" y="476"/>
                    <a:pt x="354" y="45"/>
                  </a:cubicBezTo>
                  <a:lnTo>
                    <a:pt x="409" y="0"/>
                  </a:lnTo>
                  <a:cubicBezTo>
                    <a:pt x="708" y="476"/>
                    <a:pt x="531" y="1117"/>
                    <a:pt x="22" y="13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18"/>
            <p:cNvSpPr/>
            <p:nvPr/>
          </p:nvSpPr>
          <p:spPr>
            <a:xfrm>
              <a:off x="-3369854" y="4158848"/>
              <a:ext cx="207553" cy="376273"/>
            </a:xfrm>
            <a:custGeom>
              <a:avLst/>
              <a:gdLst/>
              <a:ahLst/>
              <a:cxnLst/>
              <a:rect l="l" t="t" r="r" b="b"/>
              <a:pathLst>
                <a:path w="775" h="1405" extrusionOk="0">
                  <a:moveTo>
                    <a:pt x="709" y="1405"/>
                  </a:moveTo>
                  <a:cubicBezTo>
                    <a:pt x="189" y="1151"/>
                    <a:pt x="1" y="487"/>
                    <a:pt x="322" y="1"/>
                  </a:cubicBezTo>
                  <a:lnTo>
                    <a:pt x="432" y="78"/>
                  </a:lnTo>
                  <a:cubicBezTo>
                    <a:pt x="167" y="498"/>
                    <a:pt x="322" y="1062"/>
                    <a:pt x="775" y="1283"/>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18"/>
            <p:cNvSpPr/>
            <p:nvPr/>
          </p:nvSpPr>
          <p:spPr>
            <a:xfrm>
              <a:off x="-3882175" y="2497621"/>
              <a:ext cx="1407074" cy="2055442"/>
            </a:xfrm>
            <a:custGeom>
              <a:avLst/>
              <a:gdLst/>
              <a:ahLst/>
              <a:cxnLst/>
              <a:rect l="l" t="t" r="r" b="b"/>
              <a:pathLst>
                <a:path w="5254" h="7675" extrusionOk="0">
                  <a:moveTo>
                    <a:pt x="4988" y="3340"/>
                  </a:moveTo>
                  <a:cubicBezTo>
                    <a:pt x="4966" y="3196"/>
                    <a:pt x="4922" y="3052"/>
                    <a:pt x="4844" y="2920"/>
                  </a:cubicBezTo>
                  <a:cubicBezTo>
                    <a:pt x="4944" y="2787"/>
                    <a:pt x="4988" y="2632"/>
                    <a:pt x="4988" y="2466"/>
                  </a:cubicBezTo>
                  <a:cubicBezTo>
                    <a:pt x="4988" y="2079"/>
                    <a:pt x="4700" y="1747"/>
                    <a:pt x="4313" y="1681"/>
                  </a:cubicBezTo>
                  <a:cubicBezTo>
                    <a:pt x="4523" y="1294"/>
                    <a:pt x="4313" y="830"/>
                    <a:pt x="3904" y="708"/>
                  </a:cubicBezTo>
                  <a:cubicBezTo>
                    <a:pt x="3783" y="299"/>
                    <a:pt x="3451" y="0"/>
                    <a:pt x="3053" y="0"/>
                  </a:cubicBezTo>
                  <a:cubicBezTo>
                    <a:pt x="2688" y="11"/>
                    <a:pt x="2367" y="255"/>
                    <a:pt x="2257" y="609"/>
                  </a:cubicBezTo>
                  <a:cubicBezTo>
                    <a:pt x="2124" y="531"/>
                    <a:pt x="1980" y="498"/>
                    <a:pt x="1836" y="498"/>
                  </a:cubicBezTo>
                  <a:cubicBezTo>
                    <a:pt x="1317" y="509"/>
                    <a:pt x="908" y="940"/>
                    <a:pt x="919" y="1460"/>
                  </a:cubicBezTo>
                  <a:cubicBezTo>
                    <a:pt x="919" y="1626"/>
                    <a:pt x="952" y="1781"/>
                    <a:pt x="1029" y="1924"/>
                  </a:cubicBezTo>
                  <a:cubicBezTo>
                    <a:pt x="852" y="2035"/>
                    <a:pt x="698" y="2179"/>
                    <a:pt x="565" y="2356"/>
                  </a:cubicBezTo>
                  <a:cubicBezTo>
                    <a:pt x="543" y="2389"/>
                    <a:pt x="532" y="2422"/>
                    <a:pt x="510" y="2455"/>
                  </a:cubicBezTo>
                  <a:lnTo>
                    <a:pt x="498" y="2477"/>
                  </a:lnTo>
                  <a:cubicBezTo>
                    <a:pt x="476" y="2499"/>
                    <a:pt x="465" y="2522"/>
                    <a:pt x="454" y="2544"/>
                  </a:cubicBezTo>
                  <a:lnTo>
                    <a:pt x="443" y="2555"/>
                  </a:lnTo>
                  <a:lnTo>
                    <a:pt x="443" y="2577"/>
                  </a:lnTo>
                  <a:lnTo>
                    <a:pt x="432" y="2599"/>
                  </a:lnTo>
                  <a:lnTo>
                    <a:pt x="432" y="2599"/>
                  </a:lnTo>
                  <a:lnTo>
                    <a:pt x="432" y="2621"/>
                  </a:lnTo>
                  <a:lnTo>
                    <a:pt x="421" y="2643"/>
                  </a:lnTo>
                  <a:lnTo>
                    <a:pt x="410" y="2665"/>
                  </a:lnTo>
                  <a:lnTo>
                    <a:pt x="410" y="2665"/>
                  </a:lnTo>
                  <a:cubicBezTo>
                    <a:pt x="410" y="2676"/>
                    <a:pt x="399" y="2687"/>
                    <a:pt x="399" y="2687"/>
                  </a:cubicBezTo>
                  <a:lnTo>
                    <a:pt x="388" y="2709"/>
                  </a:lnTo>
                  <a:lnTo>
                    <a:pt x="388" y="2721"/>
                  </a:lnTo>
                  <a:lnTo>
                    <a:pt x="377" y="2776"/>
                  </a:lnTo>
                  <a:cubicBezTo>
                    <a:pt x="377" y="2787"/>
                    <a:pt x="366" y="2809"/>
                    <a:pt x="355" y="2820"/>
                  </a:cubicBezTo>
                  <a:lnTo>
                    <a:pt x="355" y="2820"/>
                  </a:lnTo>
                  <a:cubicBezTo>
                    <a:pt x="355" y="2842"/>
                    <a:pt x="355" y="2853"/>
                    <a:pt x="344" y="2875"/>
                  </a:cubicBezTo>
                  <a:cubicBezTo>
                    <a:pt x="344" y="2886"/>
                    <a:pt x="344" y="2897"/>
                    <a:pt x="344" y="2897"/>
                  </a:cubicBezTo>
                  <a:lnTo>
                    <a:pt x="344" y="2931"/>
                  </a:lnTo>
                  <a:cubicBezTo>
                    <a:pt x="277" y="3240"/>
                    <a:pt x="311" y="3550"/>
                    <a:pt x="432" y="3837"/>
                  </a:cubicBezTo>
                  <a:cubicBezTo>
                    <a:pt x="156" y="4158"/>
                    <a:pt x="1" y="4567"/>
                    <a:pt x="1" y="4998"/>
                  </a:cubicBezTo>
                  <a:cubicBezTo>
                    <a:pt x="1" y="5009"/>
                    <a:pt x="1" y="5021"/>
                    <a:pt x="1" y="5032"/>
                  </a:cubicBezTo>
                  <a:cubicBezTo>
                    <a:pt x="1" y="5054"/>
                    <a:pt x="1" y="5065"/>
                    <a:pt x="1" y="5076"/>
                  </a:cubicBezTo>
                  <a:lnTo>
                    <a:pt x="1" y="5087"/>
                  </a:lnTo>
                  <a:lnTo>
                    <a:pt x="1" y="5120"/>
                  </a:lnTo>
                  <a:lnTo>
                    <a:pt x="1" y="5131"/>
                  </a:lnTo>
                  <a:cubicBezTo>
                    <a:pt x="1" y="5142"/>
                    <a:pt x="1" y="5153"/>
                    <a:pt x="1" y="5164"/>
                  </a:cubicBezTo>
                  <a:lnTo>
                    <a:pt x="1" y="5175"/>
                  </a:lnTo>
                  <a:lnTo>
                    <a:pt x="1" y="5208"/>
                  </a:lnTo>
                  <a:lnTo>
                    <a:pt x="1" y="5208"/>
                  </a:lnTo>
                  <a:cubicBezTo>
                    <a:pt x="1" y="5220"/>
                    <a:pt x="1" y="5231"/>
                    <a:pt x="1" y="5242"/>
                  </a:cubicBezTo>
                  <a:lnTo>
                    <a:pt x="1" y="5253"/>
                  </a:lnTo>
                  <a:lnTo>
                    <a:pt x="1" y="5286"/>
                  </a:lnTo>
                  <a:lnTo>
                    <a:pt x="1" y="5297"/>
                  </a:lnTo>
                  <a:lnTo>
                    <a:pt x="1" y="5319"/>
                  </a:lnTo>
                  <a:lnTo>
                    <a:pt x="1" y="5341"/>
                  </a:lnTo>
                  <a:cubicBezTo>
                    <a:pt x="1" y="5352"/>
                    <a:pt x="1" y="5363"/>
                    <a:pt x="1" y="5363"/>
                  </a:cubicBezTo>
                  <a:cubicBezTo>
                    <a:pt x="1" y="5374"/>
                    <a:pt x="12" y="5396"/>
                    <a:pt x="12" y="5408"/>
                  </a:cubicBezTo>
                  <a:lnTo>
                    <a:pt x="12" y="5419"/>
                  </a:lnTo>
                  <a:lnTo>
                    <a:pt x="23" y="5441"/>
                  </a:lnTo>
                  <a:lnTo>
                    <a:pt x="23" y="5463"/>
                  </a:lnTo>
                  <a:lnTo>
                    <a:pt x="23" y="5485"/>
                  </a:lnTo>
                  <a:lnTo>
                    <a:pt x="23" y="5496"/>
                  </a:lnTo>
                  <a:lnTo>
                    <a:pt x="23" y="5518"/>
                  </a:lnTo>
                  <a:lnTo>
                    <a:pt x="23" y="5540"/>
                  </a:lnTo>
                  <a:cubicBezTo>
                    <a:pt x="23" y="5540"/>
                    <a:pt x="23" y="5551"/>
                    <a:pt x="23" y="5562"/>
                  </a:cubicBezTo>
                  <a:lnTo>
                    <a:pt x="23" y="5573"/>
                  </a:lnTo>
                  <a:lnTo>
                    <a:pt x="34" y="5596"/>
                  </a:lnTo>
                  <a:lnTo>
                    <a:pt x="34" y="5618"/>
                  </a:lnTo>
                  <a:lnTo>
                    <a:pt x="34" y="5629"/>
                  </a:lnTo>
                  <a:cubicBezTo>
                    <a:pt x="34" y="5640"/>
                    <a:pt x="45" y="5651"/>
                    <a:pt x="45" y="5662"/>
                  </a:cubicBezTo>
                  <a:lnTo>
                    <a:pt x="45" y="5673"/>
                  </a:lnTo>
                  <a:lnTo>
                    <a:pt x="56" y="5695"/>
                  </a:lnTo>
                  <a:lnTo>
                    <a:pt x="56" y="5706"/>
                  </a:lnTo>
                  <a:lnTo>
                    <a:pt x="56" y="5728"/>
                  </a:lnTo>
                  <a:lnTo>
                    <a:pt x="78" y="5750"/>
                  </a:lnTo>
                  <a:lnTo>
                    <a:pt x="78" y="5761"/>
                  </a:lnTo>
                  <a:lnTo>
                    <a:pt x="78" y="5772"/>
                  </a:lnTo>
                  <a:cubicBezTo>
                    <a:pt x="78" y="5783"/>
                    <a:pt x="89" y="5795"/>
                    <a:pt x="89" y="5806"/>
                  </a:cubicBezTo>
                  <a:lnTo>
                    <a:pt x="134" y="5883"/>
                  </a:lnTo>
                  <a:cubicBezTo>
                    <a:pt x="421" y="6381"/>
                    <a:pt x="919" y="6701"/>
                    <a:pt x="1472" y="6779"/>
                  </a:cubicBezTo>
                  <a:cubicBezTo>
                    <a:pt x="3241" y="7674"/>
                    <a:pt x="5253" y="6093"/>
                    <a:pt x="4789" y="4158"/>
                  </a:cubicBezTo>
                  <a:cubicBezTo>
                    <a:pt x="4944" y="3915"/>
                    <a:pt x="5021" y="3627"/>
                    <a:pt x="4988" y="334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18"/>
            <p:cNvSpPr/>
            <p:nvPr/>
          </p:nvSpPr>
          <p:spPr>
            <a:xfrm>
              <a:off x="-3882175" y="2494675"/>
              <a:ext cx="1335836" cy="1617037"/>
            </a:xfrm>
            <a:custGeom>
              <a:avLst/>
              <a:gdLst/>
              <a:ahLst/>
              <a:cxnLst/>
              <a:rect l="l" t="t" r="r" b="b"/>
              <a:pathLst>
                <a:path w="4988" h="6038" extrusionOk="0">
                  <a:moveTo>
                    <a:pt x="4933" y="3130"/>
                  </a:moveTo>
                  <a:cubicBezTo>
                    <a:pt x="4910" y="3063"/>
                    <a:pt x="4877" y="2997"/>
                    <a:pt x="4844" y="2931"/>
                  </a:cubicBezTo>
                  <a:cubicBezTo>
                    <a:pt x="4944" y="2798"/>
                    <a:pt x="4988" y="2643"/>
                    <a:pt x="4988" y="2477"/>
                  </a:cubicBezTo>
                  <a:cubicBezTo>
                    <a:pt x="4988" y="2090"/>
                    <a:pt x="4700" y="1758"/>
                    <a:pt x="4313" y="1692"/>
                  </a:cubicBezTo>
                  <a:cubicBezTo>
                    <a:pt x="4523" y="1305"/>
                    <a:pt x="4313" y="841"/>
                    <a:pt x="3904" y="719"/>
                  </a:cubicBezTo>
                  <a:cubicBezTo>
                    <a:pt x="3783" y="310"/>
                    <a:pt x="3451" y="0"/>
                    <a:pt x="3053" y="0"/>
                  </a:cubicBezTo>
                  <a:cubicBezTo>
                    <a:pt x="2688" y="22"/>
                    <a:pt x="2367" y="266"/>
                    <a:pt x="2257" y="609"/>
                  </a:cubicBezTo>
                  <a:cubicBezTo>
                    <a:pt x="2124" y="542"/>
                    <a:pt x="1980" y="509"/>
                    <a:pt x="1836" y="498"/>
                  </a:cubicBezTo>
                  <a:cubicBezTo>
                    <a:pt x="1317" y="520"/>
                    <a:pt x="908" y="951"/>
                    <a:pt x="919" y="1471"/>
                  </a:cubicBezTo>
                  <a:cubicBezTo>
                    <a:pt x="919" y="1637"/>
                    <a:pt x="952" y="1792"/>
                    <a:pt x="1029" y="1935"/>
                  </a:cubicBezTo>
                  <a:cubicBezTo>
                    <a:pt x="852" y="2046"/>
                    <a:pt x="698" y="2190"/>
                    <a:pt x="565" y="2367"/>
                  </a:cubicBezTo>
                  <a:cubicBezTo>
                    <a:pt x="543" y="2400"/>
                    <a:pt x="532" y="2433"/>
                    <a:pt x="510" y="2455"/>
                  </a:cubicBezTo>
                  <a:lnTo>
                    <a:pt x="498" y="2477"/>
                  </a:lnTo>
                  <a:cubicBezTo>
                    <a:pt x="476" y="2510"/>
                    <a:pt x="465" y="2533"/>
                    <a:pt x="454" y="2555"/>
                  </a:cubicBezTo>
                  <a:lnTo>
                    <a:pt x="443" y="2566"/>
                  </a:lnTo>
                  <a:lnTo>
                    <a:pt x="443" y="2588"/>
                  </a:lnTo>
                  <a:lnTo>
                    <a:pt x="432" y="2599"/>
                  </a:lnTo>
                  <a:lnTo>
                    <a:pt x="432" y="2610"/>
                  </a:lnTo>
                  <a:lnTo>
                    <a:pt x="432" y="2632"/>
                  </a:lnTo>
                  <a:lnTo>
                    <a:pt x="421" y="2643"/>
                  </a:lnTo>
                  <a:lnTo>
                    <a:pt x="410" y="2665"/>
                  </a:lnTo>
                  <a:lnTo>
                    <a:pt x="410" y="2676"/>
                  </a:lnTo>
                  <a:cubicBezTo>
                    <a:pt x="410" y="2687"/>
                    <a:pt x="399" y="2698"/>
                    <a:pt x="399" y="2698"/>
                  </a:cubicBezTo>
                  <a:lnTo>
                    <a:pt x="388" y="2720"/>
                  </a:lnTo>
                  <a:lnTo>
                    <a:pt x="388" y="2732"/>
                  </a:lnTo>
                  <a:lnTo>
                    <a:pt x="377" y="2776"/>
                  </a:lnTo>
                  <a:cubicBezTo>
                    <a:pt x="377" y="2798"/>
                    <a:pt x="366" y="2820"/>
                    <a:pt x="355" y="2831"/>
                  </a:cubicBezTo>
                  <a:lnTo>
                    <a:pt x="355" y="2831"/>
                  </a:lnTo>
                  <a:cubicBezTo>
                    <a:pt x="355" y="2853"/>
                    <a:pt x="355" y="2864"/>
                    <a:pt x="344" y="2886"/>
                  </a:cubicBezTo>
                  <a:cubicBezTo>
                    <a:pt x="344" y="2897"/>
                    <a:pt x="344" y="2897"/>
                    <a:pt x="344" y="2908"/>
                  </a:cubicBezTo>
                  <a:lnTo>
                    <a:pt x="344" y="2942"/>
                  </a:lnTo>
                  <a:cubicBezTo>
                    <a:pt x="277" y="3240"/>
                    <a:pt x="311" y="3561"/>
                    <a:pt x="432" y="3848"/>
                  </a:cubicBezTo>
                  <a:cubicBezTo>
                    <a:pt x="156" y="4169"/>
                    <a:pt x="1" y="4578"/>
                    <a:pt x="1" y="5009"/>
                  </a:cubicBezTo>
                  <a:cubicBezTo>
                    <a:pt x="1" y="5020"/>
                    <a:pt x="1" y="5032"/>
                    <a:pt x="1" y="5043"/>
                  </a:cubicBezTo>
                  <a:cubicBezTo>
                    <a:pt x="1" y="5054"/>
                    <a:pt x="1" y="5076"/>
                    <a:pt x="1" y="5087"/>
                  </a:cubicBezTo>
                  <a:lnTo>
                    <a:pt x="1" y="5098"/>
                  </a:lnTo>
                  <a:lnTo>
                    <a:pt x="1" y="5131"/>
                  </a:lnTo>
                  <a:lnTo>
                    <a:pt x="1" y="5142"/>
                  </a:lnTo>
                  <a:cubicBezTo>
                    <a:pt x="1" y="5153"/>
                    <a:pt x="1" y="5164"/>
                    <a:pt x="1" y="5164"/>
                  </a:cubicBezTo>
                  <a:lnTo>
                    <a:pt x="1" y="5175"/>
                  </a:lnTo>
                  <a:lnTo>
                    <a:pt x="1" y="5208"/>
                  </a:lnTo>
                  <a:lnTo>
                    <a:pt x="1" y="5219"/>
                  </a:lnTo>
                  <a:cubicBezTo>
                    <a:pt x="1" y="5231"/>
                    <a:pt x="1" y="5242"/>
                    <a:pt x="1" y="5253"/>
                  </a:cubicBezTo>
                  <a:lnTo>
                    <a:pt x="1" y="5264"/>
                  </a:lnTo>
                  <a:lnTo>
                    <a:pt x="1" y="5297"/>
                  </a:lnTo>
                  <a:lnTo>
                    <a:pt x="1" y="5308"/>
                  </a:lnTo>
                  <a:lnTo>
                    <a:pt x="1" y="5330"/>
                  </a:lnTo>
                  <a:lnTo>
                    <a:pt x="1" y="5352"/>
                  </a:lnTo>
                  <a:cubicBezTo>
                    <a:pt x="1" y="5363"/>
                    <a:pt x="1" y="5363"/>
                    <a:pt x="1" y="5374"/>
                  </a:cubicBezTo>
                  <a:cubicBezTo>
                    <a:pt x="1" y="5385"/>
                    <a:pt x="12" y="5396"/>
                    <a:pt x="12" y="5419"/>
                  </a:cubicBezTo>
                  <a:lnTo>
                    <a:pt x="12" y="5430"/>
                  </a:lnTo>
                  <a:lnTo>
                    <a:pt x="23" y="5452"/>
                  </a:lnTo>
                  <a:lnTo>
                    <a:pt x="23" y="5463"/>
                  </a:lnTo>
                  <a:lnTo>
                    <a:pt x="23" y="5496"/>
                  </a:lnTo>
                  <a:lnTo>
                    <a:pt x="23" y="5507"/>
                  </a:lnTo>
                  <a:lnTo>
                    <a:pt x="23" y="5529"/>
                  </a:lnTo>
                  <a:lnTo>
                    <a:pt x="23" y="5540"/>
                  </a:lnTo>
                  <a:cubicBezTo>
                    <a:pt x="23" y="5551"/>
                    <a:pt x="23" y="5562"/>
                    <a:pt x="23" y="5573"/>
                  </a:cubicBezTo>
                  <a:lnTo>
                    <a:pt x="23" y="5584"/>
                  </a:lnTo>
                  <a:lnTo>
                    <a:pt x="34" y="5607"/>
                  </a:lnTo>
                  <a:lnTo>
                    <a:pt x="34" y="5629"/>
                  </a:lnTo>
                  <a:lnTo>
                    <a:pt x="34" y="5640"/>
                  </a:lnTo>
                  <a:cubicBezTo>
                    <a:pt x="34" y="5651"/>
                    <a:pt x="45" y="5662"/>
                    <a:pt x="45" y="5673"/>
                  </a:cubicBezTo>
                  <a:lnTo>
                    <a:pt x="45" y="5673"/>
                  </a:lnTo>
                  <a:lnTo>
                    <a:pt x="56" y="5706"/>
                  </a:lnTo>
                  <a:lnTo>
                    <a:pt x="56" y="5717"/>
                  </a:lnTo>
                  <a:lnTo>
                    <a:pt x="56" y="5728"/>
                  </a:lnTo>
                  <a:lnTo>
                    <a:pt x="78" y="5761"/>
                  </a:lnTo>
                  <a:lnTo>
                    <a:pt x="78" y="5772"/>
                  </a:lnTo>
                  <a:lnTo>
                    <a:pt x="78" y="5783"/>
                  </a:lnTo>
                  <a:cubicBezTo>
                    <a:pt x="78" y="5794"/>
                    <a:pt x="89" y="5806"/>
                    <a:pt x="89" y="5817"/>
                  </a:cubicBezTo>
                  <a:lnTo>
                    <a:pt x="134" y="5894"/>
                  </a:lnTo>
                  <a:cubicBezTo>
                    <a:pt x="167" y="5949"/>
                    <a:pt x="189" y="5994"/>
                    <a:pt x="222" y="6038"/>
                  </a:cubicBezTo>
                  <a:cubicBezTo>
                    <a:pt x="808" y="6027"/>
                    <a:pt x="1383" y="5916"/>
                    <a:pt x="1925" y="5728"/>
                  </a:cubicBezTo>
                  <a:cubicBezTo>
                    <a:pt x="3396" y="5242"/>
                    <a:pt x="4446" y="4257"/>
                    <a:pt x="4933" y="31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18"/>
            <p:cNvSpPr/>
            <p:nvPr/>
          </p:nvSpPr>
          <p:spPr>
            <a:xfrm>
              <a:off x="-3423148" y="2938704"/>
              <a:ext cx="266739" cy="317355"/>
            </a:xfrm>
            <a:custGeom>
              <a:avLst/>
              <a:gdLst/>
              <a:ahLst/>
              <a:cxnLst/>
              <a:rect l="l" t="t" r="r" b="b"/>
              <a:pathLst>
                <a:path w="996" h="1185" extrusionOk="0">
                  <a:moveTo>
                    <a:pt x="753" y="1074"/>
                  </a:moveTo>
                  <a:cubicBezTo>
                    <a:pt x="565" y="1184"/>
                    <a:pt x="288" y="1051"/>
                    <a:pt x="145" y="786"/>
                  </a:cubicBezTo>
                  <a:cubicBezTo>
                    <a:pt x="1" y="521"/>
                    <a:pt x="34" y="222"/>
                    <a:pt x="233" y="112"/>
                  </a:cubicBezTo>
                  <a:cubicBezTo>
                    <a:pt x="432" y="1"/>
                    <a:pt x="709" y="134"/>
                    <a:pt x="852" y="399"/>
                  </a:cubicBezTo>
                  <a:cubicBezTo>
                    <a:pt x="996" y="664"/>
                    <a:pt x="952" y="974"/>
                    <a:pt x="753" y="107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18"/>
            <p:cNvSpPr/>
            <p:nvPr/>
          </p:nvSpPr>
          <p:spPr>
            <a:xfrm>
              <a:off x="-3585977" y="3279359"/>
              <a:ext cx="915375" cy="1069365"/>
            </a:xfrm>
            <a:custGeom>
              <a:avLst/>
              <a:gdLst/>
              <a:ahLst/>
              <a:cxnLst/>
              <a:rect l="l" t="t" r="r" b="b"/>
              <a:pathLst>
                <a:path w="3418" h="3993" extrusionOk="0">
                  <a:moveTo>
                    <a:pt x="1681" y="520"/>
                  </a:moveTo>
                  <a:cubicBezTo>
                    <a:pt x="1648" y="565"/>
                    <a:pt x="1626" y="609"/>
                    <a:pt x="1604" y="664"/>
                  </a:cubicBezTo>
                  <a:cubicBezTo>
                    <a:pt x="1482" y="952"/>
                    <a:pt x="1250" y="1195"/>
                    <a:pt x="963" y="1316"/>
                  </a:cubicBezTo>
                  <a:cubicBezTo>
                    <a:pt x="642" y="1427"/>
                    <a:pt x="388" y="1670"/>
                    <a:pt x="255" y="1980"/>
                  </a:cubicBezTo>
                  <a:cubicBezTo>
                    <a:pt x="1" y="2577"/>
                    <a:pt x="255" y="3285"/>
                    <a:pt x="841" y="3583"/>
                  </a:cubicBezTo>
                  <a:cubicBezTo>
                    <a:pt x="1681" y="3992"/>
                    <a:pt x="2654" y="3351"/>
                    <a:pt x="2621" y="2422"/>
                  </a:cubicBezTo>
                  <a:cubicBezTo>
                    <a:pt x="2599" y="2157"/>
                    <a:pt x="2710" y="1902"/>
                    <a:pt x="2931" y="1737"/>
                  </a:cubicBezTo>
                  <a:cubicBezTo>
                    <a:pt x="3373" y="1416"/>
                    <a:pt x="3417" y="775"/>
                    <a:pt x="3030" y="388"/>
                  </a:cubicBezTo>
                  <a:cubicBezTo>
                    <a:pt x="2643" y="1"/>
                    <a:pt x="1991" y="67"/>
                    <a:pt x="1681" y="52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18"/>
            <p:cNvSpPr/>
            <p:nvPr/>
          </p:nvSpPr>
          <p:spPr>
            <a:xfrm>
              <a:off x="-3553304" y="3217227"/>
              <a:ext cx="870918" cy="859134"/>
            </a:xfrm>
            <a:custGeom>
              <a:avLst/>
              <a:gdLst/>
              <a:ahLst/>
              <a:cxnLst/>
              <a:rect l="l" t="t" r="r" b="b"/>
              <a:pathLst>
                <a:path w="3252" h="3208" extrusionOk="0">
                  <a:moveTo>
                    <a:pt x="1559" y="752"/>
                  </a:moveTo>
                  <a:cubicBezTo>
                    <a:pt x="1526" y="797"/>
                    <a:pt x="1504" y="841"/>
                    <a:pt x="1482" y="896"/>
                  </a:cubicBezTo>
                  <a:cubicBezTo>
                    <a:pt x="1360" y="1184"/>
                    <a:pt x="1128" y="1427"/>
                    <a:pt x="841" y="1548"/>
                  </a:cubicBezTo>
                  <a:cubicBezTo>
                    <a:pt x="520" y="1659"/>
                    <a:pt x="266" y="1902"/>
                    <a:pt x="133" y="2212"/>
                  </a:cubicBezTo>
                  <a:cubicBezTo>
                    <a:pt x="0" y="2533"/>
                    <a:pt x="0" y="2897"/>
                    <a:pt x="144" y="3207"/>
                  </a:cubicBezTo>
                  <a:cubicBezTo>
                    <a:pt x="354" y="3163"/>
                    <a:pt x="564" y="3108"/>
                    <a:pt x="774" y="3030"/>
                  </a:cubicBezTo>
                  <a:cubicBezTo>
                    <a:pt x="1725" y="2709"/>
                    <a:pt x="2555" y="2112"/>
                    <a:pt x="3174" y="1327"/>
                  </a:cubicBezTo>
                  <a:cubicBezTo>
                    <a:pt x="3251" y="421"/>
                    <a:pt x="2079" y="0"/>
                    <a:pt x="1559" y="75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18"/>
            <p:cNvSpPr/>
            <p:nvPr/>
          </p:nvSpPr>
          <p:spPr>
            <a:xfrm>
              <a:off x="-3124004" y="3063236"/>
              <a:ext cx="178094" cy="213445"/>
            </a:xfrm>
            <a:custGeom>
              <a:avLst/>
              <a:gdLst/>
              <a:ahLst/>
              <a:cxnLst/>
              <a:rect l="l" t="t" r="r" b="b"/>
              <a:pathLst>
                <a:path w="665" h="797" extrusionOk="0">
                  <a:moveTo>
                    <a:pt x="542" y="597"/>
                  </a:moveTo>
                  <a:cubicBezTo>
                    <a:pt x="343" y="797"/>
                    <a:pt x="1" y="631"/>
                    <a:pt x="34" y="343"/>
                  </a:cubicBezTo>
                  <a:cubicBezTo>
                    <a:pt x="78" y="67"/>
                    <a:pt x="454" y="0"/>
                    <a:pt x="587" y="244"/>
                  </a:cubicBezTo>
                  <a:cubicBezTo>
                    <a:pt x="664" y="354"/>
                    <a:pt x="642" y="509"/>
                    <a:pt x="542" y="59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8"/>
            <p:cNvSpPr/>
            <p:nvPr/>
          </p:nvSpPr>
          <p:spPr>
            <a:xfrm>
              <a:off x="-3763535" y="3427458"/>
              <a:ext cx="266739" cy="311195"/>
            </a:xfrm>
            <a:custGeom>
              <a:avLst/>
              <a:gdLst/>
              <a:ahLst/>
              <a:cxnLst/>
              <a:rect l="l" t="t" r="r" b="b"/>
              <a:pathLst>
                <a:path w="996" h="1162" extrusionOk="0">
                  <a:moveTo>
                    <a:pt x="752" y="1062"/>
                  </a:moveTo>
                  <a:cubicBezTo>
                    <a:pt x="564" y="1162"/>
                    <a:pt x="288" y="1040"/>
                    <a:pt x="144" y="774"/>
                  </a:cubicBezTo>
                  <a:cubicBezTo>
                    <a:pt x="0" y="509"/>
                    <a:pt x="44" y="211"/>
                    <a:pt x="232" y="100"/>
                  </a:cubicBezTo>
                  <a:cubicBezTo>
                    <a:pt x="431" y="0"/>
                    <a:pt x="708" y="122"/>
                    <a:pt x="852" y="387"/>
                  </a:cubicBezTo>
                  <a:cubicBezTo>
                    <a:pt x="995" y="653"/>
                    <a:pt x="951" y="962"/>
                    <a:pt x="752" y="106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366"/>
        <p:cNvGrpSpPr/>
        <p:nvPr/>
      </p:nvGrpSpPr>
      <p:grpSpPr>
        <a:xfrm>
          <a:off x="0" y="0"/>
          <a:ext cx="0" cy="0"/>
          <a:chOff x="0" y="0"/>
          <a:chExt cx="0" cy="0"/>
        </a:xfrm>
      </p:grpSpPr>
      <p:sp>
        <p:nvSpPr>
          <p:cNvPr id="367" name="Google Shape;367;p19"/>
          <p:cNvSpPr txBox="1">
            <a:spLocks noGrp="1"/>
          </p:cNvSpPr>
          <p:nvPr>
            <p:ph type="title"/>
          </p:nvPr>
        </p:nvSpPr>
        <p:spPr>
          <a:xfrm>
            <a:off x="2722225" y="540000"/>
            <a:ext cx="3699600" cy="8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5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68" name="Google Shape;368;p19"/>
          <p:cNvSpPr txBox="1">
            <a:spLocks noGrp="1"/>
          </p:cNvSpPr>
          <p:nvPr>
            <p:ph type="subTitle" idx="1"/>
          </p:nvPr>
        </p:nvSpPr>
        <p:spPr>
          <a:xfrm>
            <a:off x="2583450" y="1416000"/>
            <a:ext cx="3977100" cy="123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69" name="Google Shape;369;p19"/>
          <p:cNvSpPr txBox="1"/>
          <p:nvPr/>
        </p:nvSpPr>
        <p:spPr>
          <a:xfrm>
            <a:off x="2850875" y="3090850"/>
            <a:ext cx="3442200" cy="6420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000" b="1">
                <a:solidFill>
                  <a:schemeClr val="dk1"/>
                </a:solidFill>
                <a:latin typeface="Arimo"/>
                <a:ea typeface="Arimo"/>
                <a:cs typeface="Arimo"/>
                <a:sym typeface="Arimo"/>
              </a:rPr>
              <a:t>CREDITS:</a:t>
            </a:r>
            <a:r>
              <a:rPr lang="en" sz="1000">
                <a:solidFill>
                  <a:schemeClr val="dk1"/>
                </a:solidFill>
                <a:latin typeface="Arimo"/>
                <a:ea typeface="Arimo"/>
                <a:cs typeface="Arimo"/>
                <a:sym typeface="Arimo"/>
              </a:rPr>
              <a:t> This presentation template was created by </a:t>
            </a:r>
            <a:r>
              <a:rPr lang="en" sz="1000" b="1" u="sng">
                <a:solidFill>
                  <a:schemeClr val="hlink"/>
                </a:solidFill>
                <a:latin typeface="Arimo"/>
                <a:ea typeface="Arimo"/>
                <a:cs typeface="Arimo"/>
                <a:sym typeface="Arimo"/>
                <a:hlinkClick r:id="rId2"/>
              </a:rPr>
              <a:t>Slidesgo</a:t>
            </a:r>
            <a:r>
              <a:rPr lang="en" sz="1000">
                <a:solidFill>
                  <a:schemeClr val="dk1"/>
                </a:solidFill>
                <a:latin typeface="Arimo"/>
                <a:ea typeface="Arimo"/>
                <a:cs typeface="Arimo"/>
                <a:sym typeface="Arimo"/>
              </a:rPr>
              <a:t>, and includes icons by </a:t>
            </a:r>
            <a:r>
              <a:rPr lang="en" sz="1000" b="1" u="sng">
                <a:solidFill>
                  <a:schemeClr val="dk1"/>
                </a:solidFill>
                <a:latin typeface="Arimo"/>
                <a:ea typeface="Arimo"/>
                <a:cs typeface="Arimo"/>
                <a:sym typeface="Arimo"/>
                <a:hlinkClick r:id="rId3">
                  <a:extLst>
                    <a:ext uri="{A12FA001-AC4F-418D-AE19-62706E023703}">
                      <ahyp:hlinkClr xmlns:ahyp="http://schemas.microsoft.com/office/drawing/2018/hyperlinkcolor" val="tx"/>
                    </a:ext>
                  </a:extLst>
                </a:hlinkClick>
              </a:rPr>
              <a:t>Flaticon</a:t>
            </a:r>
            <a:r>
              <a:rPr lang="en" sz="1000">
                <a:solidFill>
                  <a:schemeClr val="dk1"/>
                </a:solidFill>
                <a:latin typeface="Arimo"/>
                <a:ea typeface="Arimo"/>
                <a:cs typeface="Arimo"/>
                <a:sym typeface="Arimo"/>
              </a:rPr>
              <a:t>, and infographics &amp; images by </a:t>
            </a:r>
            <a:r>
              <a:rPr lang="en" sz="1000" b="1" u="sng">
                <a:solidFill>
                  <a:schemeClr val="dk1"/>
                </a:solidFill>
                <a:latin typeface="Arimo"/>
                <a:ea typeface="Arimo"/>
                <a:cs typeface="Arimo"/>
                <a:sym typeface="Arimo"/>
                <a:hlinkClick r:id="rId4">
                  <a:extLst>
                    <a:ext uri="{A12FA001-AC4F-418D-AE19-62706E023703}">
                      <ahyp:hlinkClr xmlns:ahyp="http://schemas.microsoft.com/office/drawing/2018/hyperlinkcolor" val="tx"/>
                    </a:ext>
                  </a:extLst>
                </a:hlinkClick>
              </a:rPr>
              <a:t>Freepik</a:t>
            </a:r>
            <a:r>
              <a:rPr lang="en" sz="1000" u="sng">
                <a:solidFill>
                  <a:schemeClr val="dk1"/>
                </a:solidFill>
                <a:latin typeface="Arimo"/>
                <a:ea typeface="Arimo"/>
                <a:cs typeface="Arimo"/>
                <a:sym typeface="Arimo"/>
              </a:rPr>
              <a:t> </a:t>
            </a:r>
            <a:endParaRPr sz="1000" b="1" u="sng">
              <a:solidFill>
                <a:schemeClr val="dk1"/>
              </a:solidFill>
              <a:latin typeface="Arimo"/>
              <a:ea typeface="Arimo"/>
              <a:cs typeface="Arimo"/>
              <a:sym typeface="Arimo"/>
            </a:endParaRPr>
          </a:p>
        </p:txBody>
      </p:sp>
      <p:grpSp>
        <p:nvGrpSpPr>
          <p:cNvPr id="370" name="Google Shape;370;p19"/>
          <p:cNvGrpSpPr/>
          <p:nvPr/>
        </p:nvGrpSpPr>
        <p:grpSpPr>
          <a:xfrm flipH="1">
            <a:off x="62389" y="3727066"/>
            <a:ext cx="9081601" cy="1276268"/>
            <a:chOff x="1048172" y="1218625"/>
            <a:chExt cx="10223575" cy="1436753"/>
          </a:xfrm>
        </p:grpSpPr>
        <p:sp>
          <p:nvSpPr>
            <p:cNvPr id="371" name="Google Shape;371;p19"/>
            <p:cNvSpPr/>
            <p:nvPr/>
          </p:nvSpPr>
          <p:spPr>
            <a:xfrm>
              <a:off x="2640100" y="1248060"/>
              <a:ext cx="814326" cy="1052496"/>
            </a:xfrm>
            <a:custGeom>
              <a:avLst/>
              <a:gdLst/>
              <a:ahLst/>
              <a:cxnLst/>
              <a:rect l="l" t="t" r="r" b="b"/>
              <a:pathLst>
                <a:path w="7940" h="10262" extrusionOk="0">
                  <a:moveTo>
                    <a:pt x="7929" y="3285"/>
                  </a:moveTo>
                  <a:lnTo>
                    <a:pt x="7608" y="3285"/>
                  </a:lnTo>
                  <a:lnTo>
                    <a:pt x="7608" y="2610"/>
                  </a:lnTo>
                  <a:lnTo>
                    <a:pt x="7210" y="2610"/>
                  </a:lnTo>
                  <a:lnTo>
                    <a:pt x="7210" y="1759"/>
                  </a:lnTo>
                  <a:lnTo>
                    <a:pt x="6137" y="1759"/>
                  </a:lnTo>
                  <a:lnTo>
                    <a:pt x="6137" y="2610"/>
                  </a:lnTo>
                  <a:lnTo>
                    <a:pt x="5739" y="2610"/>
                  </a:lnTo>
                  <a:lnTo>
                    <a:pt x="5739" y="3285"/>
                  </a:lnTo>
                  <a:lnTo>
                    <a:pt x="5175" y="3285"/>
                  </a:lnTo>
                  <a:lnTo>
                    <a:pt x="5175" y="4147"/>
                  </a:lnTo>
                  <a:cubicBezTo>
                    <a:pt x="4490" y="4169"/>
                    <a:pt x="3992" y="4213"/>
                    <a:pt x="3992" y="4280"/>
                  </a:cubicBezTo>
                  <a:lnTo>
                    <a:pt x="3992" y="4501"/>
                  </a:lnTo>
                  <a:lnTo>
                    <a:pt x="3992" y="4501"/>
                  </a:lnTo>
                  <a:lnTo>
                    <a:pt x="3992" y="4645"/>
                  </a:lnTo>
                  <a:lnTo>
                    <a:pt x="3992" y="4645"/>
                  </a:lnTo>
                  <a:lnTo>
                    <a:pt x="3992" y="4921"/>
                  </a:lnTo>
                  <a:lnTo>
                    <a:pt x="3992" y="4921"/>
                  </a:lnTo>
                  <a:lnTo>
                    <a:pt x="3992" y="5054"/>
                  </a:lnTo>
                  <a:lnTo>
                    <a:pt x="3992" y="5065"/>
                  </a:lnTo>
                  <a:lnTo>
                    <a:pt x="3992" y="5341"/>
                  </a:lnTo>
                  <a:lnTo>
                    <a:pt x="3992" y="5341"/>
                  </a:lnTo>
                  <a:lnTo>
                    <a:pt x="3992" y="5485"/>
                  </a:lnTo>
                  <a:lnTo>
                    <a:pt x="3992" y="5485"/>
                  </a:lnTo>
                  <a:lnTo>
                    <a:pt x="3992" y="5761"/>
                  </a:lnTo>
                  <a:lnTo>
                    <a:pt x="3992" y="5761"/>
                  </a:lnTo>
                  <a:lnTo>
                    <a:pt x="3992" y="5905"/>
                  </a:lnTo>
                  <a:lnTo>
                    <a:pt x="3992" y="5905"/>
                  </a:lnTo>
                  <a:lnTo>
                    <a:pt x="3992" y="6182"/>
                  </a:lnTo>
                  <a:lnTo>
                    <a:pt x="3992" y="6182"/>
                  </a:lnTo>
                  <a:lnTo>
                    <a:pt x="3992" y="6336"/>
                  </a:lnTo>
                  <a:lnTo>
                    <a:pt x="3992" y="6613"/>
                  </a:lnTo>
                  <a:lnTo>
                    <a:pt x="3992" y="6746"/>
                  </a:lnTo>
                  <a:lnTo>
                    <a:pt x="3992" y="6746"/>
                  </a:lnTo>
                  <a:lnTo>
                    <a:pt x="3992" y="7022"/>
                  </a:lnTo>
                  <a:lnTo>
                    <a:pt x="3992" y="7022"/>
                  </a:lnTo>
                  <a:lnTo>
                    <a:pt x="3992" y="7166"/>
                  </a:lnTo>
                  <a:lnTo>
                    <a:pt x="3992" y="7166"/>
                  </a:lnTo>
                  <a:lnTo>
                    <a:pt x="3992" y="7442"/>
                  </a:lnTo>
                  <a:lnTo>
                    <a:pt x="3992" y="7442"/>
                  </a:lnTo>
                  <a:lnTo>
                    <a:pt x="3992" y="7597"/>
                  </a:lnTo>
                  <a:lnTo>
                    <a:pt x="3992" y="7597"/>
                  </a:lnTo>
                  <a:lnTo>
                    <a:pt x="3992" y="7807"/>
                  </a:lnTo>
                  <a:lnTo>
                    <a:pt x="3561" y="7807"/>
                  </a:lnTo>
                  <a:lnTo>
                    <a:pt x="3561" y="3185"/>
                  </a:lnTo>
                  <a:lnTo>
                    <a:pt x="2986" y="3185"/>
                  </a:lnTo>
                  <a:lnTo>
                    <a:pt x="2986" y="863"/>
                  </a:lnTo>
                  <a:lnTo>
                    <a:pt x="2455" y="863"/>
                  </a:lnTo>
                  <a:lnTo>
                    <a:pt x="2455" y="0"/>
                  </a:lnTo>
                  <a:lnTo>
                    <a:pt x="1615" y="0"/>
                  </a:lnTo>
                  <a:lnTo>
                    <a:pt x="1615" y="863"/>
                  </a:lnTo>
                  <a:lnTo>
                    <a:pt x="1084" y="863"/>
                  </a:lnTo>
                  <a:lnTo>
                    <a:pt x="1084" y="3185"/>
                  </a:lnTo>
                  <a:lnTo>
                    <a:pt x="509" y="3185"/>
                  </a:lnTo>
                  <a:lnTo>
                    <a:pt x="509" y="3296"/>
                  </a:lnTo>
                  <a:lnTo>
                    <a:pt x="354" y="3296"/>
                  </a:lnTo>
                  <a:lnTo>
                    <a:pt x="354" y="3439"/>
                  </a:lnTo>
                  <a:lnTo>
                    <a:pt x="509" y="3439"/>
                  </a:lnTo>
                  <a:lnTo>
                    <a:pt x="509" y="3649"/>
                  </a:lnTo>
                  <a:lnTo>
                    <a:pt x="354" y="3649"/>
                  </a:lnTo>
                  <a:lnTo>
                    <a:pt x="354" y="3793"/>
                  </a:lnTo>
                  <a:lnTo>
                    <a:pt x="509" y="3793"/>
                  </a:lnTo>
                  <a:lnTo>
                    <a:pt x="509" y="4014"/>
                  </a:lnTo>
                  <a:lnTo>
                    <a:pt x="354" y="4014"/>
                  </a:lnTo>
                  <a:lnTo>
                    <a:pt x="354" y="4147"/>
                  </a:lnTo>
                  <a:lnTo>
                    <a:pt x="509" y="4147"/>
                  </a:lnTo>
                  <a:lnTo>
                    <a:pt x="509" y="4368"/>
                  </a:lnTo>
                  <a:lnTo>
                    <a:pt x="354" y="4368"/>
                  </a:lnTo>
                  <a:lnTo>
                    <a:pt x="354" y="4501"/>
                  </a:lnTo>
                  <a:lnTo>
                    <a:pt x="509" y="4501"/>
                  </a:lnTo>
                  <a:lnTo>
                    <a:pt x="509" y="4711"/>
                  </a:lnTo>
                  <a:lnTo>
                    <a:pt x="354" y="4711"/>
                  </a:lnTo>
                  <a:lnTo>
                    <a:pt x="354" y="4855"/>
                  </a:lnTo>
                  <a:lnTo>
                    <a:pt x="509" y="4855"/>
                  </a:lnTo>
                  <a:lnTo>
                    <a:pt x="509" y="5065"/>
                  </a:lnTo>
                  <a:lnTo>
                    <a:pt x="354" y="5065"/>
                  </a:lnTo>
                  <a:lnTo>
                    <a:pt x="354" y="5198"/>
                  </a:lnTo>
                  <a:lnTo>
                    <a:pt x="509" y="5198"/>
                  </a:lnTo>
                  <a:lnTo>
                    <a:pt x="509" y="5419"/>
                  </a:lnTo>
                  <a:lnTo>
                    <a:pt x="354" y="5419"/>
                  </a:lnTo>
                  <a:lnTo>
                    <a:pt x="354" y="5562"/>
                  </a:lnTo>
                  <a:lnTo>
                    <a:pt x="509" y="5562"/>
                  </a:lnTo>
                  <a:lnTo>
                    <a:pt x="509" y="5795"/>
                  </a:lnTo>
                  <a:lnTo>
                    <a:pt x="354" y="5795"/>
                  </a:lnTo>
                  <a:lnTo>
                    <a:pt x="354" y="5938"/>
                  </a:lnTo>
                  <a:lnTo>
                    <a:pt x="509" y="5938"/>
                  </a:lnTo>
                  <a:lnTo>
                    <a:pt x="509" y="6148"/>
                  </a:lnTo>
                  <a:lnTo>
                    <a:pt x="354" y="6148"/>
                  </a:lnTo>
                  <a:lnTo>
                    <a:pt x="354" y="6281"/>
                  </a:lnTo>
                  <a:lnTo>
                    <a:pt x="509" y="6281"/>
                  </a:lnTo>
                  <a:lnTo>
                    <a:pt x="509" y="6502"/>
                  </a:lnTo>
                  <a:lnTo>
                    <a:pt x="354" y="6502"/>
                  </a:lnTo>
                  <a:lnTo>
                    <a:pt x="354" y="6635"/>
                  </a:lnTo>
                  <a:lnTo>
                    <a:pt x="509" y="6635"/>
                  </a:lnTo>
                  <a:lnTo>
                    <a:pt x="509" y="6845"/>
                  </a:lnTo>
                  <a:lnTo>
                    <a:pt x="354" y="6845"/>
                  </a:lnTo>
                  <a:lnTo>
                    <a:pt x="354" y="6989"/>
                  </a:lnTo>
                  <a:lnTo>
                    <a:pt x="509" y="6989"/>
                  </a:lnTo>
                  <a:lnTo>
                    <a:pt x="509" y="7199"/>
                  </a:lnTo>
                  <a:lnTo>
                    <a:pt x="354" y="7199"/>
                  </a:lnTo>
                  <a:lnTo>
                    <a:pt x="354" y="7343"/>
                  </a:lnTo>
                  <a:lnTo>
                    <a:pt x="509" y="7343"/>
                  </a:lnTo>
                  <a:lnTo>
                    <a:pt x="509" y="7409"/>
                  </a:lnTo>
                  <a:lnTo>
                    <a:pt x="0" y="7409"/>
                  </a:lnTo>
                  <a:lnTo>
                    <a:pt x="0" y="10262"/>
                  </a:lnTo>
                  <a:lnTo>
                    <a:pt x="7940" y="10262"/>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9"/>
            <p:cNvSpPr/>
            <p:nvPr/>
          </p:nvSpPr>
          <p:spPr>
            <a:xfrm>
              <a:off x="9061672" y="1366006"/>
              <a:ext cx="942526" cy="1075265"/>
            </a:xfrm>
            <a:custGeom>
              <a:avLst/>
              <a:gdLst/>
              <a:ahLst/>
              <a:cxnLst/>
              <a:rect l="l" t="t" r="r" b="b"/>
              <a:pathLst>
                <a:path w="9190" h="10484" extrusionOk="0">
                  <a:moveTo>
                    <a:pt x="0" y="10118"/>
                  </a:moveTo>
                  <a:lnTo>
                    <a:pt x="0" y="9289"/>
                  </a:lnTo>
                  <a:cubicBezTo>
                    <a:pt x="0" y="9156"/>
                    <a:pt x="78" y="9046"/>
                    <a:pt x="177" y="9046"/>
                  </a:cubicBezTo>
                  <a:cubicBezTo>
                    <a:pt x="277" y="9046"/>
                    <a:pt x="354" y="8935"/>
                    <a:pt x="354" y="8802"/>
                  </a:cubicBezTo>
                  <a:lnTo>
                    <a:pt x="354" y="8614"/>
                  </a:lnTo>
                  <a:cubicBezTo>
                    <a:pt x="354" y="8482"/>
                    <a:pt x="431" y="8371"/>
                    <a:pt x="531" y="8371"/>
                  </a:cubicBezTo>
                  <a:lnTo>
                    <a:pt x="852" y="8371"/>
                  </a:lnTo>
                  <a:lnTo>
                    <a:pt x="852" y="8227"/>
                  </a:lnTo>
                  <a:lnTo>
                    <a:pt x="1062" y="8227"/>
                  </a:lnTo>
                  <a:cubicBezTo>
                    <a:pt x="1084" y="8205"/>
                    <a:pt x="1117" y="8194"/>
                    <a:pt x="1139" y="8194"/>
                  </a:cubicBezTo>
                  <a:lnTo>
                    <a:pt x="1139" y="8084"/>
                  </a:lnTo>
                  <a:lnTo>
                    <a:pt x="1017" y="8084"/>
                  </a:lnTo>
                  <a:lnTo>
                    <a:pt x="1017" y="7697"/>
                  </a:lnTo>
                  <a:lnTo>
                    <a:pt x="1139" y="7697"/>
                  </a:lnTo>
                  <a:lnTo>
                    <a:pt x="1139" y="7553"/>
                  </a:lnTo>
                  <a:lnTo>
                    <a:pt x="852" y="7553"/>
                  </a:lnTo>
                  <a:lnTo>
                    <a:pt x="852" y="7365"/>
                  </a:lnTo>
                  <a:lnTo>
                    <a:pt x="1139" y="7365"/>
                  </a:lnTo>
                  <a:lnTo>
                    <a:pt x="1139" y="7221"/>
                  </a:lnTo>
                  <a:lnTo>
                    <a:pt x="1017" y="7221"/>
                  </a:lnTo>
                  <a:lnTo>
                    <a:pt x="1017" y="6823"/>
                  </a:lnTo>
                  <a:lnTo>
                    <a:pt x="1139" y="6823"/>
                  </a:lnTo>
                  <a:lnTo>
                    <a:pt x="1139" y="6690"/>
                  </a:lnTo>
                  <a:lnTo>
                    <a:pt x="852" y="6690"/>
                  </a:lnTo>
                  <a:lnTo>
                    <a:pt x="852" y="6491"/>
                  </a:lnTo>
                  <a:lnTo>
                    <a:pt x="1139" y="6491"/>
                  </a:lnTo>
                  <a:lnTo>
                    <a:pt x="1139" y="6359"/>
                  </a:lnTo>
                  <a:lnTo>
                    <a:pt x="1017" y="6359"/>
                  </a:lnTo>
                  <a:lnTo>
                    <a:pt x="1017" y="5960"/>
                  </a:lnTo>
                  <a:lnTo>
                    <a:pt x="1139" y="5960"/>
                  </a:lnTo>
                  <a:lnTo>
                    <a:pt x="1139" y="5828"/>
                  </a:lnTo>
                  <a:lnTo>
                    <a:pt x="852" y="5828"/>
                  </a:lnTo>
                  <a:lnTo>
                    <a:pt x="852" y="5629"/>
                  </a:lnTo>
                  <a:lnTo>
                    <a:pt x="1139" y="5629"/>
                  </a:lnTo>
                  <a:lnTo>
                    <a:pt x="1139" y="5485"/>
                  </a:lnTo>
                  <a:lnTo>
                    <a:pt x="1017" y="5485"/>
                  </a:lnTo>
                  <a:lnTo>
                    <a:pt x="1017" y="5098"/>
                  </a:lnTo>
                  <a:lnTo>
                    <a:pt x="1139" y="5098"/>
                  </a:lnTo>
                  <a:lnTo>
                    <a:pt x="1139" y="4954"/>
                  </a:lnTo>
                  <a:lnTo>
                    <a:pt x="852" y="4954"/>
                  </a:lnTo>
                  <a:lnTo>
                    <a:pt x="852" y="4755"/>
                  </a:lnTo>
                  <a:lnTo>
                    <a:pt x="1139" y="4755"/>
                  </a:lnTo>
                  <a:lnTo>
                    <a:pt x="1139" y="4623"/>
                  </a:lnTo>
                  <a:lnTo>
                    <a:pt x="1017" y="4623"/>
                  </a:lnTo>
                  <a:lnTo>
                    <a:pt x="1017" y="4236"/>
                  </a:lnTo>
                  <a:lnTo>
                    <a:pt x="1139" y="4236"/>
                  </a:lnTo>
                  <a:lnTo>
                    <a:pt x="1139" y="4092"/>
                  </a:lnTo>
                  <a:lnTo>
                    <a:pt x="852" y="4092"/>
                  </a:lnTo>
                  <a:lnTo>
                    <a:pt x="852" y="3893"/>
                  </a:lnTo>
                  <a:lnTo>
                    <a:pt x="1139" y="3893"/>
                  </a:lnTo>
                  <a:lnTo>
                    <a:pt x="1139" y="3362"/>
                  </a:lnTo>
                  <a:lnTo>
                    <a:pt x="1692" y="3362"/>
                  </a:lnTo>
                  <a:lnTo>
                    <a:pt x="1692" y="2654"/>
                  </a:lnTo>
                  <a:lnTo>
                    <a:pt x="2090" y="2654"/>
                  </a:lnTo>
                  <a:lnTo>
                    <a:pt x="2090" y="1792"/>
                  </a:lnTo>
                  <a:lnTo>
                    <a:pt x="3152" y="1792"/>
                  </a:lnTo>
                  <a:lnTo>
                    <a:pt x="3152" y="2654"/>
                  </a:lnTo>
                  <a:lnTo>
                    <a:pt x="3539" y="2654"/>
                  </a:lnTo>
                  <a:lnTo>
                    <a:pt x="3539" y="3362"/>
                  </a:lnTo>
                  <a:lnTo>
                    <a:pt x="4092" y="3362"/>
                  </a:lnTo>
                  <a:lnTo>
                    <a:pt x="4092" y="4236"/>
                  </a:lnTo>
                  <a:cubicBezTo>
                    <a:pt x="4766" y="4258"/>
                    <a:pt x="5253" y="4302"/>
                    <a:pt x="5253" y="4368"/>
                  </a:cubicBezTo>
                  <a:lnTo>
                    <a:pt x="5253" y="4589"/>
                  </a:lnTo>
                  <a:lnTo>
                    <a:pt x="5253" y="4589"/>
                  </a:lnTo>
                  <a:lnTo>
                    <a:pt x="5253" y="4744"/>
                  </a:lnTo>
                  <a:lnTo>
                    <a:pt x="5253" y="4744"/>
                  </a:lnTo>
                  <a:lnTo>
                    <a:pt x="5253" y="5021"/>
                  </a:lnTo>
                  <a:lnTo>
                    <a:pt x="5253" y="5021"/>
                  </a:lnTo>
                  <a:lnTo>
                    <a:pt x="5253" y="5175"/>
                  </a:lnTo>
                  <a:lnTo>
                    <a:pt x="5253" y="5175"/>
                  </a:lnTo>
                  <a:lnTo>
                    <a:pt x="5253" y="5452"/>
                  </a:lnTo>
                  <a:lnTo>
                    <a:pt x="5253" y="5452"/>
                  </a:lnTo>
                  <a:lnTo>
                    <a:pt x="5253" y="5596"/>
                  </a:lnTo>
                  <a:lnTo>
                    <a:pt x="5253" y="5596"/>
                  </a:lnTo>
                  <a:lnTo>
                    <a:pt x="5253" y="5872"/>
                  </a:lnTo>
                  <a:lnTo>
                    <a:pt x="5253" y="5872"/>
                  </a:lnTo>
                  <a:lnTo>
                    <a:pt x="5253" y="6027"/>
                  </a:lnTo>
                  <a:lnTo>
                    <a:pt x="5253" y="6038"/>
                  </a:lnTo>
                  <a:lnTo>
                    <a:pt x="5253" y="6314"/>
                  </a:lnTo>
                  <a:lnTo>
                    <a:pt x="5253" y="6458"/>
                  </a:lnTo>
                  <a:lnTo>
                    <a:pt x="5253" y="6458"/>
                  </a:lnTo>
                  <a:lnTo>
                    <a:pt x="5253" y="6735"/>
                  </a:lnTo>
                  <a:lnTo>
                    <a:pt x="5253" y="6735"/>
                  </a:lnTo>
                  <a:lnTo>
                    <a:pt x="5253" y="6889"/>
                  </a:lnTo>
                  <a:lnTo>
                    <a:pt x="5253" y="6889"/>
                  </a:lnTo>
                  <a:lnTo>
                    <a:pt x="5253" y="7166"/>
                  </a:lnTo>
                  <a:lnTo>
                    <a:pt x="5253" y="7166"/>
                  </a:lnTo>
                  <a:lnTo>
                    <a:pt x="5253" y="7309"/>
                  </a:lnTo>
                  <a:lnTo>
                    <a:pt x="5253" y="7321"/>
                  </a:lnTo>
                  <a:lnTo>
                    <a:pt x="5253" y="7597"/>
                  </a:lnTo>
                  <a:lnTo>
                    <a:pt x="5253" y="7597"/>
                  </a:lnTo>
                  <a:lnTo>
                    <a:pt x="5253" y="7741"/>
                  </a:lnTo>
                  <a:lnTo>
                    <a:pt x="5253" y="7741"/>
                  </a:lnTo>
                  <a:lnTo>
                    <a:pt x="5253" y="7962"/>
                  </a:lnTo>
                  <a:lnTo>
                    <a:pt x="5684" y="7962"/>
                  </a:lnTo>
                  <a:lnTo>
                    <a:pt x="5684" y="3251"/>
                  </a:lnTo>
                  <a:lnTo>
                    <a:pt x="6248" y="3251"/>
                  </a:lnTo>
                  <a:lnTo>
                    <a:pt x="6248" y="874"/>
                  </a:lnTo>
                  <a:lnTo>
                    <a:pt x="6767" y="874"/>
                  </a:lnTo>
                  <a:lnTo>
                    <a:pt x="6767" y="0"/>
                  </a:lnTo>
                  <a:lnTo>
                    <a:pt x="7597" y="0"/>
                  </a:lnTo>
                  <a:lnTo>
                    <a:pt x="7597" y="874"/>
                  </a:lnTo>
                  <a:lnTo>
                    <a:pt x="8128" y="874"/>
                  </a:lnTo>
                  <a:lnTo>
                    <a:pt x="8128" y="3251"/>
                  </a:lnTo>
                  <a:lnTo>
                    <a:pt x="8691" y="3251"/>
                  </a:lnTo>
                  <a:lnTo>
                    <a:pt x="8691" y="3373"/>
                  </a:lnTo>
                  <a:lnTo>
                    <a:pt x="8835" y="3373"/>
                  </a:lnTo>
                  <a:lnTo>
                    <a:pt x="8835" y="3517"/>
                  </a:lnTo>
                  <a:lnTo>
                    <a:pt x="8691" y="3517"/>
                  </a:lnTo>
                  <a:lnTo>
                    <a:pt x="8691" y="3727"/>
                  </a:lnTo>
                  <a:lnTo>
                    <a:pt x="8835" y="3727"/>
                  </a:lnTo>
                  <a:lnTo>
                    <a:pt x="8835" y="3882"/>
                  </a:lnTo>
                  <a:lnTo>
                    <a:pt x="8691" y="3882"/>
                  </a:lnTo>
                  <a:lnTo>
                    <a:pt x="8691" y="4092"/>
                  </a:lnTo>
                  <a:lnTo>
                    <a:pt x="8835" y="4092"/>
                  </a:lnTo>
                  <a:lnTo>
                    <a:pt x="8835" y="4247"/>
                  </a:lnTo>
                  <a:lnTo>
                    <a:pt x="8691" y="4247"/>
                  </a:lnTo>
                  <a:lnTo>
                    <a:pt x="8691" y="4457"/>
                  </a:lnTo>
                  <a:lnTo>
                    <a:pt x="8835" y="4457"/>
                  </a:lnTo>
                  <a:lnTo>
                    <a:pt x="8835" y="4611"/>
                  </a:lnTo>
                  <a:lnTo>
                    <a:pt x="8691" y="4611"/>
                  </a:lnTo>
                  <a:lnTo>
                    <a:pt x="8691" y="4822"/>
                  </a:lnTo>
                  <a:lnTo>
                    <a:pt x="8835" y="4822"/>
                  </a:lnTo>
                  <a:lnTo>
                    <a:pt x="8835" y="4976"/>
                  </a:lnTo>
                  <a:lnTo>
                    <a:pt x="8691" y="4976"/>
                  </a:lnTo>
                  <a:lnTo>
                    <a:pt x="8691" y="5186"/>
                  </a:lnTo>
                  <a:lnTo>
                    <a:pt x="8835" y="5186"/>
                  </a:lnTo>
                  <a:lnTo>
                    <a:pt x="8835" y="5341"/>
                  </a:lnTo>
                  <a:lnTo>
                    <a:pt x="8691" y="5341"/>
                  </a:lnTo>
                  <a:lnTo>
                    <a:pt x="8691" y="5551"/>
                  </a:lnTo>
                  <a:lnTo>
                    <a:pt x="8835" y="5551"/>
                  </a:lnTo>
                  <a:lnTo>
                    <a:pt x="8835" y="5706"/>
                  </a:lnTo>
                  <a:lnTo>
                    <a:pt x="8691" y="5706"/>
                  </a:lnTo>
                  <a:lnTo>
                    <a:pt x="8691" y="5916"/>
                  </a:lnTo>
                  <a:lnTo>
                    <a:pt x="8835" y="5916"/>
                  </a:lnTo>
                  <a:lnTo>
                    <a:pt x="8835" y="6060"/>
                  </a:lnTo>
                  <a:lnTo>
                    <a:pt x="8691" y="6060"/>
                  </a:lnTo>
                  <a:lnTo>
                    <a:pt x="8691" y="6281"/>
                  </a:lnTo>
                  <a:lnTo>
                    <a:pt x="8835" y="6281"/>
                  </a:lnTo>
                  <a:lnTo>
                    <a:pt x="8835" y="6425"/>
                  </a:lnTo>
                  <a:lnTo>
                    <a:pt x="8691" y="6425"/>
                  </a:lnTo>
                  <a:lnTo>
                    <a:pt x="8691" y="6646"/>
                  </a:lnTo>
                  <a:lnTo>
                    <a:pt x="8835" y="6646"/>
                  </a:lnTo>
                  <a:lnTo>
                    <a:pt x="8835" y="6801"/>
                  </a:lnTo>
                  <a:lnTo>
                    <a:pt x="8691" y="6801"/>
                  </a:lnTo>
                  <a:lnTo>
                    <a:pt x="8691" y="7011"/>
                  </a:lnTo>
                  <a:lnTo>
                    <a:pt x="8835" y="7011"/>
                  </a:lnTo>
                  <a:lnTo>
                    <a:pt x="8835" y="7166"/>
                  </a:lnTo>
                  <a:lnTo>
                    <a:pt x="8691" y="7166"/>
                  </a:lnTo>
                  <a:lnTo>
                    <a:pt x="8691" y="7376"/>
                  </a:lnTo>
                  <a:lnTo>
                    <a:pt x="8835" y="7376"/>
                  </a:lnTo>
                  <a:lnTo>
                    <a:pt x="8835" y="7531"/>
                  </a:lnTo>
                  <a:lnTo>
                    <a:pt x="8691" y="7531"/>
                  </a:lnTo>
                  <a:lnTo>
                    <a:pt x="8691" y="7608"/>
                  </a:lnTo>
                  <a:lnTo>
                    <a:pt x="9189" y="7608"/>
                  </a:lnTo>
                  <a:lnTo>
                    <a:pt x="9189" y="10483"/>
                  </a:lnTo>
                  <a:lnTo>
                    <a:pt x="266" y="10483"/>
                  </a:lnTo>
                  <a:cubicBezTo>
                    <a:pt x="122" y="10483"/>
                    <a:pt x="0" y="10317"/>
                    <a:pt x="0" y="1011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19"/>
            <p:cNvSpPr/>
            <p:nvPr/>
          </p:nvSpPr>
          <p:spPr>
            <a:xfrm>
              <a:off x="8079088" y="1218625"/>
              <a:ext cx="958423" cy="1237314"/>
            </a:xfrm>
            <a:custGeom>
              <a:avLst/>
              <a:gdLst/>
              <a:ahLst/>
              <a:cxnLst/>
              <a:rect l="l" t="t" r="r" b="b"/>
              <a:pathLst>
                <a:path w="9345" h="12064" extrusionOk="0">
                  <a:moveTo>
                    <a:pt x="9333" y="3870"/>
                  </a:moveTo>
                  <a:lnTo>
                    <a:pt x="8957" y="3870"/>
                  </a:lnTo>
                  <a:lnTo>
                    <a:pt x="8957" y="3063"/>
                  </a:lnTo>
                  <a:lnTo>
                    <a:pt x="8482" y="3063"/>
                  </a:lnTo>
                  <a:lnTo>
                    <a:pt x="8482" y="2079"/>
                  </a:lnTo>
                  <a:lnTo>
                    <a:pt x="7232" y="2079"/>
                  </a:lnTo>
                  <a:lnTo>
                    <a:pt x="7232" y="3063"/>
                  </a:lnTo>
                  <a:lnTo>
                    <a:pt x="6757" y="3063"/>
                  </a:lnTo>
                  <a:lnTo>
                    <a:pt x="6757" y="3870"/>
                  </a:lnTo>
                  <a:lnTo>
                    <a:pt x="6093" y="3870"/>
                  </a:lnTo>
                  <a:lnTo>
                    <a:pt x="6093" y="4876"/>
                  </a:lnTo>
                  <a:cubicBezTo>
                    <a:pt x="5286" y="4898"/>
                    <a:pt x="4711" y="4954"/>
                    <a:pt x="4711" y="5031"/>
                  </a:cubicBezTo>
                  <a:lnTo>
                    <a:pt x="4711" y="5285"/>
                  </a:lnTo>
                  <a:lnTo>
                    <a:pt x="4711" y="5274"/>
                  </a:lnTo>
                  <a:lnTo>
                    <a:pt x="4711" y="5451"/>
                  </a:lnTo>
                  <a:lnTo>
                    <a:pt x="4711" y="5462"/>
                  </a:lnTo>
                  <a:lnTo>
                    <a:pt x="4711" y="5783"/>
                  </a:lnTo>
                  <a:lnTo>
                    <a:pt x="4711" y="5783"/>
                  </a:lnTo>
                  <a:lnTo>
                    <a:pt x="4711" y="5949"/>
                  </a:lnTo>
                  <a:lnTo>
                    <a:pt x="4711" y="5949"/>
                  </a:lnTo>
                  <a:lnTo>
                    <a:pt x="4711" y="6270"/>
                  </a:lnTo>
                  <a:lnTo>
                    <a:pt x="4711" y="6270"/>
                  </a:lnTo>
                  <a:lnTo>
                    <a:pt x="4711" y="6447"/>
                  </a:lnTo>
                  <a:lnTo>
                    <a:pt x="4711" y="6458"/>
                  </a:lnTo>
                  <a:lnTo>
                    <a:pt x="4711" y="6778"/>
                  </a:lnTo>
                  <a:cubicBezTo>
                    <a:pt x="4711" y="6767"/>
                    <a:pt x="4711" y="6767"/>
                    <a:pt x="4711" y="6767"/>
                  </a:cubicBezTo>
                  <a:lnTo>
                    <a:pt x="4711" y="6944"/>
                  </a:lnTo>
                  <a:cubicBezTo>
                    <a:pt x="4711" y="6944"/>
                    <a:pt x="4711" y="6944"/>
                    <a:pt x="4711" y="6944"/>
                  </a:cubicBezTo>
                  <a:lnTo>
                    <a:pt x="4711" y="7265"/>
                  </a:lnTo>
                  <a:lnTo>
                    <a:pt x="4711" y="7265"/>
                  </a:lnTo>
                  <a:lnTo>
                    <a:pt x="4711" y="7442"/>
                  </a:lnTo>
                  <a:cubicBezTo>
                    <a:pt x="4711" y="7442"/>
                    <a:pt x="4711" y="7442"/>
                    <a:pt x="4711" y="7442"/>
                  </a:cubicBezTo>
                  <a:lnTo>
                    <a:pt x="4711" y="7773"/>
                  </a:lnTo>
                  <a:lnTo>
                    <a:pt x="4711" y="7773"/>
                  </a:lnTo>
                  <a:lnTo>
                    <a:pt x="4711" y="7939"/>
                  </a:lnTo>
                  <a:lnTo>
                    <a:pt x="4711" y="7939"/>
                  </a:lnTo>
                  <a:lnTo>
                    <a:pt x="4711" y="8260"/>
                  </a:lnTo>
                  <a:lnTo>
                    <a:pt x="4711" y="8260"/>
                  </a:lnTo>
                  <a:lnTo>
                    <a:pt x="4711" y="8437"/>
                  </a:lnTo>
                  <a:lnTo>
                    <a:pt x="4711" y="8758"/>
                  </a:lnTo>
                  <a:lnTo>
                    <a:pt x="4711" y="8923"/>
                  </a:lnTo>
                  <a:lnTo>
                    <a:pt x="4711" y="8934"/>
                  </a:lnTo>
                  <a:lnTo>
                    <a:pt x="4711" y="9189"/>
                  </a:lnTo>
                  <a:lnTo>
                    <a:pt x="4192" y="9189"/>
                  </a:lnTo>
                  <a:lnTo>
                    <a:pt x="4192" y="3749"/>
                  </a:lnTo>
                  <a:lnTo>
                    <a:pt x="3517" y="3749"/>
                  </a:lnTo>
                  <a:lnTo>
                    <a:pt x="3517" y="1006"/>
                  </a:lnTo>
                  <a:lnTo>
                    <a:pt x="2898" y="1006"/>
                  </a:lnTo>
                  <a:lnTo>
                    <a:pt x="2898" y="0"/>
                  </a:lnTo>
                  <a:lnTo>
                    <a:pt x="1903" y="0"/>
                  </a:lnTo>
                  <a:lnTo>
                    <a:pt x="1903" y="1006"/>
                  </a:lnTo>
                  <a:lnTo>
                    <a:pt x="1283" y="1006"/>
                  </a:lnTo>
                  <a:lnTo>
                    <a:pt x="1283" y="3749"/>
                  </a:lnTo>
                  <a:lnTo>
                    <a:pt x="609" y="3749"/>
                  </a:lnTo>
                  <a:lnTo>
                    <a:pt x="609" y="3881"/>
                  </a:lnTo>
                  <a:lnTo>
                    <a:pt x="432" y="3881"/>
                  </a:lnTo>
                  <a:lnTo>
                    <a:pt x="432" y="4058"/>
                  </a:lnTo>
                  <a:lnTo>
                    <a:pt x="609" y="4058"/>
                  </a:lnTo>
                  <a:lnTo>
                    <a:pt x="609" y="4301"/>
                  </a:lnTo>
                  <a:lnTo>
                    <a:pt x="432" y="4301"/>
                  </a:lnTo>
                  <a:lnTo>
                    <a:pt x="432" y="4467"/>
                  </a:lnTo>
                  <a:lnTo>
                    <a:pt x="609" y="4467"/>
                  </a:lnTo>
                  <a:lnTo>
                    <a:pt x="609" y="4722"/>
                  </a:lnTo>
                  <a:lnTo>
                    <a:pt x="432" y="4722"/>
                  </a:lnTo>
                  <a:lnTo>
                    <a:pt x="432" y="4887"/>
                  </a:lnTo>
                  <a:lnTo>
                    <a:pt x="609" y="4887"/>
                  </a:lnTo>
                  <a:lnTo>
                    <a:pt x="609" y="5142"/>
                  </a:lnTo>
                  <a:lnTo>
                    <a:pt x="432" y="5142"/>
                  </a:lnTo>
                  <a:lnTo>
                    <a:pt x="432" y="5308"/>
                  </a:lnTo>
                  <a:lnTo>
                    <a:pt x="609" y="5308"/>
                  </a:lnTo>
                  <a:lnTo>
                    <a:pt x="609" y="5562"/>
                  </a:lnTo>
                  <a:lnTo>
                    <a:pt x="432" y="5562"/>
                  </a:lnTo>
                  <a:lnTo>
                    <a:pt x="432" y="5728"/>
                  </a:lnTo>
                  <a:lnTo>
                    <a:pt x="609" y="5728"/>
                  </a:lnTo>
                  <a:lnTo>
                    <a:pt x="609" y="5982"/>
                  </a:lnTo>
                  <a:lnTo>
                    <a:pt x="432" y="5982"/>
                  </a:lnTo>
                  <a:lnTo>
                    <a:pt x="432" y="6148"/>
                  </a:lnTo>
                  <a:lnTo>
                    <a:pt x="609" y="6148"/>
                  </a:lnTo>
                  <a:lnTo>
                    <a:pt x="609" y="6402"/>
                  </a:lnTo>
                  <a:lnTo>
                    <a:pt x="432" y="6402"/>
                  </a:lnTo>
                  <a:lnTo>
                    <a:pt x="432" y="6568"/>
                  </a:lnTo>
                  <a:lnTo>
                    <a:pt x="609" y="6568"/>
                  </a:lnTo>
                  <a:lnTo>
                    <a:pt x="609" y="6822"/>
                  </a:lnTo>
                  <a:lnTo>
                    <a:pt x="432" y="6822"/>
                  </a:lnTo>
                  <a:lnTo>
                    <a:pt x="432" y="6988"/>
                  </a:lnTo>
                  <a:lnTo>
                    <a:pt x="609" y="6988"/>
                  </a:lnTo>
                  <a:lnTo>
                    <a:pt x="609" y="7243"/>
                  </a:lnTo>
                  <a:lnTo>
                    <a:pt x="432" y="7243"/>
                  </a:lnTo>
                  <a:lnTo>
                    <a:pt x="432" y="7409"/>
                  </a:lnTo>
                  <a:lnTo>
                    <a:pt x="609" y="7409"/>
                  </a:lnTo>
                  <a:lnTo>
                    <a:pt x="609" y="7652"/>
                  </a:lnTo>
                  <a:lnTo>
                    <a:pt x="432" y="7652"/>
                  </a:lnTo>
                  <a:lnTo>
                    <a:pt x="432" y="7829"/>
                  </a:lnTo>
                  <a:lnTo>
                    <a:pt x="609" y="7829"/>
                  </a:lnTo>
                  <a:lnTo>
                    <a:pt x="609" y="8072"/>
                  </a:lnTo>
                  <a:lnTo>
                    <a:pt x="432" y="8072"/>
                  </a:lnTo>
                  <a:lnTo>
                    <a:pt x="432" y="8238"/>
                  </a:lnTo>
                  <a:lnTo>
                    <a:pt x="609" y="8238"/>
                  </a:lnTo>
                  <a:lnTo>
                    <a:pt x="609" y="8492"/>
                  </a:lnTo>
                  <a:lnTo>
                    <a:pt x="432" y="8492"/>
                  </a:lnTo>
                  <a:lnTo>
                    <a:pt x="432" y="8658"/>
                  </a:lnTo>
                  <a:lnTo>
                    <a:pt x="609" y="8658"/>
                  </a:lnTo>
                  <a:lnTo>
                    <a:pt x="609" y="8746"/>
                  </a:lnTo>
                  <a:lnTo>
                    <a:pt x="1" y="8746"/>
                  </a:lnTo>
                  <a:lnTo>
                    <a:pt x="1" y="12064"/>
                  </a:lnTo>
                  <a:lnTo>
                    <a:pt x="9344" y="12064"/>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9"/>
            <p:cNvSpPr/>
            <p:nvPr/>
          </p:nvSpPr>
          <p:spPr>
            <a:xfrm>
              <a:off x="1048172" y="1218625"/>
              <a:ext cx="958423" cy="1237314"/>
            </a:xfrm>
            <a:custGeom>
              <a:avLst/>
              <a:gdLst/>
              <a:ahLst/>
              <a:cxnLst/>
              <a:rect l="l" t="t" r="r" b="b"/>
              <a:pathLst>
                <a:path w="9345" h="12064" extrusionOk="0">
                  <a:moveTo>
                    <a:pt x="9344" y="3870"/>
                  </a:moveTo>
                  <a:lnTo>
                    <a:pt x="8968" y="3870"/>
                  </a:lnTo>
                  <a:lnTo>
                    <a:pt x="8968" y="3063"/>
                  </a:lnTo>
                  <a:lnTo>
                    <a:pt x="8493" y="3063"/>
                  </a:lnTo>
                  <a:lnTo>
                    <a:pt x="8493" y="2079"/>
                  </a:lnTo>
                  <a:lnTo>
                    <a:pt x="7243" y="2079"/>
                  </a:lnTo>
                  <a:lnTo>
                    <a:pt x="7243" y="3063"/>
                  </a:lnTo>
                  <a:lnTo>
                    <a:pt x="6768" y="3063"/>
                  </a:lnTo>
                  <a:lnTo>
                    <a:pt x="6768" y="3870"/>
                  </a:lnTo>
                  <a:lnTo>
                    <a:pt x="6104" y="3870"/>
                  </a:lnTo>
                  <a:lnTo>
                    <a:pt x="6104" y="4876"/>
                  </a:lnTo>
                  <a:cubicBezTo>
                    <a:pt x="5297" y="4898"/>
                    <a:pt x="4722" y="4954"/>
                    <a:pt x="4722" y="5031"/>
                  </a:cubicBezTo>
                  <a:lnTo>
                    <a:pt x="4722" y="5285"/>
                  </a:lnTo>
                  <a:lnTo>
                    <a:pt x="4722" y="5274"/>
                  </a:lnTo>
                  <a:lnTo>
                    <a:pt x="4722" y="5451"/>
                  </a:lnTo>
                  <a:cubicBezTo>
                    <a:pt x="4722" y="5451"/>
                    <a:pt x="4722" y="5451"/>
                    <a:pt x="4722" y="5462"/>
                  </a:cubicBezTo>
                  <a:lnTo>
                    <a:pt x="4722" y="5783"/>
                  </a:lnTo>
                  <a:lnTo>
                    <a:pt x="4722" y="5949"/>
                  </a:lnTo>
                  <a:lnTo>
                    <a:pt x="4722" y="5949"/>
                  </a:lnTo>
                  <a:lnTo>
                    <a:pt x="4722" y="6270"/>
                  </a:lnTo>
                  <a:lnTo>
                    <a:pt x="4722" y="6270"/>
                  </a:lnTo>
                  <a:lnTo>
                    <a:pt x="4722" y="6447"/>
                  </a:lnTo>
                  <a:cubicBezTo>
                    <a:pt x="4722" y="6447"/>
                    <a:pt x="4722" y="6447"/>
                    <a:pt x="4722" y="6458"/>
                  </a:cubicBezTo>
                  <a:lnTo>
                    <a:pt x="4722" y="6778"/>
                  </a:lnTo>
                  <a:cubicBezTo>
                    <a:pt x="4722" y="6767"/>
                    <a:pt x="4722" y="6767"/>
                    <a:pt x="4722" y="6767"/>
                  </a:cubicBezTo>
                  <a:lnTo>
                    <a:pt x="4722" y="6944"/>
                  </a:lnTo>
                  <a:cubicBezTo>
                    <a:pt x="4722" y="6944"/>
                    <a:pt x="4722" y="6944"/>
                    <a:pt x="4722" y="6944"/>
                  </a:cubicBezTo>
                  <a:lnTo>
                    <a:pt x="4722" y="7265"/>
                  </a:lnTo>
                  <a:lnTo>
                    <a:pt x="4722" y="7265"/>
                  </a:lnTo>
                  <a:lnTo>
                    <a:pt x="4722" y="7442"/>
                  </a:lnTo>
                  <a:cubicBezTo>
                    <a:pt x="4722" y="7442"/>
                    <a:pt x="4722" y="7442"/>
                    <a:pt x="4722" y="7442"/>
                  </a:cubicBezTo>
                  <a:lnTo>
                    <a:pt x="4722" y="7773"/>
                  </a:lnTo>
                  <a:lnTo>
                    <a:pt x="4722" y="7773"/>
                  </a:lnTo>
                  <a:lnTo>
                    <a:pt x="4722" y="7939"/>
                  </a:lnTo>
                  <a:lnTo>
                    <a:pt x="4722" y="7939"/>
                  </a:lnTo>
                  <a:lnTo>
                    <a:pt x="4722" y="8260"/>
                  </a:lnTo>
                  <a:lnTo>
                    <a:pt x="4722" y="8437"/>
                  </a:lnTo>
                  <a:lnTo>
                    <a:pt x="4722" y="8758"/>
                  </a:lnTo>
                  <a:lnTo>
                    <a:pt x="4722" y="8923"/>
                  </a:lnTo>
                  <a:cubicBezTo>
                    <a:pt x="4722" y="8934"/>
                    <a:pt x="4722" y="8934"/>
                    <a:pt x="4722" y="8934"/>
                  </a:cubicBezTo>
                  <a:lnTo>
                    <a:pt x="4722" y="9189"/>
                  </a:lnTo>
                  <a:lnTo>
                    <a:pt x="4191" y="9189"/>
                  </a:lnTo>
                  <a:lnTo>
                    <a:pt x="4191" y="3749"/>
                  </a:lnTo>
                  <a:lnTo>
                    <a:pt x="3517" y="3749"/>
                  </a:lnTo>
                  <a:lnTo>
                    <a:pt x="3517" y="1006"/>
                  </a:lnTo>
                  <a:lnTo>
                    <a:pt x="2898" y="1006"/>
                  </a:lnTo>
                  <a:lnTo>
                    <a:pt x="2898" y="0"/>
                  </a:lnTo>
                  <a:lnTo>
                    <a:pt x="1902" y="0"/>
                  </a:lnTo>
                  <a:lnTo>
                    <a:pt x="1902" y="1006"/>
                  </a:lnTo>
                  <a:lnTo>
                    <a:pt x="1272" y="1006"/>
                  </a:lnTo>
                  <a:lnTo>
                    <a:pt x="1272" y="3749"/>
                  </a:lnTo>
                  <a:lnTo>
                    <a:pt x="598" y="3749"/>
                  </a:lnTo>
                  <a:lnTo>
                    <a:pt x="598" y="3881"/>
                  </a:lnTo>
                  <a:lnTo>
                    <a:pt x="421" y="3881"/>
                  </a:lnTo>
                  <a:lnTo>
                    <a:pt x="421" y="4058"/>
                  </a:lnTo>
                  <a:lnTo>
                    <a:pt x="598" y="4058"/>
                  </a:lnTo>
                  <a:lnTo>
                    <a:pt x="598" y="4301"/>
                  </a:lnTo>
                  <a:lnTo>
                    <a:pt x="421" y="4301"/>
                  </a:lnTo>
                  <a:lnTo>
                    <a:pt x="421" y="4467"/>
                  </a:lnTo>
                  <a:lnTo>
                    <a:pt x="598" y="4467"/>
                  </a:lnTo>
                  <a:lnTo>
                    <a:pt x="598" y="4722"/>
                  </a:lnTo>
                  <a:lnTo>
                    <a:pt x="421" y="4722"/>
                  </a:lnTo>
                  <a:lnTo>
                    <a:pt x="421" y="4887"/>
                  </a:lnTo>
                  <a:lnTo>
                    <a:pt x="598" y="4887"/>
                  </a:lnTo>
                  <a:lnTo>
                    <a:pt x="598" y="5142"/>
                  </a:lnTo>
                  <a:lnTo>
                    <a:pt x="421" y="5142"/>
                  </a:lnTo>
                  <a:lnTo>
                    <a:pt x="421" y="5308"/>
                  </a:lnTo>
                  <a:lnTo>
                    <a:pt x="598" y="5308"/>
                  </a:lnTo>
                  <a:lnTo>
                    <a:pt x="598" y="5562"/>
                  </a:lnTo>
                  <a:lnTo>
                    <a:pt x="421" y="5562"/>
                  </a:lnTo>
                  <a:lnTo>
                    <a:pt x="421" y="5728"/>
                  </a:lnTo>
                  <a:lnTo>
                    <a:pt x="598" y="5728"/>
                  </a:lnTo>
                  <a:lnTo>
                    <a:pt x="598" y="5982"/>
                  </a:lnTo>
                  <a:lnTo>
                    <a:pt x="421" y="5982"/>
                  </a:lnTo>
                  <a:lnTo>
                    <a:pt x="421" y="6148"/>
                  </a:lnTo>
                  <a:lnTo>
                    <a:pt x="598" y="6148"/>
                  </a:lnTo>
                  <a:lnTo>
                    <a:pt x="598" y="6402"/>
                  </a:lnTo>
                  <a:lnTo>
                    <a:pt x="421" y="6402"/>
                  </a:lnTo>
                  <a:lnTo>
                    <a:pt x="421" y="6568"/>
                  </a:lnTo>
                  <a:lnTo>
                    <a:pt x="598" y="6568"/>
                  </a:lnTo>
                  <a:lnTo>
                    <a:pt x="598" y="6822"/>
                  </a:lnTo>
                  <a:lnTo>
                    <a:pt x="421" y="6822"/>
                  </a:lnTo>
                  <a:lnTo>
                    <a:pt x="421" y="6988"/>
                  </a:lnTo>
                  <a:lnTo>
                    <a:pt x="598" y="6988"/>
                  </a:lnTo>
                  <a:lnTo>
                    <a:pt x="598" y="7243"/>
                  </a:lnTo>
                  <a:lnTo>
                    <a:pt x="421" y="7243"/>
                  </a:lnTo>
                  <a:lnTo>
                    <a:pt x="421" y="7409"/>
                  </a:lnTo>
                  <a:lnTo>
                    <a:pt x="598" y="7409"/>
                  </a:lnTo>
                  <a:lnTo>
                    <a:pt x="598" y="7652"/>
                  </a:lnTo>
                  <a:lnTo>
                    <a:pt x="421" y="7652"/>
                  </a:lnTo>
                  <a:lnTo>
                    <a:pt x="421" y="7829"/>
                  </a:lnTo>
                  <a:lnTo>
                    <a:pt x="598" y="7829"/>
                  </a:lnTo>
                  <a:lnTo>
                    <a:pt x="598" y="8072"/>
                  </a:lnTo>
                  <a:lnTo>
                    <a:pt x="421" y="8072"/>
                  </a:lnTo>
                  <a:lnTo>
                    <a:pt x="421" y="8238"/>
                  </a:lnTo>
                  <a:lnTo>
                    <a:pt x="598" y="8238"/>
                  </a:lnTo>
                  <a:lnTo>
                    <a:pt x="598" y="8492"/>
                  </a:lnTo>
                  <a:lnTo>
                    <a:pt x="421" y="8492"/>
                  </a:lnTo>
                  <a:lnTo>
                    <a:pt x="421" y="8658"/>
                  </a:lnTo>
                  <a:lnTo>
                    <a:pt x="598" y="8658"/>
                  </a:lnTo>
                  <a:lnTo>
                    <a:pt x="598" y="8746"/>
                  </a:lnTo>
                  <a:lnTo>
                    <a:pt x="0" y="8746"/>
                  </a:lnTo>
                  <a:lnTo>
                    <a:pt x="0" y="12064"/>
                  </a:lnTo>
                  <a:lnTo>
                    <a:pt x="9344" y="12064"/>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19"/>
            <p:cNvSpPr/>
            <p:nvPr/>
          </p:nvSpPr>
          <p:spPr>
            <a:xfrm>
              <a:off x="10314452" y="1312674"/>
              <a:ext cx="957295" cy="829115"/>
            </a:xfrm>
            <a:custGeom>
              <a:avLst/>
              <a:gdLst/>
              <a:ahLst/>
              <a:cxnLst/>
              <a:rect l="l" t="t" r="r" b="b"/>
              <a:pathLst>
                <a:path w="9334" h="8084" extrusionOk="0">
                  <a:moveTo>
                    <a:pt x="9311" y="6912"/>
                  </a:moveTo>
                  <a:cubicBezTo>
                    <a:pt x="9223" y="6890"/>
                    <a:pt x="9167" y="6812"/>
                    <a:pt x="9167" y="6724"/>
                  </a:cubicBezTo>
                  <a:lnTo>
                    <a:pt x="9167" y="6569"/>
                  </a:lnTo>
                  <a:cubicBezTo>
                    <a:pt x="9167" y="6558"/>
                    <a:pt x="9167" y="6547"/>
                    <a:pt x="9167" y="6547"/>
                  </a:cubicBezTo>
                  <a:cubicBezTo>
                    <a:pt x="9223" y="6469"/>
                    <a:pt x="9256" y="6392"/>
                    <a:pt x="9267" y="6293"/>
                  </a:cubicBezTo>
                  <a:cubicBezTo>
                    <a:pt x="9267" y="6093"/>
                    <a:pt x="9101" y="5585"/>
                    <a:pt x="8913" y="5585"/>
                  </a:cubicBezTo>
                  <a:cubicBezTo>
                    <a:pt x="8714" y="5585"/>
                    <a:pt x="8559" y="6093"/>
                    <a:pt x="8559" y="6293"/>
                  </a:cubicBezTo>
                  <a:cubicBezTo>
                    <a:pt x="8559" y="6326"/>
                    <a:pt x="8559" y="6348"/>
                    <a:pt x="8559" y="6381"/>
                  </a:cubicBezTo>
                  <a:lnTo>
                    <a:pt x="8139" y="6381"/>
                  </a:lnTo>
                  <a:lnTo>
                    <a:pt x="8139" y="1361"/>
                  </a:lnTo>
                  <a:lnTo>
                    <a:pt x="7796" y="1361"/>
                  </a:lnTo>
                  <a:lnTo>
                    <a:pt x="7796" y="885"/>
                  </a:lnTo>
                  <a:lnTo>
                    <a:pt x="7442" y="885"/>
                  </a:lnTo>
                  <a:lnTo>
                    <a:pt x="7442" y="742"/>
                  </a:lnTo>
                  <a:lnTo>
                    <a:pt x="7442" y="454"/>
                  </a:lnTo>
                  <a:lnTo>
                    <a:pt x="7232" y="454"/>
                  </a:lnTo>
                  <a:lnTo>
                    <a:pt x="7232" y="1"/>
                  </a:lnTo>
                  <a:lnTo>
                    <a:pt x="6558" y="1"/>
                  </a:lnTo>
                  <a:lnTo>
                    <a:pt x="6558" y="454"/>
                  </a:lnTo>
                  <a:lnTo>
                    <a:pt x="6348" y="454"/>
                  </a:lnTo>
                  <a:lnTo>
                    <a:pt x="6348" y="885"/>
                  </a:lnTo>
                  <a:lnTo>
                    <a:pt x="5983" y="885"/>
                  </a:lnTo>
                  <a:lnTo>
                    <a:pt x="5983" y="1239"/>
                  </a:lnTo>
                  <a:lnTo>
                    <a:pt x="5983" y="1361"/>
                  </a:lnTo>
                  <a:lnTo>
                    <a:pt x="5607" y="1361"/>
                  </a:lnTo>
                  <a:lnTo>
                    <a:pt x="5607" y="3141"/>
                  </a:lnTo>
                  <a:lnTo>
                    <a:pt x="2456" y="3141"/>
                  </a:lnTo>
                  <a:lnTo>
                    <a:pt x="2456" y="1361"/>
                  </a:lnTo>
                  <a:lnTo>
                    <a:pt x="2057" y="1361"/>
                  </a:lnTo>
                  <a:lnTo>
                    <a:pt x="2057" y="885"/>
                  </a:lnTo>
                  <a:lnTo>
                    <a:pt x="1903" y="885"/>
                  </a:lnTo>
                  <a:lnTo>
                    <a:pt x="1903" y="797"/>
                  </a:lnTo>
                  <a:lnTo>
                    <a:pt x="1903" y="653"/>
                  </a:lnTo>
                  <a:lnTo>
                    <a:pt x="1317" y="653"/>
                  </a:lnTo>
                  <a:lnTo>
                    <a:pt x="1317" y="797"/>
                  </a:lnTo>
                  <a:lnTo>
                    <a:pt x="1317" y="885"/>
                  </a:lnTo>
                  <a:lnTo>
                    <a:pt x="996" y="885"/>
                  </a:lnTo>
                  <a:lnTo>
                    <a:pt x="996" y="797"/>
                  </a:lnTo>
                  <a:cubicBezTo>
                    <a:pt x="985" y="742"/>
                    <a:pt x="985" y="697"/>
                    <a:pt x="996" y="653"/>
                  </a:cubicBezTo>
                  <a:lnTo>
                    <a:pt x="399" y="653"/>
                  </a:lnTo>
                  <a:lnTo>
                    <a:pt x="399" y="896"/>
                  </a:lnTo>
                  <a:lnTo>
                    <a:pt x="255" y="896"/>
                  </a:lnTo>
                  <a:lnTo>
                    <a:pt x="255" y="1250"/>
                  </a:lnTo>
                  <a:cubicBezTo>
                    <a:pt x="244" y="1283"/>
                    <a:pt x="244" y="1328"/>
                    <a:pt x="255" y="1361"/>
                  </a:cubicBezTo>
                  <a:lnTo>
                    <a:pt x="1" y="1361"/>
                  </a:lnTo>
                  <a:lnTo>
                    <a:pt x="1" y="8084"/>
                  </a:lnTo>
                  <a:lnTo>
                    <a:pt x="9278" y="8084"/>
                  </a:lnTo>
                  <a:cubicBezTo>
                    <a:pt x="9289" y="8084"/>
                    <a:pt x="9311" y="8084"/>
                    <a:pt x="9333" y="80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19"/>
            <p:cNvSpPr/>
            <p:nvPr/>
          </p:nvSpPr>
          <p:spPr>
            <a:xfrm>
              <a:off x="3710634" y="1312674"/>
              <a:ext cx="956167" cy="829115"/>
            </a:xfrm>
            <a:custGeom>
              <a:avLst/>
              <a:gdLst/>
              <a:ahLst/>
              <a:cxnLst/>
              <a:rect l="l" t="t" r="r" b="b"/>
              <a:pathLst>
                <a:path w="9323" h="8084" extrusionOk="0">
                  <a:moveTo>
                    <a:pt x="9311" y="6912"/>
                  </a:moveTo>
                  <a:cubicBezTo>
                    <a:pt x="9223" y="6890"/>
                    <a:pt x="9167" y="6812"/>
                    <a:pt x="9167" y="6724"/>
                  </a:cubicBezTo>
                  <a:lnTo>
                    <a:pt x="9167" y="6569"/>
                  </a:lnTo>
                  <a:cubicBezTo>
                    <a:pt x="9167" y="6558"/>
                    <a:pt x="9167" y="6547"/>
                    <a:pt x="9167" y="6547"/>
                  </a:cubicBezTo>
                  <a:cubicBezTo>
                    <a:pt x="9223" y="6469"/>
                    <a:pt x="9267" y="6392"/>
                    <a:pt x="9267" y="6293"/>
                  </a:cubicBezTo>
                  <a:cubicBezTo>
                    <a:pt x="9267" y="6093"/>
                    <a:pt x="9101" y="5585"/>
                    <a:pt x="8913" y="5585"/>
                  </a:cubicBezTo>
                  <a:cubicBezTo>
                    <a:pt x="8714" y="5585"/>
                    <a:pt x="8559" y="6093"/>
                    <a:pt x="8559" y="6293"/>
                  </a:cubicBezTo>
                  <a:cubicBezTo>
                    <a:pt x="8559" y="6326"/>
                    <a:pt x="8559" y="6348"/>
                    <a:pt x="8570" y="6381"/>
                  </a:cubicBezTo>
                  <a:lnTo>
                    <a:pt x="8139" y="6381"/>
                  </a:lnTo>
                  <a:lnTo>
                    <a:pt x="8139" y="1361"/>
                  </a:lnTo>
                  <a:lnTo>
                    <a:pt x="7796" y="1361"/>
                  </a:lnTo>
                  <a:lnTo>
                    <a:pt x="7796" y="885"/>
                  </a:lnTo>
                  <a:lnTo>
                    <a:pt x="7431" y="885"/>
                  </a:lnTo>
                  <a:lnTo>
                    <a:pt x="7431" y="742"/>
                  </a:lnTo>
                  <a:lnTo>
                    <a:pt x="7431" y="454"/>
                  </a:lnTo>
                  <a:lnTo>
                    <a:pt x="7221" y="454"/>
                  </a:lnTo>
                  <a:lnTo>
                    <a:pt x="7221" y="1"/>
                  </a:lnTo>
                  <a:lnTo>
                    <a:pt x="6547" y="1"/>
                  </a:lnTo>
                  <a:lnTo>
                    <a:pt x="6547" y="454"/>
                  </a:lnTo>
                  <a:lnTo>
                    <a:pt x="6337" y="454"/>
                  </a:lnTo>
                  <a:lnTo>
                    <a:pt x="6337" y="885"/>
                  </a:lnTo>
                  <a:lnTo>
                    <a:pt x="5972" y="885"/>
                  </a:lnTo>
                  <a:lnTo>
                    <a:pt x="5972" y="1239"/>
                  </a:lnTo>
                  <a:lnTo>
                    <a:pt x="5972" y="1361"/>
                  </a:lnTo>
                  <a:lnTo>
                    <a:pt x="5596" y="1361"/>
                  </a:lnTo>
                  <a:lnTo>
                    <a:pt x="5596" y="3141"/>
                  </a:lnTo>
                  <a:lnTo>
                    <a:pt x="2455" y="3141"/>
                  </a:lnTo>
                  <a:lnTo>
                    <a:pt x="2455" y="1361"/>
                  </a:lnTo>
                  <a:lnTo>
                    <a:pt x="2057" y="1361"/>
                  </a:lnTo>
                  <a:lnTo>
                    <a:pt x="2057" y="885"/>
                  </a:lnTo>
                  <a:lnTo>
                    <a:pt x="1903" y="885"/>
                  </a:lnTo>
                  <a:lnTo>
                    <a:pt x="1903" y="797"/>
                  </a:lnTo>
                  <a:lnTo>
                    <a:pt x="1903" y="653"/>
                  </a:lnTo>
                  <a:lnTo>
                    <a:pt x="1317" y="653"/>
                  </a:lnTo>
                  <a:lnTo>
                    <a:pt x="1317" y="797"/>
                  </a:lnTo>
                  <a:lnTo>
                    <a:pt x="1317" y="885"/>
                  </a:lnTo>
                  <a:lnTo>
                    <a:pt x="985" y="885"/>
                  </a:lnTo>
                  <a:lnTo>
                    <a:pt x="985" y="797"/>
                  </a:lnTo>
                  <a:cubicBezTo>
                    <a:pt x="985" y="742"/>
                    <a:pt x="985" y="697"/>
                    <a:pt x="985" y="653"/>
                  </a:cubicBezTo>
                  <a:lnTo>
                    <a:pt x="399" y="653"/>
                  </a:lnTo>
                  <a:lnTo>
                    <a:pt x="399" y="896"/>
                  </a:lnTo>
                  <a:lnTo>
                    <a:pt x="244" y="896"/>
                  </a:lnTo>
                  <a:lnTo>
                    <a:pt x="244" y="1250"/>
                  </a:lnTo>
                  <a:cubicBezTo>
                    <a:pt x="244" y="1283"/>
                    <a:pt x="244" y="1328"/>
                    <a:pt x="244" y="1361"/>
                  </a:cubicBezTo>
                  <a:lnTo>
                    <a:pt x="1" y="1361"/>
                  </a:lnTo>
                  <a:lnTo>
                    <a:pt x="1" y="8084"/>
                  </a:lnTo>
                  <a:lnTo>
                    <a:pt x="9278" y="8084"/>
                  </a:lnTo>
                  <a:cubicBezTo>
                    <a:pt x="9289" y="8084"/>
                    <a:pt x="9311" y="8084"/>
                    <a:pt x="9322" y="80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9"/>
            <p:cNvSpPr/>
            <p:nvPr/>
          </p:nvSpPr>
          <p:spPr>
            <a:xfrm>
              <a:off x="6927226" y="1578985"/>
              <a:ext cx="982217" cy="1076393"/>
            </a:xfrm>
            <a:custGeom>
              <a:avLst/>
              <a:gdLst/>
              <a:ahLst/>
              <a:cxnLst/>
              <a:rect l="l" t="t" r="r" b="b"/>
              <a:pathLst>
                <a:path w="9577" h="10495" extrusionOk="0">
                  <a:moveTo>
                    <a:pt x="11" y="10130"/>
                  </a:moveTo>
                  <a:lnTo>
                    <a:pt x="11" y="9300"/>
                  </a:lnTo>
                  <a:cubicBezTo>
                    <a:pt x="0" y="9179"/>
                    <a:pt x="78" y="9079"/>
                    <a:pt x="199" y="9057"/>
                  </a:cubicBezTo>
                  <a:cubicBezTo>
                    <a:pt x="321" y="9035"/>
                    <a:pt x="398" y="8935"/>
                    <a:pt x="387" y="8814"/>
                  </a:cubicBezTo>
                  <a:lnTo>
                    <a:pt x="387" y="8626"/>
                  </a:lnTo>
                  <a:cubicBezTo>
                    <a:pt x="365" y="8504"/>
                    <a:pt x="454" y="8394"/>
                    <a:pt x="575" y="8382"/>
                  </a:cubicBezTo>
                  <a:lnTo>
                    <a:pt x="896" y="8382"/>
                  </a:lnTo>
                  <a:lnTo>
                    <a:pt x="896" y="8228"/>
                  </a:lnTo>
                  <a:lnTo>
                    <a:pt x="1117" y="8228"/>
                  </a:lnTo>
                  <a:cubicBezTo>
                    <a:pt x="1139" y="8217"/>
                    <a:pt x="1172" y="8194"/>
                    <a:pt x="1205" y="8194"/>
                  </a:cubicBezTo>
                  <a:lnTo>
                    <a:pt x="1205" y="8095"/>
                  </a:lnTo>
                  <a:lnTo>
                    <a:pt x="1062" y="8095"/>
                  </a:lnTo>
                  <a:lnTo>
                    <a:pt x="1062" y="7697"/>
                  </a:lnTo>
                  <a:lnTo>
                    <a:pt x="1205" y="7697"/>
                  </a:lnTo>
                  <a:lnTo>
                    <a:pt x="1205" y="7564"/>
                  </a:lnTo>
                  <a:lnTo>
                    <a:pt x="896" y="7564"/>
                  </a:lnTo>
                  <a:lnTo>
                    <a:pt x="896" y="7365"/>
                  </a:lnTo>
                  <a:lnTo>
                    <a:pt x="1205" y="7365"/>
                  </a:lnTo>
                  <a:lnTo>
                    <a:pt x="1205" y="7232"/>
                  </a:lnTo>
                  <a:lnTo>
                    <a:pt x="1062" y="7232"/>
                  </a:lnTo>
                  <a:lnTo>
                    <a:pt x="1062" y="6834"/>
                  </a:lnTo>
                  <a:lnTo>
                    <a:pt x="1205" y="6834"/>
                  </a:lnTo>
                  <a:lnTo>
                    <a:pt x="1205" y="6691"/>
                  </a:lnTo>
                  <a:lnTo>
                    <a:pt x="896" y="6691"/>
                  </a:lnTo>
                  <a:lnTo>
                    <a:pt x="896" y="6503"/>
                  </a:lnTo>
                  <a:lnTo>
                    <a:pt x="1205" y="6503"/>
                  </a:lnTo>
                  <a:lnTo>
                    <a:pt x="1205" y="6359"/>
                  </a:lnTo>
                  <a:lnTo>
                    <a:pt x="1062" y="6359"/>
                  </a:lnTo>
                  <a:lnTo>
                    <a:pt x="1062" y="5972"/>
                  </a:lnTo>
                  <a:lnTo>
                    <a:pt x="1205" y="5972"/>
                  </a:lnTo>
                  <a:lnTo>
                    <a:pt x="1205" y="5828"/>
                  </a:lnTo>
                  <a:lnTo>
                    <a:pt x="896" y="5828"/>
                  </a:lnTo>
                  <a:lnTo>
                    <a:pt x="896" y="5629"/>
                  </a:lnTo>
                  <a:lnTo>
                    <a:pt x="1205" y="5629"/>
                  </a:lnTo>
                  <a:lnTo>
                    <a:pt x="1205" y="5496"/>
                  </a:lnTo>
                  <a:lnTo>
                    <a:pt x="1062" y="5496"/>
                  </a:lnTo>
                  <a:lnTo>
                    <a:pt x="1062" y="5098"/>
                  </a:lnTo>
                  <a:lnTo>
                    <a:pt x="1205" y="5098"/>
                  </a:lnTo>
                  <a:lnTo>
                    <a:pt x="1205" y="4966"/>
                  </a:lnTo>
                  <a:lnTo>
                    <a:pt x="896" y="4966"/>
                  </a:lnTo>
                  <a:lnTo>
                    <a:pt x="896" y="4767"/>
                  </a:lnTo>
                  <a:lnTo>
                    <a:pt x="1205" y="4767"/>
                  </a:lnTo>
                  <a:lnTo>
                    <a:pt x="1205" y="4623"/>
                  </a:lnTo>
                  <a:lnTo>
                    <a:pt x="1062" y="4623"/>
                  </a:lnTo>
                  <a:lnTo>
                    <a:pt x="1062" y="4236"/>
                  </a:lnTo>
                  <a:lnTo>
                    <a:pt x="1205" y="4236"/>
                  </a:lnTo>
                  <a:lnTo>
                    <a:pt x="1205" y="4092"/>
                  </a:lnTo>
                  <a:lnTo>
                    <a:pt x="896" y="4092"/>
                  </a:lnTo>
                  <a:lnTo>
                    <a:pt x="896" y="3904"/>
                  </a:lnTo>
                  <a:lnTo>
                    <a:pt x="1205" y="3904"/>
                  </a:lnTo>
                  <a:lnTo>
                    <a:pt x="1205" y="3362"/>
                  </a:lnTo>
                  <a:lnTo>
                    <a:pt x="1780" y="3362"/>
                  </a:lnTo>
                  <a:lnTo>
                    <a:pt x="1780" y="2666"/>
                  </a:lnTo>
                  <a:lnTo>
                    <a:pt x="2201" y="2666"/>
                  </a:lnTo>
                  <a:lnTo>
                    <a:pt x="2201" y="1803"/>
                  </a:lnTo>
                  <a:lnTo>
                    <a:pt x="3284" y="1803"/>
                  </a:lnTo>
                  <a:lnTo>
                    <a:pt x="3284" y="2666"/>
                  </a:lnTo>
                  <a:lnTo>
                    <a:pt x="3704" y="2666"/>
                  </a:lnTo>
                  <a:lnTo>
                    <a:pt x="3704" y="3362"/>
                  </a:lnTo>
                  <a:lnTo>
                    <a:pt x="4279" y="3362"/>
                  </a:lnTo>
                  <a:lnTo>
                    <a:pt x="4279" y="4247"/>
                  </a:lnTo>
                  <a:cubicBezTo>
                    <a:pt x="4976" y="4258"/>
                    <a:pt x="5485" y="4313"/>
                    <a:pt x="5485" y="4369"/>
                  </a:cubicBezTo>
                  <a:lnTo>
                    <a:pt x="5485" y="4601"/>
                  </a:lnTo>
                  <a:lnTo>
                    <a:pt x="5485" y="4601"/>
                  </a:lnTo>
                  <a:lnTo>
                    <a:pt x="5485" y="4745"/>
                  </a:lnTo>
                  <a:lnTo>
                    <a:pt x="5485" y="4745"/>
                  </a:lnTo>
                  <a:lnTo>
                    <a:pt x="5485" y="5021"/>
                  </a:lnTo>
                  <a:lnTo>
                    <a:pt x="5485" y="5021"/>
                  </a:lnTo>
                  <a:lnTo>
                    <a:pt x="5485" y="5176"/>
                  </a:lnTo>
                  <a:lnTo>
                    <a:pt x="5485" y="5176"/>
                  </a:lnTo>
                  <a:lnTo>
                    <a:pt x="5485" y="5452"/>
                  </a:lnTo>
                  <a:lnTo>
                    <a:pt x="5485" y="5441"/>
                  </a:lnTo>
                  <a:lnTo>
                    <a:pt x="5485" y="5596"/>
                  </a:lnTo>
                  <a:lnTo>
                    <a:pt x="5485" y="5596"/>
                  </a:lnTo>
                  <a:lnTo>
                    <a:pt x="5485" y="5872"/>
                  </a:lnTo>
                  <a:lnTo>
                    <a:pt x="5485" y="5861"/>
                  </a:lnTo>
                  <a:lnTo>
                    <a:pt x="5485" y="6005"/>
                  </a:lnTo>
                  <a:lnTo>
                    <a:pt x="5485" y="6282"/>
                  </a:lnTo>
                  <a:lnTo>
                    <a:pt x="5485" y="6282"/>
                  </a:lnTo>
                  <a:lnTo>
                    <a:pt x="5485" y="6436"/>
                  </a:lnTo>
                  <a:lnTo>
                    <a:pt x="5485" y="6436"/>
                  </a:lnTo>
                  <a:lnTo>
                    <a:pt x="5485" y="6713"/>
                  </a:lnTo>
                  <a:lnTo>
                    <a:pt x="5485" y="6713"/>
                  </a:lnTo>
                  <a:lnTo>
                    <a:pt x="5485" y="6890"/>
                  </a:lnTo>
                  <a:lnTo>
                    <a:pt x="5485" y="6890"/>
                  </a:lnTo>
                  <a:lnTo>
                    <a:pt x="5485" y="7166"/>
                  </a:lnTo>
                  <a:lnTo>
                    <a:pt x="5485" y="7155"/>
                  </a:lnTo>
                  <a:lnTo>
                    <a:pt x="5485" y="7299"/>
                  </a:lnTo>
                  <a:lnTo>
                    <a:pt x="5485" y="7575"/>
                  </a:lnTo>
                  <a:lnTo>
                    <a:pt x="5485" y="7575"/>
                  </a:lnTo>
                  <a:lnTo>
                    <a:pt x="5485" y="7730"/>
                  </a:lnTo>
                  <a:lnTo>
                    <a:pt x="5485" y="7730"/>
                  </a:lnTo>
                  <a:lnTo>
                    <a:pt x="5485" y="7951"/>
                  </a:lnTo>
                  <a:lnTo>
                    <a:pt x="5927" y="7951"/>
                  </a:lnTo>
                  <a:lnTo>
                    <a:pt x="5927" y="3263"/>
                  </a:lnTo>
                  <a:lnTo>
                    <a:pt x="6513" y="3263"/>
                  </a:lnTo>
                  <a:lnTo>
                    <a:pt x="6513" y="885"/>
                  </a:lnTo>
                  <a:lnTo>
                    <a:pt x="7055" y="885"/>
                  </a:lnTo>
                  <a:lnTo>
                    <a:pt x="7055" y="1"/>
                  </a:lnTo>
                  <a:lnTo>
                    <a:pt x="7928" y="1"/>
                  </a:lnTo>
                  <a:lnTo>
                    <a:pt x="7928" y="885"/>
                  </a:lnTo>
                  <a:lnTo>
                    <a:pt x="8470" y="885"/>
                  </a:lnTo>
                  <a:lnTo>
                    <a:pt x="8470" y="3263"/>
                  </a:lnTo>
                  <a:lnTo>
                    <a:pt x="9056" y="3263"/>
                  </a:lnTo>
                  <a:lnTo>
                    <a:pt x="9056" y="3373"/>
                  </a:lnTo>
                  <a:lnTo>
                    <a:pt x="9211" y="3373"/>
                  </a:lnTo>
                  <a:lnTo>
                    <a:pt x="9211" y="3517"/>
                  </a:lnTo>
                  <a:lnTo>
                    <a:pt x="9056" y="3517"/>
                  </a:lnTo>
                  <a:lnTo>
                    <a:pt x="9056" y="3738"/>
                  </a:lnTo>
                  <a:lnTo>
                    <a:pt x="9211" y="3738"/>
                  </a:lnTo>
                  <a:lnTo>
                    <a:pt x="9211" y="3882"/>
                  </a:lnTo>
                  <a:lnTo>
                    <a:pt x="9056" y="3882"/>
                  </a:lnTo>
                  <a:lnTo>
                    <a:pt x="9056" y="4103"/>
                  </a:lnTo>
                  <a:lnTo>
                    <a:pt x="9211" y="4103"/>
                  </a:lnTo>
                  <a:lnTo>
                    <a:pt x="9211" y="4247"/>
                  </a:lnTo>
                  <a:lnTo>
                    <a:pt x="9056" y="4247"/>
                  </a:lnTo>
                  <a:lnTo>
                    <a:pt x="9056" y="4468"/>
                  </a:lnTo>
                  <a:lnTo>
                    <a:pt x="9211" y="4468"/>
                  </a:lnTo>
                  <a:lnTo>
                    <a:pt x="9211" y="4612"/>
                  </a:lnTo>
                  <a:lnTo>
                    <a:pt x="9056" y="4612"/>
                  </a:lnTo>
                  <a:lnTo>
                    <a:pt x="9056" y="4833"/>
                  </a:lnTo>
                  <a:lnTo>
                    <a:pt x="9211" y="4833"/>
                  </a:lnTo>
                  <a:lnTo>
                    <a:pt x="9211" y="4977"/>
                  </a:lnTo>
                  <a:lnTo>
                    <a:pt x="9056" y="4977"/>
                  </a:lnTo>
                  <a:lnTo>
                    <a:pt x="9056" y="5198"/>
                  </a:lnTo>
                  <a:lnTo>
                    <a:pt x="9211" y="5198"/>
                  </a:lnTo>
                  <a:lnTo>
                    <a:pt x="9211" y="5342"/>
                  </a:lnTo>
                  <a:lnTo>
                    <a:pt x="9056" y="5342"/>
                  </a:lnTo>
                  <a:lnTo>
                    <a:pt x="9056" y="5563"/>
                  </a:lnTo>
                  <a:lnTo>
                    <a:pt x="9211" y="5563"/>
                  </a:lnTo>
                  <a:lnTo>
                    <a:pt x="9211" y="5707"/>
                  </a:lnTo>
                  <a:lnTo>
                    <a:pt x="9056" y="5707"/>
                  </a:lnTo>
                  <a:lnTo>
                    <a:pt x="9056" y="5928"/>
                  </a:lnTo>
                  <a:lnTo>
                    <a:pt x="9211" y="5928"/>
                  </a:lnTo>
                  <a:lnTo>
                    <a:pt x="9211" y="6071"/>
                  </a:lnTo>
                  <a:lnTo>
                    <a:pt x="9056" y="6071"/>
                  </a:lnTo>
                  <a:lnTo>
                    <a:pt x="9056" y="6293"/>
                  </a:lnTo>
                  <a:lnTo>
                    <a:pt x="9211" y="6293"/>
                  </a:lnTo>
                  <a:lnTo>
                    <a:pt x="9211" y="6436"/>
                  </a:lnTo>
                  <a:lnTo>
                    <a:pt x="9056" y="6436"/>
                  </a:lnTo>
                  <a:lnTo>
                    <a:pt x="9056" y="6657"/>
                  </a:lnTo>
                  <a:lnTo>
                    <a:pt x="9211" y="6657"/>
                  </a:lnTo>
                  <a:lnTo>
                    <a:pt x="9211" y="6801"/>
                  </a:lnTo>
                  <a:lnTo>
                    <a:pt x="9056" y="6801"/>
                  </a:lnTo>
                  <a:lnTo>
                    <a:pt x="9056" y="7022"/>
                  </a:lnTo>
                  <a:lnTo>
                    <a:pt x="9211" y="7022"/>
                  </a:lnTo>
                  <a:lnTo>
                    <a:pt x="9211" y="7166"/>
                  </a:lnTo>
                  <a:lnTo>
                    <a:pt x="9056" y="7166"/>
                  </a:lnTo>
                  <a:lnTo>
                    <a:pt x="9056" y="7376"/>
                  </a:lnTo>
                  <a:lnTo>
                    <a:pt x="9211" y="7376"/>
                  </a:lnTo>
                  <a:lnTo>
                    <a:pt x="9211" y="7531"/>
                  </a:lnTo>
                  <a:lnTo>
                    <a:pt x="9056" y="7531"/>
                  </a:lnTo>
                  <a:lnTo>
                    <a:pt x="9056" y="7608"/>
                  </a:lnTo>
                  <a:lnTo>
                    <a:pt x="9576" y="7608"/>
                  </a:lnTo>
                  <a:lnTo>
                    <a:pt x="9576" y="10494"/>
                  </a:lnTo>
                  <a:lnTo>
                    <a:pt x="288" y="10494"/>
                  </a:lnTo>
                  <a:cubicBezTo>
                    <a:pt x="144" y="10494"/>
                    <a:pt x="11" y="10329"/>
                    <a:pt x="11" y="1013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9"/>
            <p:cNvSpPr/>
            <p:nvPr/>
          </p:nvSpPr>
          <p:spPr>
            <a:xfrm>
              <a:off x="2477366" y="2056267"/>
              <a:ext cx="7425000" cy="507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9" name="Google Shape;379;p19"/>
          <p:cNvSpPr/>
          <p:nvPr/>
        </p:nvSpPr>
        <p:spPr>
          <a:xfrm>
            <a:off x="-72725" y="4518500"/>
            <a:ext cx="9302400" cy="701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380"/>
        <p:cNvGrpSpPr/>
        <p:nvPr/>
      </p:nvGrpSpPr>
      <p:grpSpPr>
        <a:xfrm>
          <a:off x="0" y="0"/>
          <a:ext cx="0" cy="0"/>
          <a:chOff x="0" y="0"/>
          <a:chExt cx="0" cy="0"/>
        </a:xfrm>
      </p:grpSpPr>
      <p:grpSp>
        <p:nvGrpSpPr>
          <p:cNvPr id="381" name="Google Shape;381;p20"/>
          <p:cNvGrpSpPr/>
          <p:nvPr/>
        </p:nvGrpSpPr>
        <p:grpSpPr>
          <a:xfrm>
            <a:off x="-125295" y="3120794"/>
            <a:ext cx="9340695" cy="2094681"/>
            <a:chOff x="-125295" y="3120794"/>
            <a:chExt cx="9340695" cy="2094681"/>
          </a:xfrm>
        </p:grpSpPr>
        <p:sp>
          <p:nvSpPr>
            <p:cNvPr id="382" name="Google Shape;382;p20"/>
            <p:cNvSpPr/>
            <p:nvPr/>
          </p:nvSpPr>
          <p:spPr>
            <a:xfrm flipH="1">
              <a:off x="5144775" y="3120794"/>
              <a:ext cx="1180297" cy="1523744"/>
            </a:xfrm>
            <a:custGeom>
              <a:avLst/>
              <a:gdLst/>
              <a:ahLst/>
              <a:cxnLst/>
              <a:rect l="l" t="t" r="r" b="b"/>
              <a:pathLst>
                <a:path w="9345" h="12064" extrusionOk="0">
                  <a:moveTo>
                    <a:pt x="9333" y="3870"/>
                  </a:moveTo>
                  <a:lnTo>
                    <a:pt x="8957" y="3870"/>
                  </a:lnTo>
                  <a:lnTo>
                    <a:pt x="8957" y="3063"/>
                  </a:lnTo>
                  <a:lnTo>
                    <a:pt x="8482" y="3063"/>
                  </a:lnTo>
                  <a:lnTo>
                    <a:pt x="8482" y="2079"/>
                  </a:lnTo>
                  <a:lnTo>
                    <a:pt x="7232" y="2079"/>
                  </a:lnTo>
                  <a:lnTo>
                    <a:pt x="7232" y="3063"/>
                  </a:lnTo>
                  <a:lnTo>
                    <a:pt x="6757" y="3063"/>
                  </a:lnTo>
                  <a:lnTo>
                    <a:pt x="6757" y="3870"/>
                  </a:lnTo>
                  <a:lnTo>
                    <a:pt x="6093" y="3870"/>
                  </a:lnTo>
                  <a:lnTo>
                    <a:pt x="6093" y="4876"/>
                  </a:lnTo>
                  <a:cubicBezTo>
                    <a:pt x="5286" y="4898"/>
                    <a:pt x="4711" y="4954"/>
                    <a:pt x="4711" y="5031"/>
                  </a:cubicBezTo>
                  <a:lnTo>
                    <a:pt x="4711" y="5285"/>
                  </a:lnTo>
                  <a:lnTo>
                    <a:pt x="4711" y="5274"/>
                  </a:lnTo>
                  <a:lnTo>
                    <a:pt x="4711" y="5451"/>
                  </a:lnTo>
                  <a:lnTo>
                    <a:pt x="4711" y="5462"/>
                  </a:lnTo>
                  <a:lnTo>
                    <a:pt x="4711" y="5783"/>
                  </a:lnTo>
                  <a:lnTo>
                    <a:pt x="4711" y="5783"/>
                  </a:lnTo>
                  <a:lnTo>
                    <a:pt x="4711" y="5949"/>
                  </a:lnTo>
                  <a:lnTo>
                    <a:pt x="4711" y="5949"/>
                  </a:lnTo>
                  <a:lnTo>
                    <a:pt x="4711" y="6270"/>
                  </a:lnTo>
                  <a:lnTo>
                    <a:pt x="4711" y="6270"/>
                  </a:lnTo>
                  <a:lnTo>
                    <a:pt x="4711" y="6447"/>
                  </a:lnTo>
                  <a:lnTo>
                    <a:pt x="4711" y="6458"/>
                  </a:lnTo>
                  <a:lnTo>
                    <a:pt x="4711" y="6778"/>
                  </a:lnTo>
                  <a:cubicBezTo>
                    <a:pt x="4711" y="6767"/>
                    <a:pt x="4711" y="6767"/>
                    <a:pt x="4711" y="6767"/>
                  </a:cubicBezTo>
                  <a:lnTo>
                    <a:pt x="4711" y="6944"/>
                  </a:lnTo>
                  <a:cubicBezTo>
                    <a:pt x="4711" y="6944"/>
                    <a:pt x="4711" y="6944"/>
                    <a:pt x="4711" y="6944"/>
                  </a:cubicBezTo>
                  <a:lnTo>
                    <a:pt x="4711" y="7265"/>
                  </a:lnTo>
                  <a:lnTo>
                    <a:pt x="4711" y="7265"/>
                  </a:lnTo>
                  <a:lnTo>
                    <a:pt x="4711" y="7442"/>
                  </a:lnTo>
                  <a:cubicBezTo>
                    <a:pt x="4711" y="7442"/>
                    <a:pt x="4711" y="7442"/>
                    <a:pt x="4711" y="7442"/>
                  </a:cubicBezTo>
                  <a:lnTo>
                    <a:pt x="4711" y="7773"/>
                  </a:lnTo>
                  <a:lnTo>
                    <a:pt x="4711" y="7773"/>
                  </a:lnTo>
                  <a:lnTo>
                    <a:pt x="4711" y="7939"/>
                  </a:lnTo>
                  <a:lnTo>
                    <a:pt x="4711" y="7939"/>
                  </a:lnTo>
                  <a:lnTo>
                    <a:pt x="4711" y="8260"/>
                  </a:lnTo>
                  <a:lnTo>
                    <a:pt x="4711" y="8260"/>
                  </a:lnTo>
                  <a:lnTo>
                    <a:pt x="4711" y="8437"/>
                  </a:lnTo>
                  <a:lnTo>
                    <a:pt x="4711" y="8758"/>
                  </a:lnTo>
                  <a:lnTo>
                    <a:pt x="4711" y="8923"/>
                  </a:lnTo>
                  <a:lnTo>
                    <a:pt x="4711" y="8934"/>
                  </a:lnTo>
                  <a:lnTo>
                    <a:pt x="4711" y="9189"/>
                  </a:lnTo>
                  <a:lnTo>
                    <a:pt x="4192" y="9189"/>
                  </a:lnTo>
                  <a:lnTo>
                    <a:pt x="4192" y="3749"/>
                  </a:lnTo>
                  <a:lnTo>
                    <a:pt x="3517" y="3749"/>
                  </a:lnTo>
                  <a:lnTo>
                    <a:pt x="3517" y="1006"/>
                  </a:lnTo>
                  <a:lnTo>
                    <a:pt x="2898" y="1006"/>
                  </a:lnTo>
                  <a:lnTo>
                    <a:pt x="2898" y="0"/>
                  </a:lnTo>
                  <a:lnTo>
                    <a:pt x="1903" y="0"/>
                  </a:lnTo>
                  <a:lnTo>
                    <a:pt x="1903" y="1006"/>
                  </a:lnTo>
                  <a:lnTo>
                    <a:pt x="1283" y="1006"/>
                  </a:lnTo>
                  <a:lnTo>
                    <a:pt x="1283" y="3749"/>
                  </a:lnTo>
                  <a:lnTo>
                    <a:pt x="609" y="3749"/>
                  </a:lnTo>
                  <a:lnTo>
                    <a:pt x="609" y="3881"/>
                  </a:lnTo>
                  <a:lnTo>
                    <a:pt x="432" y="3881"/>
                  </a:lnTo>
                  <a:lnTo>
                    <a:pt x="432" y="4058"/>
                  </a:lnTo>
                  <a:lnTo>
                    <a:pt x="609" y="4058"/>
                  </a:lnTo>
                  <a:lnTo>
                    <a:pt x="609" y="4301"/>
                  </a:lnTo>
                  <a:lnTo>
                    <a:pt x="432" y="4301"/>
                  </a:lnTo>
                  <a:lnTo>
                    <a:pt x="432" y="4467"/>
                  </a:lnTo>
                  <a:lnTo>
                    <a:pt x="609" y="4467"/>
                  </a:lnTo>
                  <a:lnTo>
                    <a:pt x="609" y="4722"/>
                  </a:lnTo>
                  <a:lnTo>
                    <a:pt x="432" y="4722"/>
                  </a:lnTo>
                  <a:lnTo>
                    <a:pt x="432" y="4887"/>
                  </a:lnTo>
                  <a:lnTo>
                    <a:pt x="609" y="4887"/>
                  </a:lnTo>
                  <a:lnTo>
                    <a:pt x="609" y="5142"/>
                  </a:lnTo>
                  <a:lnTo>
                    <a:pt x="432" y="5142"/>
                  </a:lnTo>
                  <a:lnTo>
                    <a:pt x="432" y="5308"/>
                  </a:lnTo>
                  <a:lnTo>
                    <a:pt x="609" y="5308"/>
                  </a:lnTo>
                  <a:lnTo>
                    <a:pt x="609" y="5562"/>
                  </a:lnTo>
                  <a:lnTo>
                    <a:pt x="432" y="5562"/>
                  </a:lnTo>
                  <a:lnTo>
                    <a:pt x="432" y="5728"/>
                  </a:lnTo>
                  <a:lnTo>
                    <a:pt x="609" y="5728"/>
                  </a:lnTo>
                  <a:lnTo>
                    <a:pt x="609" y="5982"/>
                  </a:lnTo>
                  <a:lnTo>
                    <a:pt x="432" y="5982"/>
                  </a:lnTo>
                  <a:lnTo>
                    <a:pt x="432" y="6148"/>
                  </a:lnTo>
                  <a:lnTo>
                    <a:pt x="609" y="6148"/>
                  </a:lnTo>
                  <a:lnTo>
                    <a:pt x="609" y="6402"/>
                  </a:lnTo>
                  <a:lnTo>
                    <a:pt x="432" y="6402"/>
                  </a:lnTo>
                  <a:lnTo>
                    <a:pt x="432" y="6568"/>
                  </a:lnTo>
                  <a:lnTo>
                    <a:pt x="609" y="6568"/>
                  </a:lnTo>
                  <a:lnTo>
                    <a:pt x="609" y="6822"/>
                  </a:lnTo>
                  <a:lnTo>
                    <a:pt x="432" y="6822"/>
                  </a:lnTo>
                  <a:lnTo>
                    <a:pt x="432" y="6988"/>
                  </a:lnTo>
                  <a:lnTo>
                    <a:pt x="609" y="6988"/>
                  </a:lnTo>
                  <a:lnTo>
                    <a:pt x="609" y="7243"/>
                  </a:lnTo>
                  <a:lnTo>
                    <a:pt x="432" y="7243"/>
                  </a:lnTo>
                  <a:lnTo>
                    <a:pt x="432" y="7409"/>
                  </a:lnTo>
                  <a:lnTo>
                    <a:pt x="609" y="7409"/>
                  </a:lnTo>
                  <a:lnTo>
                    <a:pt x="609" y="7652"/>
                  </a:lnTo>
                  <a:lnTo>
                    <a:pt x="432" y="7652"/>
                  </a:lnTo>
                  <a:lnTo>
                    <a:pt x="432" y="7829"/>
                  </a:lnTo>
                  <a:lnTo>
                    <a:pt x="609" y="7829"/>
                  </a:lnTo>
                  <a:lnTo>
                    <a:pt x="609" y="8072"/>
                  </a:lnTo>
                  <a:lnTo>
                    <a:pt x="432" y="8072"/>
                  </a:lnTo>
                  <a:lnTo>
                    <a:pt x="432" y="8238"/>
                  </a:lnTo>
                  <a:lnTo>
                    <a:pt x="609" y="8238"/>
                  </a:lnTo>
                  <a:lnTo>
                    <a:pt x="609" y="8492"/>
                  </a:lnTo>
                  <a:lnTo>
                    <a:pt x="432" y="8492"/>
                  </a:lnTo>
                  <a:lnTo>
                    <a:pt x="432" y="8658"/>
                  </a:lnTo>
                  <a:lnTo>
                    <a:pt x="609" y="8658"/>
                  </a:lnTo>
                  <a:lnTo>
                    <a:pt x="609" y="8746"/>
                  </a:lnTo>
                  <a:lnTo>
                    <a:pt x="1" y="8746"/>
                  </a:lnTo>
                  <a:lnTo>
                    <a:pt x="1" y="12064"/>
                  </a:lnTo>
                  <a:lnTo>
                    <a:pt x="9344" y="12064"/>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3" name="Google Shape;383;p20"/>
            <p:cNvGrpSpPr/>
            <p:nvPr/>
          </p:nvGrpSpPr>
          <p:grpSpPr>
            <a:xfrm flipH="1">
              <a:off x="-125295" y="3120794"/>
              <a:ext cx="9269295" cy="1715408"/>
              <a:chOff x="2477366" y="1218625"/>
              <a:chExt cx="7526833" cy="1392942"/>
            </a:xfrm>
          </p:grpSpPr>
          <p:sp>
            <p:nvSpPr>
              <p:cNvPr id="384" name="Google Shape;384;p20"/>
              <p:cNvSpPr/>
              <p:nvPr/>
            </p:nvSpPr>
            <p:spPr>
              <a:xfrm>
                <a:off x="9061672" y="1366006"/>
                <a:ext cx="942526" cy="1075265"/>
              </a:xfrm>
              <a:custGeom>
                <a:avLst/>
                <a:gdLst/>
                <a:ahLst/>
                <a:cxnLst/>
                <a:rect l="l" t="t" r="r" b="b"/>
                <a:pathLst>
                  <a:path w="9190" h="10484" extrusionOk="0">
                    <a:moveTo>
                      <a:pt x="0" y="10118"/>
                    </a:moveTo>
                    <a:lnTo>
                      <a:pt x="0" y="9289"/>
                    </a:lnTo>
                    <a:cubicBezTo>
                      <a:pt x="0" y="9156"/>
                      <a:pt x="78" y="9046"/>
                      <a:pt x="177" y="9046"/>
                    </a:cubicBezTo>
                    <a:cubicBezTo>
                      <a:pt x="277" y="9046"/>
                      <a:pt x="354" y="8935"/>
                      <a:pt x="354" y="8802"/>
                    </a:cubicBezTo>
                    <a:lnTo>
                      <a:pt x="354" y="8614"/>
                    </a:lnTo>
                    <a:cubicBezTo>
                      <a:pt x="354" y="8482"/>
                      <a:pt x="431" y="8371"/>
                      <a:pt x="531" y="8371"/>
                    </a:cubicBezTo>
                    <a:lnTo>
                      <a:pt x="852" y="8371"/>
                    </a:lnTo>
                    <a:lnTo>
                      <a:pt x="852" y="8227"/>
                    </a:lnTo>
                    <a:lnTo>
                      <a:pt x="1062" y="8227"/>
                    </a:lnTo>
                    <a:cubicBezTo>
                      <a:pt x="1084" y="8205"/>
                      <a:pt x="1117" y="8194"/>
                      <a:pt x="1139" y="8194"/>
                    </a:cubicBezTo>
                    <a:lnTo>
                      <a:pt x="1139" y="8084"/>
                    </a:lnTo>
                    <a:lnTo>
                      <a:pt x="1017" y="8084"/>
                    </a:lnTo>
                    <a:lnTo>
                      <a:pt x="1017" y="7697"/>
                    </a:lnTo>
                    <a:lnTo>
                      <a:pt x="1139" y="7697"/>
                    </a:lnTo>
                    <a:lnTo>
                      <a:pt x="1139" y="7553"/>
                    </a:lnTo>
                    <a:lnTo>
                      <a:pt x="852" y="7553"/>
                    </a:lnTo>
                    <a:lnTo>
                      <a:pt x="852" y="7365"/>
                    </a:lnTo>
                    <a:lnTo>
                      <a:pt x="1139" y="7365"/>
                    </a:lnTo>
                    <a:lnTo>
                      <a:pt x="1139" y="7221"/>
                    </a:lnTo>
                    <a:lnTo>
                      <a:pt x="1017" y="7221"/>
                    </a:lnTo>
                    <a:lnTo>
                      <a:pt x="1017" y="6823"/>
                    </a:lnTo>
                    <a:lnTo>
                      <a:pt x="1139" y="6823"/>
                    </a:lnTo>
                    <a:lnTo>
                      <a:pt x="1139" y="6690"/>
                    </a:lnTo>
                    <a:lnTo>
                      <a:pt x="852" y="6690"/>
                    </a:lnTo>
                    <a:lnTo>
                      <a:pt x="852" y="6491"/>
                    </a:lnTo>
                    <a:lnTo>
                      <a:pt x="1139" y="6491"/>
                    </a:lnTo>
                    <a:lnTo>
                      <a:pt x="1139" y="6359"/>
                    </a:lnTo>
                    <a:lnTo>
                      <a:pt x="1017" y="6359"/>
                    </a:lnTo>
                    <a:lnTo>
                      <a:pt x="1017" y="5960"/>
                    </a:lnTo>
                    <a:lnTo>
                      <a:pt x="1139" y="5960"/>
                    </a:lnTo>
                    <a:lnTo>
                      <a:pt x="1139" y="5828"/>
                    </a:lnTo>
                    <a:lnTo>
                      <a:pt x="852" y="5828"/>
                    </a:lnTo>
                    <a:lnTo>
                      <a:pt x="852" y="5629"/>
                    </a:lnTo>
                    <a:lnTo>
                      <a:pt x="1139" y="5629"/>
                    </a:lnTo>
                    <a:lnTo>
                      <a:pt x="1139" y="5485"/>
                    </a:lnTo>
                    <a:lnTo>
                      <a:pt x="1017" y="5485"/>
                    </a:lnTo>
                    <a:lnTo>
                      <a:pt x="1017" y="5098"/>
                    </a:lnTo>
                    <a:lnTo>
                      <a:pt x="1139" y="5098"/>
                    </a:lnTo>
                    <a:lnTo>
                      <a:pt x="1139" y="4954"/>
                    </a:lnTo>
                    <a:lnTo>
                      <a:pt x="852" y="4954"/>
                    </a:lnTo>
                    <a:lnTo>
                      <a:pt x="852" y="4755"/>
                    </a:lnTo>
                    <a:lnTo>
                      <a:pt x="1139" y="4755"/>
                    </a:lnTo>
                    <a:lnTo>
                      <a:pt x="1139" y="4623"/>
                    </a:lnTo>
                    <a:lnTo>
                      <a:pt x="1017" y="4623"/>
                    </a:lnTo>
                    <a:lnTo>
                      <a:pt x="1017" y="4236"/>
                    </a:lnTo>
                    <a:lnTo>
                      <a:pt x="1139" y="4236"/>
                    </a:lnTo>
                    <a:lnTo>
                      <a:pt x="1139" y="4092"/>
                    </a:lnTo>
                    <a:lnTo>
                      <a:pt x="852" y="4092"/>
                    </a:lnTo>
                    <a:lnTo>
                      <a:pt x="852" y="3893"/>
                    </a:lnTo>
                    <a:lnTo>
                      <a:pt x="1139" y="3893"/>
                    </a:lnTo>
                    <a:lnTo>
                      <a:pt x="1139" y="3362"/>
                    </a:lnTo>
                    <a:lnTo>
                      <a:pt x="1692" y="3362"/>
                    </a:lnTo>
                    <a:lnTo>
                      <a:pt x="1692" y="2654"/>
                    </a:lnTo>
                    <a:lnTo>
                      <a:pt x="2090" y="2654"/>
                    </a:lnTo>
                    <a:lnTo>
                      <a:pt x="2090" y="1792"/>
                    </a:lnTo>
                    <a:lnTo>
                      <a:pt x="3152" y="1792"/>
                    </a:lnTo>
                    <a:lnTo>
                      <a:pt x="3152" y="2654"/>
                    </a:lnTo>
                    <a:lnTo>
                      <a:pt x="3539" y="2654"/>
                    </a:lnTo>
                    <a:lnTo>
                      <a:pt x="3539" y="3362"/>
                    </a:lnTo>
                    <a:lnTo>
                      <a:pt x="4092" y="3362"/>
                    </a:lnTo>
                    <a:lnTo>
                      <a:pt x="4092" y="4236"/>
                    </a:lnTo>
                    <a:cubicBezTo>
                      <a:pt x="4766" y="4258"/>
                      <a:pt x="5253" y="4302"/>
                      <a:pt x="5253" y="4368"/>
                    </a:cubicBezTo>
                    <a:lnTo>
                      <a:pt x="5253" y="4589"/>
                    </a:lnTo>
                    <a:lnTo>
                      <a:pt x="5253" y="4589"/>
                    </a:lnTo>
                    <a:lnTo>
                      <a:pt x="5253" y="4744"/>
                    </a:lnTo>
                    <a:lnTo>
                      <a:pt x="5253" y="4744"/>
                    </a:lnTo>
                    <a:lnTo>
                      <a:pt x="5253" y="5021"/>
                    </a:lnTo>
                    <a:lnTo>
                      <a:pt x="5253" y="5021"/>
                    </a:lnTo>
                    <a:lnTo>
                      <a:pt x="5253" y="5175"/>
                    </a:lnTo>
                    <a:lnTo>
                      <a:pt x="5253" y="5175"/>
                    </a:lnTo>
                    <a:lnTo>
                      <a:pt x="5253" y="5452"/>
                    </a:lnTo>
                    <a:lnTo>
                      <a:pt x="5253" y="5452"/>
                    </a:lnTo>
                    <a:lnTo>
                      <a:pt x="5253" y="5596"/>
                    </a:lnTo>
                    <a:lnTo>
                      <a:pt x="5253" y="5596"/>
                    </a:lnTo>
                    <a:lnTo>
                      <a:pt x="5253" y="5872"/>
                    </a:lnTo>
                    <a:lnTo>
                      <a:pt x="5253" y="5872"/>
                    </a:lnTo>
                    <a:lnTo>
                      <a:pt x="5253" y="6027"/>
                    </a:lnTo>
                    <a:lnTo>
                      <a:pt x="5253" y="6038"/>
                    </a:lnTo>
                    <a:lnTo>
                      <a:pt x="5253" y="6314"/>
                    </a:lnTo>
                    <a:lnTo>
                      <a:pt x="5253" y="6458"/>
                    </a:lnTo>
                    <a:lnTo>
                      <a:pt x="5253" y="6458"/>
                    </a:lnTo>
                    <a:lnTo>
                      <a:pt x="5253" y="6735"/>
                    </a:lnTo>
                    <a:lnTo>
                      <a:pt x="5253" y="6735"/>
                    </a:lnTo>
                    <a:lnTo>
                      <a:pt x="5253" y="6889"/>
                    </a:lnTo>
                    <a:lnTo>
                      <a:pt x="5253" y="6889"/>
                    </a:lnTo>
                    <a:lnTo>
                      <a:pt x="5253" y="7166"/>
                    </a:lnTo>
                    <a:lnTo>
                      <a:pt x="5253" y="7166"/>
                    </a:lnTo>
                    <a:lnTo>
                      <a:pt x="5253" y="7309"/>
                    </a:lnTo>
                    <a:lnTo>
                      <a:pt x="5253" y="7321"/>
                    </a:lnTo>
                    <a:lnTo>
                      <a:pt x="5253" y="7597"/>
                    </a:lnTo>
                    <a:lnTo>
                      <a:pt x="5253" y="7597"/>
                    </a:lnTo>
                    <a:lnTo>
                      <a:pt x="5253" y="7741"/>
                    </a:lnTo>
                    <a:lnTo>
                      <a:pt x="5253" y="7741"/>
                    </a:lnTo>
                    <a:lnTo>
                      <a:pt x="5253" y="7962"/>
                    </a:lnTo>
                    <a:lnTo>
                      <a:pt x="5684" y="7962"/>
                    </a:lnTo>
                    <a:lnTo>
                      <a:pt x="5684" y="3251"/>
                    </a:lnTo>
                    <a:lnTo>
                      <a:pt x="6248" y="3251"/>
                    </a:lnTo>
                    <a:lnTo>
                      <a:pt x="6248" y="874"/>
                    </a:lnTo>
                    <a:lnTo>
                      <a:pt x="6767" y="874"/>
                    </a:lnTo>
                    <a:lnTo>
                      <a:pt x="6767" y="0"/>
                    </a:lnTo>
                    <a:lnTo>
                      <a:pt x="7597" y="0"/>
                    </a:lnTo>
                    <a:lnTo>
                      <a:pt x="7597" y="874"/>
                    </a:lnTo>
                    <a:lnTo>
                      <a:pt x="8128" y="874"/>
                    </a:lnTo>
                    <a:lnTo>
                      <a:pt x="8128" y="3251"/>
                    </a:lnTo>
                    <a:lnTo>
                      <a:pt x="8691" y="3251"/>
                    </a:lnTo>
                    <a:lnTo>
                      <a:pt x="8691" y="3373"/>
                    </a:lnTo>
                    <a:lnTo>
                      <a:pt x="8835" y="3373"/>
                    </a:lnTo>
                    <a:lnTo>
                      <a:pt x="8835" y="3517"/>
                    </a:lnTo>
                    <a:lnTo>
                      <a:pt x="8691" y="3517"/>
                    </a:lnTo>
                    <a:lnTo>
                      <a:pt x="8691" y="3727"/>
                    </a:lnTo>
                    <a:lnTo>
                      <a:pt x="8835" y="3727"/>
                    </a:lnTo>
                    <a:lnTo>
                      <a:pt x="8835" y="3882"/>
                    </a:lnTo>
                    <a:lnTo>
                      <a:pt x="8691" y="3882"/>
                    </a:lnTo>
                    <a:lnTo>
                      <a:pt x="8691" y="4092"/>
                    </a:lnTo>
                    <a:lnTo>
                      <a:pt x="8835" y="4092"/>
                    </a:lnTo>
                    <a:lnTo>
                      <a:pt x="8835" y="4247"/>
                    </a:lnTo>
                    <a:lnTo>
                      <a:pt x="8691" y="4247"/>
                    </a:lnTo>
                    <a:lnTo>
                      <a:pt x="8691" y="4457"/>
                    </a:lnTo>
                    <a:lnTo>
                      <a:pt x="8835" y="4457"/>
                    </a:lnTo>
                    <a:lnTo>
                      <a:pt x="8835" y="4611"/>
                    </a:lnTo>
                    <a:lnTo>
                      <a:pt x="8691" y="4611"/>
                    </a:lnTo>
                    <a:lnTo>
                      <a:pt x="8691" y="4822"/>
                    </a:lnTo>
                    <a:lnTo>
                      <a:pt x="8835" y="4822"/>
                    </a:lnTo>
                    <a:lnTo>
                      <a:pt x="8835" y="4976"/>
                    </a:lnTo>
                    <a:lnTo>
                      <a:pt x="8691" y="4976"/>
                    </a:lnTo>
                    <a:lnTo>
                      <a:pt x="8691" y="5186"/>
                    </a:lnTo>
                    <a:lnTo>
                      <a:pt x="8835" y="5186"/>
                    </a:lnTo>
                    <a:lnTo>
                      <a:pt x="8835" y="5341"/>
                    </a:lnTo>
                    <a:lnTo>
                      <a:pt x="8691" y="5341"/>
                    </a:lnTo>
                    <a:lnTo>
                      <a:pt x="8691" y="5551"/>
                    </a:lnTo>
                    <a:lnTo>
                      <a:pt x="8835" y="5551"/>
                    </a:lnTo>
                    <a:lnTo>
                      <a:pt x="8835" y="5706"/>
                    </a:lnTo>
                    <a:lnTo>
                      <a:pt x="8691" y="5706"/>
                    </a:lnTo>
                    <a:lnTo>
                      <a:pt x="8691" y="5916"/>
                    </a:lnTo>
                    <a:lnTo>
                      <a:pt x="8835" y="5916"/>
                    </a:lnTo>
                    <a:lnTo>
                      <a:pt x="8835" y="6060"/>
                    </a:lnTo>
                    <a:lnTo>
                      <a:pt x="8691" y="6060"/>
                    </a:lnTo>
                    <a:lnTo>
                      <a:pt x="8691" y="6281"/>
                    </a:lnTo>
                    <a:lnTo>
                      <a:pt x="8835" y="6281"/>
                    </a:lnTo>
                    <a:lnTo>
                      <a:pt x="8835" y="6425"/>
                    </a:lnTo>
                    <a:lnTo>
                      <a:pt x="8691" y="6425"/>
                    </a:lnTo>
                    <a:lnTo>
                      <a:pt x="8691" y="6646"/>
                    </a:lnTo>
                    <a:lnTo>
                      <a:pt x="8835" y="6646"/>
                    </a:lnTo>
                    <a:lnTo>
                      <a:pt x="8835" y="6801"/>
                    </a:lnTo>
                    <a:lnTo>
                      <a:pt x="8691" y="6801"/>
                    </a:lnTo>
                    <a:lnTo>
                      <a:pt x="8691" y="7011"/>
                    </a:lnTo>
                    <a:lnTo>
                      <a:pt x="8835" y="7011"/>
                    </a:lnTo>
                    <a:lnTo>
                      <a:pt x="8835" y="7166"/>
                    </a:lnTo>
                    <a:lnTo>
                      <a:pt x="8691" y="7166"/>
                    </a:lnTo>
                    <a:lnTo>
                      <a:pt x="8691" y="7376"/>
                    </a:lnTo>
                    <a:lnTo>
                      <a:pt x="8835" y="7376"/>
                    </a:lnTo>
                    <a:lnTo>
                      <a:pt x="8835" y="7531"/>
                    </a:lnTo>
                    <a:lnTo>
                      <a:pt x="8691" y="7531"/>
                    </a:lnTo>
                    <a:lnTo>
                      <a:pt x="8691" y="7608"/>
                    </a:lnTo>
                    <a:lnTo>
                      <a:pt x="9189" y="7608"/>
                    </a:lnTo>
                    <a:lnTo>
                      <a:pt x="9189" y="10483"/>
                    </a:lnTo>
                    <a:lnTo>
                      <a:pt x="266" y="10483"/>
                    </a:lnTo>
                    <a:cubicBezTo>
                      <a:pt x="122" y="10483"/>
                      <a:pt x="0" y="10317"/>
                      <a:pt x="0" y="1011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20"/>
              <p:cNvSpPr/>
              <p:nvPr/>
            </p:nvSpPr>
            <p:spPr>
              <a:xfrm>
                <a:off x="7295456" y="1218625"/>
                <a:ext cx="958423" cy="1237314"/>
              </a:xfrm>
              <a:custGeom>
                <a:avLst/>
                <a:gdLst/>
                <a:ahLst/>
                <a:cxnLst/>
                <a:rect l="l" t="t" r="r" b="b"/>
                <a:pathLst>
                  <a:path w="9345" h="12064" extrusionOk="0">
                    <a:moveTo>
                      <a:pt x="9333" y="3870"/>
                    </a:moveTo>
                    <a:lnTo>
                      <a:pt x="8957" y="3870"/>
                    </a:lnTo>
                    <a:lnTo>
                      <a:pt x="8957" y="3063"/>
                    </a:lnTo>
                    <a:lnTo>
                      <a:pt x="8482" y="3063"/>
                    </a:lnTo>
                    <a:lnTo>
                      <a:pt x="8482" y="2079"/>
                    </a:lnTo>
                    <a:lnTo>
                      <a:pt x="7232" y="2079"/>
                    </a:lnTo>
                    <a:lnTo>
                      <a:pt x="7232" y="3063"/>
                    </a:lnTo>
                    <a:lnTo>
                      <a:pt x="6757" y="3063"/>
                    </a:lnTo>
                    <a:lnTo>
                      <a:pt x="6757" y="3870"/>
                    </a:lnTo>
                    <a:lnTo>
                      <a:pt x="6093" y="3870"/>
                    </a:lnTo>
                    <a:lnTo>
                      <a:pt x="6093" y="4876"/>
                    </a:lnTo>
                    <a:cubicBezTo>
                      <a:pt x="5286" y="4898"/>
                      <a:pt x="4711" y="4954"/>
                      <a:pt x="4711" y="5031"/>
                    </a:cubicBezTo>
                    <a:lnTo>
                      <a:pt x="4711" y="5285"/>
                    </a:lnTo>
                    <a:lnTo>
                      <a:pt x="4711" y="5274"/>
                    </a:lnTo>
                    <a:lnTo>
                      <a:pt x="4711" y="5451"/>
                    </a:lnTo>
                    <a:lnTo>
                      <a:pt x="4711" y="5462"/>
                    </a:lnTo>
                    <a:lnTo>
                      <a:pt x="4711" y="5783"/>
                    </a:lnTo>
                    <a:lnTo>
                      <a:pt x="4711" y="5783"/>
                    </a:lnTo>
                    <a:lnTo>
                      <a:pt x="4711" y="5949"/>
                    </a:lnTo>
                    <a:lnTo>
                      <a:pt x="4711" y="5949"/>
                    </a:lnTo>
                    <a:lnTo>
                      <a:pt x="4711" y="6270"/>
                    </a:lnTo>
                    <a:lnTo>
                      <a:pt x="4711" y="6270"/>
                    </a:lnTo>
                    <a:lnTo>
                      <a:pt x="4711" y="6447"/>
                    </a:lnTo>
                    <a:lnTo>
                      <a:pt x="4711" y="6458"/>
                    </a:lnTo>
                    <a:lnTo>
                      <a:pt x="4711" y="6778"/>
                    </a:lnTo>
                    <a:cubicBezTo>
                      <a:pt x="4711" y="6767"/>
                      <a:pt x="4711" y="6767"/>
                      <a:pt x="4711" y="6767"/>
                    </a:cubicBezTo>
                    <a:lnTo>
                      <a:pt x="4711" y="6944"/>
                    </a:lnTo>
                    <a:cubicBezTo>
                      <a:pt x="4711" y="6944"/>
                      <a:pt x="4711" y="6944"/>
                      <a:pt x="4711" y="6944"/>
                    </a:cubicBezTo>
                    <a:lnTo>
                      <a:pt x="4711" y="7265"/>
                    </a:lnTo>
                    <a:lnTo>
                      <a:pt x="4711" y="7265"/>
                    </a:lnTo>
                    <a:lnTo>
                      <a:pt x="4711" y="7442"/>
                    </a:lnTo>
                    <a:cubicBezTo>
                      <a:pt x="4711" y="7442"/>
                      <a:pt x="4711" y="7442"/>
                      <a:pt x="4711" y="7442"/>
                    </a:cubicBezTo>
                    <a:lnTo>
                      <a:pt x="4711" y="7773"/>
                    </a:lnTo>
                    <a:lnTo>
                      <a:pt x="4711" y="7773"/>
                    </a:lnTo>
                    <a:lnTo>
                      <a:pt x="4711" y="7939"/>
                    </a:lnTo>
                    <a:lnTo>
                      <a:pt x="4711" y="7939"/>
                    </a:lnTo>
                    <a:lnTo>
                      <a:pt x="4711" y="8260"/>
                    </a:lnTo>
                    <a:lnTo>
                      <a:pt x="4711" y="8260"/>
                    </a:lnTo>
                    <a:lnTo>
                      <a:pt x="4711" y="8437"/>
                    </a:lnTo>
                    <a:lnTo>
                      <a:pt x="4711" y="8758"/>
                    </a:lnTo>
                    <a:lnTo>
                      <a:pt x="4711" y="8923"/>
                    </a:lnTo>
                    <a:lnTo>
                      <a:pt x="4711" y="8934"/>
                    </a:lnTo>
                    <a:lnTo>
                      <a:pt x="4711" y="9189"/>
                    </a:lnTo>
                    <a:lnTo>
                      <a:pt x="4192" y="9189"/>
                    </a:lnTo>
                    <a:lnTo>
                      <a:pt x="4192" y="3749"/>
                    </a:lnTo>
                    <a:lnTo>
                      <a:pt x="3517" y="3749"/>
                    </a:lnTo>
                    <a:lnTo>
                      <a:pt x="3517" y="1006"/>
                    </a:lnTo>
                    <a:lnTo>
                      <a:pt x="2898" y="1006"/>
                    </a:lnTo>
                    <a:lnTo>
                      <a:pt x="2898" y="0"/>
                    </a:lnTo>
                    <a:lnTo>
                      <a:pt x="1903" y="0"/>
                    </a:lnTo>
                    <a:lnTo>
                      <a:pt x="1903" y="1006"/>
                    </a:lnTo>
                    <a:lnTo>
                      <a:pt x="1283" y="1006"/>
                    </a:lnTo>
                    <a:lnTo>
                      <a:pt x="1283" y="3749"/>
                    </a:lnTo>
                    <a:lnTo>
                      <a:pt x="609" y="3749"/>
                    </a:lnTo>
                    <a:lnTo>
                      <a:pt x="609" y="3881"/>
                    </a:lnTo>
                    <a:lnTo>
                      <a:pt x="432" y="3881"/>
                    </a:lnTo>
                    <a:lnTo>
                      <a:pt x="432" y="4058"/>
                    </a:lnTo>
                    <a:lnTo>
                      <a:pt x="609" y="4058"/>
                    </a:lnTo>
                    <a:lnTo>
                      <a:pt x="609" y="4301"/>
                    </a:lnTo>
                    <a:lnTo>
                      <a:pt x="432" y="4301"/>
                    </a:lnTo>
                    <a:lnTo>
                      <a:pt x="432" y="4467"/>
                    </a:lnTo>
                    <a:lnTo>
                      <a:pt x="609" y="4467"/>
                    </a:lnTo>
                    <a:lnTo>
                      <a:pt x="609" y="4722"/>
                    </a:lnTo>
                    <a:lnTo>
                      <a:pt x="432" y="4722"/>
                    </a:lnTo>
                    <a:lnTo>
                      <a:pt x="432" y="4887"/>
                    </a:lnTo>
                    <a:lnTo>
                      <a:pt x="609" y="4887"/>
                    </a:lnTo>
                    <a:lnTo>
                      <a:pt x="609" y="5142"/>
                    </a:lnTo>
                    <a:lnTo>
                      <a:pt x="432" y="5142"/>
                    </a:lnTo>
                    <a:lnTo>
                      <a:pt x="432" y="5308"/>
                    </a:lnTo>
                    <a:lnTo>
                      <a:pt x="609" y="5308"/>
                    </a:lnTo>
                    <a:lnTo>
                      <a:pt x="609" y="5562"/>
                    </a:lnTo>
                    <a:lnTo>
                      <a:pt x="432" y="5562"/>
                    </a:lnTo>
                    <a:lnTo>
                      <a:pt x="432" y="5728"/>
                    </a:lnTo>
                    <a:lnTo>
                      <a:pt x="609" y="5728"/>
                    </a:lnTo>
                    <a:lnTo>
                      <a:pt x="609" y="5982"/>
                    </a:lnTo>
                    <a:lnTo>
                      <a:pt x="432" y="5982"/>
                    </a:lnTo>
                    <a:lnTo>
                      <a:pt x="432" y="6148"/>
                    </a:lnTo>
                    <a:lnTo>
                      <a:pt x="609" y="6148"/>
                    </a:lnTo>
                    <a:lnTo>
                      <a:pt x="609" y="6402"/>
                    </a:lnTo>
                    <a:lnTo>
                      <a:pt x="432" y="6402"/>
                    </a:lnTo>
                    <a:lnTo>
                      <a:pt x="432" y="6568"/>
                    </a:lnTo>
                    <a:lnTo>
                      <a:pt x="609" y="6568"/>
                    </a:lnTo>
                    <a:lnTo>
                      <a:pt x="609" y="6822"/>
                    </a:lnTo>
                    <a:lnTo>
                      <a:pt x="432" y="6822"/>
                    </a:lnTo>
                    <a:lnTo>
                      <a:pt x="432" y="6988"/>
                    </a:lnTo>
                    <a:lnTo>
                      <a:pt x="609" y="6988"/>
                    </a:lnTo>
                    <a:lnTo>
                      <a:pt x="609" y="7243"/>
                    </a:lnTo>
                    <a:lnTo>
                      <a:pt x="432" y="7243"/>
                    </a:lnTo>
                    <a:lnTo>
                      <a:pt x="432" y="7409"/>
                    </a:lnTo>
                    <a:lnTo>
                      <a:pt x="609" y="7409"/>
                    </a:lnTo>
                    <a:lnTo>
                      <a:pt x="609" y="7652"/>
                    </a:lnTo>
                    <a:lnTo>
                      <a:pt x="432" y="7652"/>
                    </a:lnTo>
                    <a:lnTo>
                      <a:pt x="432" y="7829"/>
                    </a:lnTo>
                    <a:lnTo>
                      <a:pt x="609" y="7829"/>
                    </a:lnTo>
                    <a:lnTo>
                      <a:pt x="609" y="8072"/>
                    </a:lnTo>
                    <a:lnTo>
                      <a:pt x="432" y="8072"/>
                    </a:lnTo>
                    <a:lnTo>
                      <a:pt x="432" y="8238"/>
                    </a:lnTo>
                    <a:lnTo>
                      <a:pt x="609" y="8238"/>
                    </a:lnTo>
                    <a:lnTo>
                      <a:pt x="609" y="8492"/>
                    </a:lnTo>
                    <a:lnTo>
                      <a:pt x="432" y="8492"/>
                    </a:lnTo>
                    <a:lnTo>
                      <a:pt x="432" y="8658"/>
                    </a:lnTo>
                    <a:lnTo>
                      <a:pt x="609" y="8658"/>
                    </a:lnTo>
                    <a:lnTo>
                      <a:pt x="609" y="8746"/>
                    </a:lnTo>
                    <a:lnTo>
                      <a:pt x="1" y="8746"/>
                    </a:lnTo>
                    <a:lnTo>
                      <a:pt x="1" y="12064"/>
                    </a:lnTo>
                    <a:lnTo>
                      <a:pt x="9344" y="12064"/>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0"/>
              <p:cNvSpPr/>
              <p:nvPr/>
            </p:nvSpPr>
            <p:spPr>
              <a:xfrm>
                <a:off x="6303722" y="1626823"/>
                <a:ext cx="957295" cy="829115"/>
              </a:xfrm>
              <a:custGeom>
                <a:avLst/>
                <a:gdLst/>
                <a:ahLst/>
                <a:cxnLst/>
                <a:rect l="l" t="t" r="r" b="b"/>
                <a:pathLst>
                  <a:path w="9334" h="8084" extrusionOk="0">
                    <a:moveTo>
                      <a:pt x="9311" y="6912"/>
                    </a:moveTo>
                    <a:cubicBezTo>
                      <a:pt x="9223" y="6890"/>
                      <a:pt x="9167" y="6812"/>
                      <a:pt x="9167" y="6724"/>
                    </a:cubicBezTo>
                    <a:lnTo>
                      <a:pt x="9167" y="6569"/>
                    </a:lnTo>
                    <a:cubicBezTo>
                      <a:pt x="9167" y="6558"/>
                      <a:pt x="9167" y="6547"/>
                      <a:pt x="9167" y="6547"/>
                    </a:cubicBezTo>
                    <a:cubicBezTo>
                      <a:pt x="9223" y="6469"/>
                      <a:pt x="9256" y="6392"/>
                      <a:pt x="9267" y="6293"/>
                    </a:cubicBezTo>
                    <a:cubicBezTo>
                      <a:pt x="9267" y="6093"/>
                      <a:pt x="9101" y="5585"/>
                      <a:pt x="8913" y="5585"/>
                    </a:cubicBezTo>
                    <a:cubicBezTo>
                      <a:pt x="8714" y="5585"/>
                      <a:pt x="8559" y="6093"/>
                      <a:pt x="8559" y="6293"/>
                    </a:cubicBezTo>
                    <a:cubicBezTo>
                      <a:pt x="8559" y="6326"/>
                      <a:pt x="8559" y="6348"/>
                      <a:pt x="8559" y="6381"/>
                    </a:cubicBezTo>
                    <a:lnTo>
                      <a:pt x="8139" y="6381"/>
                    </a:lnTo>
                    <a:lnTo>
                      <a:pt x="8139" y="1361"/>
                    </a:lnTo>
                    <a:lnTo>
                      <a:pt x="7796" y="1361"/>
                    </a:lnTo>
                    <a:lnTo>
                      <a:pt x="7796" y="885"/>
                    </a:lnTo>
                    <a:lnTo>
                      <a:pt x="7442" y="885"/>
                    </a:lnTo>
                    <a:lnTo>
                      <a:pt x="7442" y="742"/>
                    </a:lnTo>
                    <a:lnTo>
                      <a:pt x="7442" y="454"/>
                    </a:lnTo>
                    <a:lnTo>
                      <a:pt x="7232" y="454"/>
                    </a:lnTo>
                    <a:lnTo>
                      <a:pt x="7232" y="1"/>
                    </a:lnTo>
                    <a:lnTo>
                      <a:pt x="6558" y="1"/>
                    </a:lnTo>
                    <a:lnTo>
                      <a:pt x="6558" y="454"/>
                    </a:lnTo>
                    <a:lnTo>
                      <a:pt x="6348" y="454"/>
                    </a:lnTo>
                    <a:lnTo>
                      <a:pt x="6348" y="885"/>
                    </a:lnTo>
                    <a:lnTo>
                      <a:pt x="5983" y="885"/>
                    </a:lnTo>
                    <a:lnTo>
                      <a:pt x="5983" y="1239"/>
                    </a:lnTo>
                    <a:lnTo>
                      <a:pt x="5983" y="1361"/>
                    </a:lnTo>
                    <a:lnTo>
                      <a:pt x="5607" y="1361"/>
                    </a:lnTo>
                    <a:lnTo>
                      <a:pt x="5607" y="3141"/>
                    </a:lnTo>
                    <a:lnTo>
                      <a:pt x="2456" y="3141"/>
                    </a:lnTo>
                    <a:lnTo>
                      <a:pt x="2456" y="1361"/>
                    </a:lnTo>
                    <a:lnTo>
                      <a:pt x="2057" y="1361"/>
                    </a:lnTo>
                    <a:lnTo>
                      <a:pt x="2057" y="885"/>
                    </a:lnTo>
                    <a:lnTo>
                      <a:pt x="1903" y="885"/>
                    </a:lnTo>
                    <a:lnTo>
                      <a:pt x="1903" y="797"/>
                    </a:lnTo>
                    <a:lnTo>
                      <a:pt x="1903" y="653"/>
                    </a:lnTo>
                    <a:lnTo>
                      <a:pt x="1317" y="653"/>
                    </a:lnTo>
                    <a:lnTo>
                      <a:pt x="1317" y="797"/>
                    </a:lnTo>
                    <a:lnTo>
                      <a:pt x="1317" y="885"/>
                    </a:lnTo>
                    <a:lnTo>
                      <a:pt x="996" y="885"/>
                    </a:lnTo>
                    <a:lnTo>
                      <a:pt x="996" y="797"/>
                    </a:lnTo>
                    <a:cubicBezTo>
                      <a:pt x="985" y="742"/>
                      <a:pt x="985" y="697"/>
                      <a:pt x="996" y="653"/>
                    </a:cubicBezTo>
                    <a:lnTo>
                      <a:pt x="399" y="653"/>
                    </a:lnTo>
                    <a:lnTo>
                      <a:pt x="399" y="896"/>
                    </a:lnTo>
                    <a:lnTo>
                      <a:pt x="255" y="896"/>
                    </a:lnTo>
                    <a:lnTo>
                      <a:pt x="255" y="1250"/>
                    </a:lnTo>
                    <a:cubicBezTo>
                      <a:pt x="244" y="1283"/>
                      <a:pt x="244" y="1328"/>
                      <a:pt x="255" y="1361"/>
                    </a:cubicBezTo>
                    <a:lnTo>
                      <a:pt x="1" y="1361"/>
                    </a:lnTo>
                    <a:lnTo>
                      <a:pt x="1" y="8084"/>
                    </a:lnTo>
                    <a:lnTo>
                      <a:pt x="9278" y="8084"/>
                    </a:lnTo>
                    <a:cubicBezTo>
                      <a:pt x="9289" y="8084"/>
                      <a:pt x="9311" y="8084"/>
                      <a:pt x="9333" y="80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0"/>
              <p:cNvSpPr/>
              <p:nvPr/>
            </p:nvSpPr>
            <p:spPr>
              <a:xfrm>
                <a:off x="8253874" y="1312674"/>
                <a:ext cx="956167" cy="829115"/>
              </a:xfrm>
              <a:custGeom>
                <a:avLst/>
                <a:gdLst/>
                <a:ahLst/>
                <a:cxnLst/>
                <a:rect l="l" t="t" r="r" b="b"/>
                <a:pathLst>
                  <a:path w="9323" h="8084" extrusionOk="0">
                    <a:moveTo>
                      <a:pt x="9311" y="6912"/>
                    </a:moveTo>
                    <a:cubicBezTo>
                      <a:pt x="9223" y="6890"/>
                      <a:pt x="9167" y="6812"/>
                      <a:pt x="9167" y="6724"/>
                    </a:cubicBezTo>
                    <a:lnTo>
                      <a:pt x="9167" y="6569"/>
                    </a:lnTo>
                    <a:cubicBezTo>
                      <a:pt x="9167" y="6558"/>
                      <a:pt x="9167" y="6547"/>
                      <a:pt x="9167" y="6547"/>
                    </a:cubicBezTo>
                    <a:cubicBezTo>
                      <a:pt x="9223" y="6469"/>
                      <a:pt x="9267" y="6392"/>
                      <a:pt x="9267" y="6293"/>
                    </a:cubicBezTo>
                    <a:cubicBezTo>
                      <a:pt x="9267" y="6093"/>
                      <a:pt x="9101" y="5585"/>
                      <a:pt x="8913" y="5585"/>
                    </a:cubicBezTo>
                    <a:cubicBezTo>
                      <a:pt x="8714" y="5585"/>
                      <a:pt x="8559" y="6093"/>
                      <a:pt x="8559" y="6293"/>
                    </a:cubicBezTo>
                    <a:cubicBezTo>
                      <a:pt x="8559" y="6326"/>
                      <a:pt x="8559" y="6348"/>
                      <a:pt x="8570" y="6381"/>
                    </a:cubicBezTo>
                    <a:lnTo>
                      <a:pt x="8139" y="6381"/>
                    </a:lnTo>
                    <a:lnTo>
                      <a:pt x="8139" y="1361"/>
                    </a:lnTo>
                    <a:lnTo>
                      <a:pt x="7796" y="1361"/>
                    </a:lnTo>
                    <a:lnTo>
                      <a:pt x="7796" y="885"/>
                    </a:lnTo>
                    <a:lnTo>
                      <a:pt x="7431" y="885"/>
                    </a:lnTo>
                    <a:lnTo>
                      <a:pt x="7431" y="742"/>
                    </a:lnTo>
                    <a:lnTo>
                      <a:pt x="7431" y="454"/>
                    </a:lnTo>
                    <a:lnTo>
                      <a:pt x="7221" y="454"/>
                    </a:lnTo>
                    <a:lnTo>
                      <a:pt x="7221" y="1"/>
                    </a:lnTo>
                    <a:lnTo>
                      <a:pt x="6547" y="1"/>
                    </a:lnTo>
                    <a:lnTo>
                      <a:pt x="6547" y="454"/>
                    </a:lnTo>
                    <a:lnTo>
                      <a:pt x="6337" y="454"/>
                    </a:lnTo>
                    <a:lnTo>
                      <a:pt x="6337" y="885"/>
                    </a:lnTo>
                    <a:lnTo>
                      <a:pt x="5972" y="885"/>
                    </a:lnTo>
                    <a:lnTo>
                      <a:pt x="5972" y="1239"/>
                    </a:lnTo>
                    <a:lnTo>
                      <a:pt x="5972" y="1361"/>
                    </a:lnTo>
                    <a:lnTo>
                      <a:pt x="5596" y="1361"/>
                    </a:lnTo>
                    <a:lnTo>
                      <a:pt x="5596" y="3141"/>
                    </a:lnTo>
                    <a:lnTo>
                      <a:pt x="2455" y="3141"/>
                    </a:lnTo>
                    <a:lnTo>
                      <a:pt x="2455" y="1361"/>
                    </a:lnTo>
                    <a:lnTo>
                      <a:pt x="2057" y="1361"/>
                    </a:lnTo>
                    <a:lnTo>
                      <a:pt x="2057" y="885"/>
                    </a:lnTo>
                    <a:lnTo>
                      <a:pt x="1903" y="885"/>
                    </a:lnTo>
                    <a:lnTo>
                      <a:pt x="1903" y="797"/>
                    </a:lnTo>
                    <a:lnTo>
                      <a:pt x="1903" y="653"/>
                    </a:lnTo>
                    <a:lnTo>
                      <a:pt x="1317" y="653"/>
                    </a:lnTo>
                    <a:lnTo>
                      <a:pt x="1317" y="797"/>
                    </a:lnTo>
                    <a:lnTo>
                      <a:pt x="1317" y="885"/>
                    </a:lnTo>
                    <a:lnTo>
                      <a:pt x="985" y="885"/>
                    </a:lnTo>
                    <a:lnTo>
                      <a:pt x="985" y="797"/>
                    </a:lnTo>
                    <a:cubicBezTo>
                      <a:pt x="985" y="742"/>
                      <a:pt x="985" y="697"/>
                      <a:pt x="985" y="653"/>
                    </a:cubicBezTo>
                    <a:lnTo>
                      <a:pt x="399" y="653"/>
                    </a:lnTo>
                    <a:lnTo>
                      <a:pt x="399" y="896"/>
                    </a:lnTo>
                    <a:lnTo>
                      <a:pt x="244" y="896"/>
                    </a:lnTo>
                    <a:lnTo>
                      <a:pt x="244" y="1250"/>
                    </a:lnTo>
                    <a:cubicBezTo>
                      <a:pt x="244" y="1283"/>
                      <a:pt x="244" y="1328"/>
                      <a:pt x="244" y="1361"/>
                    </a:cubicBezTo>
                    <a:lnTo>
                      <a:pt x="1" y="1361"/>
                    </a:lnTo>
                    <a:lnTo>
                      <a:pt x="1" y="8084"/>
                    </a:lnTo>
                    <a:lnTo>
                      <a:pt x="9278" y="8084"/>
                    </a:lnTo>
                    <a:cubicBezTo>
                      <a:pt x="9289" y="8084"/>
                      <a:pt x="9311" y="8084"/>
                      <a:pt x="9322" y="80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0"/>
              <p:cNvSpPr/>
              <p:nvPr/>
            </p:nvSpPr>
            <p:spPr>
              <a:xfrm>
                <a:off x="2477366" y="2056267"/>
                <a:ext cx="7425000" cy="555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9" name="Google Shape;389;p20"/>
            <p:cNvSpPr/>
            <p:nvPr/>
          </p:nvSpPr>
          <p:spPr>
            <a:xfrm>
              <a:off x="-71400" y="4544675"/>
              <a:ext cx="9286800" cy="6708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0"/>
            <p:cNvSpPr/>
            <p:nvPr/>
          </p:nvSpPr>
          <p:spPr>
            <a:xfrm flipH="1">
              <a:off x="6377135" y="3302290"/>
              <a:ext cx="1178908" cy="1021050"/>
            </a:xfrm>
            <a:custGeom>
              <a:avLst/>
              <a:gdLst/>
              <a:ahLst/>
              <a:cxnLst/>
              <a:rect l="l" t="t" r="r" b="b"/>
              <a:pathLst>
                <a:path w="9334" h="8084" extrusionOk="0">
                  <a:moveTo>
                    <a:pt x="9311" y="6912"/>
                  </a:moveTo>
                  <a:cubicBezTo>
                    <a:pt x="9223" y="6890"/>
                    <a:pt x="9167" y="6812"/>
                    <a:pt x="9167" y="6724"/>
                  </a:cubicBezTo>
                  <a:lnTo>
                    <a:pt x="9167" y="6569"/>
                  </a:lnTo>
                  <a:cubicBezTo>
                    <a:pt x="9167" y="6558"/>
                    <a:pt x="9167" y="6547"/>
                    <a:pt x="9167" y="6547"/>
                  </a:cubicBezTo>
                  <a:cubicBezTo>
                    <a:pt x="9223" y="6469"/>
                    <a:pt x="9256" y="6392"/>
                    <a:pt x="9267" y="6293"/>
                  </a:cubicBezTo>
                  <a:cubicBezTo>
                    <a:pt x="9267" y="6093"/>
                    <a:pt x="9101" y="5585"/>
                    <a:pt x="8913" y="5585"/>
                  </a:cubicBezTo>
                  <a:cubicBezTo>
                    <a:pt x="8714" y="5585"/>
                    <a:pt x="8559" y="6093"/>
                    <a:pt x="8559" y="6293"/>
                  </a:cubicBezTo>
                  <a:cubicBezTo>
                    <a:pt x="8559" y="6326"/>
                    <a:pt x="8559" y="6348"/>
                    <a:pt x="8559" y="6381"/>
                  </a:cubicBezTo>
                  <a:lnTo>
                    <a:pt x="8139" y="6381"/>
                  </a:lnTo>
                  <a:lnTo>
                    <a:pt x="8139" y="1361"/>
                  </a:lnTo>
                  <a:lnTo>
                    <a:pt x="7796" y="1361"/>
                  </a:lnTo>
                  <a:lnTo>
                    <a:pt x="7796" y="885"/>
                  </a:lnTo>
                  <a:lnTo>
                    <a:pt x="7442" y="885"/>
                  </a:lnTo>
                  <a:lnTo>
                    <a:pt x="7442" y="742"/>
                  </a:lnTo>
                  <a:lnTo>
                    <a:pt x="7442" y="454"/>
                  </a:lnTo>
                  <a:lnTo>
                    <a:pt x="7232" y="454"/>
                  </a:lnTo>
                  <a:lnTo>
                    <a:pt x="7232" y="1"/>
                  </a:lnTo>
                  <a:lnTo>
                    <a:pt x="6558" y="1"/>
                  </a:lnTo>
                  <a:lnTo>
                    <a:pt x="6558" y="454"/>
                  </a:lnTo>
                  <a:lnTo>
                    <a:pt x="6348" y="454"/>
                  </a:lnTo>
                  <a:lnTo>
                    <a:pt x="6348" y="885"/>
                  </a:lnTo>
                  <a:lnTo>
                    <a:pt x="5983" y="885"/>
                  </a:lnTo>
                  <a:lnTo>
                    <a:pt x="5983" y="1239"/>
                  </a:lnTo>
                  <a:lnTo>
                    <a:pt x="5983" y="1361"/>
                  </a:lnTo>
                  <a:lnTo>
                    <a:pt x="5607" y="1361"/>
                  </a:lnTo>
                  <a:lnTo>
                    <a:pt x="5607" y="3141"/>
                  </a:lnTo>
                  <a:lnTo>
                    <a:pt x="2456" y="3141"/>
                  </a:lnTo>
                  <a:lnTo>
                    <a:pt x="2456" y="1361"/>
                  </a:lnTo>
                  <a:lnTo>
                    <a:pt x="2057" y="1361"/>
                  </a:lnTo>
                  <a:lnTo>
                    <a:pt x="2057" y="885"/>
                  </a:lnTo>
                  <a:lnTo>
                    <a:pt x="1903" y="885"/>
                  </a:lnTo>
                  <a:lnTo>
                    <a:pt x="1903" y="797"/>
                  </a:lnTo>
                  <a:lnTo>
                    <a:pt x="1903" y="653"/>
                  </a:lnTo>
                  <a:lnTo>
                    <a:pt x="1317" y="653"/>
                  </a:lnTo>
                  <a:lnTo>
                    <a:pt x="1317" y="797"/>
                  </a:lnTo>
                  <a:lnTo>
                    <a:pt x="1317" y="885"/>
                  </a:lnTo>
                  <a:lnTo>
                    <a:pt x="996" y="885"/>
                  </a:lnTo>
                  <a:lnTo>
                    <a:pt x="996" y="797"/>
                  </a:lnTo>
                  <a:cubicBezTo>
                    <a:pt x="985" y="742"/>
                    <a:pt x="985" y="697"/>
                    <a:pt x="996" y="653"/>
                  </a:cubicBezTo>
                  <a:lnTo>
                    <a:pt x="399" y="653"/>
                  </a:lnTo>
                  <a:lnTo>
                    <a:pt x="399" y="896"/>
                  </a:lnTo>
                  <a:lnTo>
                    <a:pt x="255" y="896"/>
                  </a:lnTo>
                  <a:lnTo>
                    <a:pt x="255" y="1250"/>
                  </a:lnTo>
                  <a:cubicBezTo>
                    <a:pt x="244" y="1283"/>
                    <a:pt x="244" y="1328"/>
                    <a:pt x="255" y="1361"/>
                  </a:cubicBezTo>
                  <a:lnTo>
                    <a:pt x="1" y="1361"/>
                  </a:lnTo>
                  <a:lnTo>
                    <a:pt x="1" y="8084"/>
                  </a:lnTo>
                  <a:lnTo>
                    <a:pt x="9278" y="8084"/>
                  </a:lnTo>
                  <a:cubicBezTo>
                    <a:pt x="9289" y="8084"/>
                    <a:pt x="9311" y="8084"/>
                    <a:pt x="9333" y="80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1" name="Google Shape;391;p20"/>
          <p:cNvGrpSpPr/>
          <p:nvPr/>
        </p:nvGrpSpPr>
        <p:grpSpPr>
          <a:xfrm>
            <a:off x="7224825" y="0"/>
            <a:ext cx="1671525" cy="4544675"/>
            <a:chOff x="616750" y="-26175"/>
            <a:chExt cx="1671525" cy="4544675"/>
          </a:xfrm>
        </p:grpSpPr>
        <p:sp>
          <p:nvSpPr>
            <p:cNvPr id="392" name="Google Shape;392;p20"/>
            <p:cNvSpPr/>
            <p:nvPr/>
          </p:nvSpPr>
          <p:spPr>
            <a:xfrm>
              <a:off x="1483823" y="4035779"/>
              <a:ext cx="215474" cy="184903"/>
            </a:xfrm>
            <a:custGeom>
              <a:avLst/>
              <a:gdLst/>
              <a:ahLst/>
              <a:cxnLst/>
              <a:rect l="l" t="t" r="r" b="b"/>
              <a:pathLst>
                <a:path w="874" h="750" extrusionOk="0">
                  <a:moveTo>
                    <a:pt x="498" y="0"/>
                  </a:moveTo>
                  <a:cubicBezTo>
                    <a:pt x="166" y="0"/>
                    <a:pt x="0" y="398"/>
                    <a:pt x="243" y="642"/>
                  </a:cubicBezTo>
                  <a:cubicBezTo>
                    <a:pt x="318" y="716"/>
                    <a:pt x="410" y="750"/>
                    <a:pt x="500" y="750"/>
                  </a:cubicBezTo>
                  <a:cubicBezTo>
                    <a:pt x="691" y="750"/>
                    <a:pt x="874" y="601"/>
                    <a:pt x="874" y="376"/>
                  </a:cubicBezTo>
                  <a:cubicBezTo>
                    <a:pt x="874" y="166"/>
                    <a:pt x="708" y="0"/>
                    <a:pt x="4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0"/>
            <p:cNvSpPr/>
            <p:nvPr/>
          </p:nvSpPr>
          <p:spPr>
            <a:xfrm>
              <a:off x="1322834" y="1691206"/>
              <a:ext cx="569995" cy="188355"/>
            </a:xfrm>
            <a:custGeom>
              <a:avLst/>
              <a:gdLst/>
              <a:ahLst/>
              <a:cxnLst/>
              <a:rect l="l" t="t" r="r" b="b"/>
              <a:pathLst>
                <a:path w="2312" h="764" extrusionOk="0">
                  <a:moveTo>
                    <a:pt x="1" y="1"/>
                  </a:moveTo>
                  <a:lnTo>
                    <a:pt x="1" y="764"/>
                  </a:lnTo>
                  <a:lnTo>
                    <a:pt x="2312" y="764"/>
                  </a:lnTo>
                  <a:lnTo>
                    <a:pt x="2312" y="1"/>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0"/>
            <p:cNvSpPr/>
            <p:nvPr/>
          </p:nvSpPr>
          <p:spPr>
            <a:xfrm>
              <a:off x="1322834" y="1091627"/>
              <a:ext cx="569995" cy="188355"/>
            </a:xfrm>
            <a:custGeom>
              <a:avLst/>
              <a:gdLst/>
              <a:ahLst/>
              <a:cxnLst/>
              <a:rect l="l" t="t" r="r" b="b"/>
              <a:pathLst>
                <a:path w="2312" h="764" extrusionOk="0">
                  <a:moveTo>
                    <a:pt x="1" y="0"/>
                  </a:moveTo>
                  <a:lnTo>
                    <a:pt x="1" y="763"/>
                  </a:lnTo>
                  <a:lnTo>
                    <a:pt x="2312" y="763"/>
                  </a:lnTo>
                  <a:lnTo>
                    <a:pt x="2312" y="0"/>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20"/>
            <p:cNvSpPr/>
            <p:nvPr/>
          </p:nvSpPr>
          <p:spPr>
            <a:xfrm>
              <a:off x="1322834" y="491801"/>
              <a:ext cx="569995" cy="188355"/>
            </a:xfrm>
            <a:custGeom>
              <a:avLst/>
              <a:gdLst/>
              <a:ahLst/>
              <a:cxnLst/>
              <a:rect l="l" t="t" r="r" b="b"/>
              <a:pathLst>
                <a:path w="2312" h="764" extrusionOk="0">
                  <a:moveTo>
                    <a:pt x="1" y="1"/>
                  </a:moveTo>
                  <a:lnTo>
                    <a:pt x="1" y="764"/>
                  </a:lnTo>
                  <a:lnTo>
                    <a:pt x="2312" y="764"/>
                  </a:lnTo>
                  <a:lnTo>
                    <a:pt x="2312" y="1"/>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0"/>
            <p:cNvSpPr/>
            <p:nvPr/>
          </p:nvSpPr>
          <p:spPr>
            <a:xfrm>
              <a:off x="1347487" y="4128478"/>
              <a:ext cx="518222" cy="305460"/>
            </a:xfrm>
            <a:custGeom>
              <a:avLst/>
              <a:gdLst/>
              <a:ahLst/>
              <a:cxnLst/>
              <a:rect l="l" t="t" r="r" b="b"/>
              <a:pathLst>
                <a:path w="2102" h="1239" extrusionOk="0">
                  <a:moveTo>
                    <a:pt x="0" y="0"/>
                  </a:moveTo>
                  <a:lnTo>
                    <a:pt x="0" y="1239"/>
                  </a:lnTo>
                  <a:lnTo>
                    <a:pt x="2101" y="1239"/>
                  </a:lnTo>
                  <a:lnTo>
                    <a:pt x="2101" y="962"/>
                  </a:lnTo>
                  <a:cubicBezTo>
                    <a:pt x="2101" y="432"/>
                    <a:pt x="1670" y="0"/>
                    <a:pt x="113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20"/>
            <p:cNvSpPr/>
            <p:nvPr/>
          </p:nvSpPr>
          <p:spPr>
            <a:xfrm>
              <a:off x="1347487" y="3820306"/>
              <a:ext cx="520934" cy="308418"/>
            </a:xfrm>
            <a:custGeom>
              <a:avLst/>
              <a:gdLst/>
              <a:ahLst/>
              <a:cxnLst/>
              <a:rect l="l" t="t" r="r" b="b"/>
              <a:pathLst>
                <a:path w="2113" h="1251" extrusionOk="0">
                  <a:moveTo>
                    <a:pt x="0" y="1"/>
                  </a:moveTo>
                  <a:lnTo>
                    <a:pt x="0" y="1250"/>
                  </a:lnTo>
                  <a:lnTo>
                    <a:pt x="1139" y="1250"/>
                  </a:lnTo>
                  <a:cubicBezTo>
                    <a:pt x="1670" y="1250"/>
                    <a:pt x="2112" y="808"/>
                    <a:pt x="2112" y="277"/>
                  </a:cubicBezTo>
                  <a:lnTo>
                    <a:pt x="211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0"/>
            <p:cNvSpPr/>
            <p:nvPr/>
          </p:nvSpPr>
          <p:spPr>
            <a:xfrm>
              <a:off x="1249365" y="4349129"/>
              <a:ext cx="717178" cy="169371"/>
            </a:xfrm>
            <a:custGeom>
              <a:avLst/>
              <a:gdLst/>
              <a:ahLst/>
              <a:cxnLst/>
              <a:rect l="l" t="t" r="r" b="b"/>
              <a:pathLst>
                <a:path w="2909" h="687" extrusionOk="0">
                  <a:moveTo>
                    <a:pt x="0" y="1"/>
                  </a:moveTo>
                  <a:lnTo>
                    <a:pt x="0" y="687"/>
                  </a:lnTo>
                  <a:lnTo>
                    <a:pt x="2908" y="687"/>
                  </a:lnTo>
                  <a:lnTo>
                    <a:pt x="290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20"/>
            <p:cNvSpPr/>
            <p:nvPr/>
          </p:nvSpPr>
          <p:spPr>
            <a:xfrm>
              <a:off x="1322834" y="-26175"/>
              <a:ext cx="142006" cy="2426422"/>
            </a:xfrm>
            <a:custGeom>
              <a:avLst/>
              <a:gdLst/>
              <a:ahLst/>
              <a:cxnLst/>
              <a:rect l="l" t="t" r="r" b="b"/>
              <a:pathLst>
                <a:path w="576" h="9842" extrusionOk="0">
                  <a:moveTo>
                    <a:pt x="1" y="1"/>
                  </a:moveTo>
                  <a:lnTo>
                    <a:pt x="1" y="9079"/>
                  </a:lnTo>
                  <a:cubicBezTo>
                    <a:pt x="1" y="9400"/>
                    <a:pt x="189" y="9698"/>
                    <a:pt x="487" y="9842"/>
                  </a:cubicBezTo>
                  <a:cubicBezTo>
                    <a:pt x="532" y="9798"/>
                    <a:pt x="554" y="9742"/>
                    <a:pt x="576" y="9676"/>
                  </a:cubicBezTo>
                  <a:cubicBezTo>
                    <a:pt x="410" y="9521"/>
                    <a:pt x="310" y="9300"/>
                    <a:pt x="310" y="9079"/>
                  </a:cubicBezTo>
                  <a:lnTo>
                    <a:pt x="31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0"/>
            <p:cNvSpPr/>
            <p:nvPr/>
          </p:nvSpPr>
          <p:spPr>
            <a:xfrm>
              <a:off x="1838097" y="-26175"/>
              <a:ext cx="450177" cy="3846725"/>
            </a:xfrm>
            <a:custGeom>
              <a:avLst/>
              <a:gdLst/>
              <a:ahLst/>
              <a:cxnLst/>
              <a:rect l="l" t="t" r="r" b="b"/>
              <a:pathLst>
                <a:path w="1826" h="15603" extrusionOk="0">
                  <a:moveTo>
                    <a:pt x="1504" y="1"/>
                  </a:moveTo>
                  <a:lnTo>
                    <a:pt x="1" y="15603"/>
                  </a:lnTo>
                  <a:lnTo>
                    <a:pt x="321" y="15603"/>
                  </a:lnTo>
                  <a:lnTo>
                    <a:pt x="18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0"/>
            <p:cNvSpPr/>
            <p:nvPr/>
          </p:nvSpPr>
          <p:spPr>
            <a:xfrm>
              <a:off x="1167515" y="-26175"/>
              <a:ext cx="275629" cy="2446145"/>
            </a:xfrm>
            <a:custGeom>
              <a:avLst/>
              <a:gdLst/>
              <a:ahLst/>
              <a:cxnLst/>
              <a:rect l="l" t="t" r="r" b="b"/>
              <a:pathLst>
                <a:path w="1118" h="9922" extrusionOk="0">
                  <a:moveTo>
                    <a:pt x="0" y="1"/>
                  </a:moveTo>
                  <a:lnTo>
                    <a:pt x="0" y="9079"/>
                  </a:lnTo>
                  <a:cubicBezTo>
                    <a:pt x="0" y="9543"/>
                    <a:pt x="376" y="9919"/>
                    <a:pt x="841" y="9919"/>
                  </a:cubicBezTo>
                  <a:cubicBezTo>
                    <a:pt x="854" y="9921"/>
                    <a:pt x="867" y="9921"/>
                    <a:pt x="879" y="9921"/>
                  </a:cubicBezTo>
                  <a:cubicBezTo>
                    <a:pt x="966" y="9921"/>
                    <a:pt x="1050" y="9890"/>
                    <a:pt x="1117" y="9842"/>
                  </a:cubicBezTo>
                  <a:cubicBezTo>
                    <a:pt x="819" y="9709"/>
                    <a:pt x="620" y="9411"/>
                    <a:pt x="631" y="9079"/>
                  </a:cubicBezTo>
                  <a:lnTo>
                    <a:pt x="6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0"/>
            <p:cNvSpPr/>
            <p:nvPr/>
          </p:nvSpPr>
          <p:spPr>
            <a:xfrm>
              <a:off x="1685490" y="-26175"/>
              <a:ext cx="523646" cy="3846725"/>
            </a:xfrm>
            <a:custGeom>
              <a:avLst/>
              <a:gdLst/>
              <a:ahLst/>
              <a:cxnLst/>
              <a:rect l="l" t="t" r="r" b="b"/>
              <a:pathLst>
                <a:path w="2124" h="15603" extrusionOk="0">
                  <a:moveTo>
                    <a:pt x="1493" y="1"/>
                  </a:moveTo>
                  <a:lnTo>
                    <a:pt x="0" y="15603"/>
                  </a:lnTo>
                  <a:lnTo>
                    <a:pt x="620" y="15603"/>
                  </a:lnTo>
                  <a:lnTo>
                    <a:pt x="21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0"/>
            <p:cNvSpPr/>
            <p:nvPr/>
          </p:nvSpPr>
          <p:spPr>
            <a:xfrm>
              <a:off x="1442897" y="2359323"/>
              <a:ext cx="122776" cy="60155"/>
            </a:xfrm>
            <a:custGeom>
              <a:avLst/>
              <a:gdLst/>
              <a:ahLst/>
              <a:cxnLst/>
              <a:rect l="l" t="t" r="r" b="b"/>
              <a:pathLst>
                <a:path w="498" h="244" extrusionOk="0">
                  <a:moveTo>
                    <a:pt x="89" y="0"/>
                  </a:moveTo>
                  <a:cubicBezTo>
                    <a:pt x="67" y="66"/>
                    <a:pt x="45" y="122"/>
                    <a:pt x="0" y="166"/>
                  </a:cubicBezTo>
                  <a:cubicBezTo>
                    <a:pt x="111" y="210"/>
                    <a:pt x="233" y="243"/>
                    <a:pt x="354" y="243"/>
                  </a:cubicBezTo>
                  <a:cubicBezTo>
                    <a:pt x="398" y="243"/>
                    <a:pt x="454" y="232"/>
                    <a:pt x="498" y="221"/>
                  </a:cubicBezTo>
                  <a:cubicBezTo>
                    <a:pt x="343" y="188"/>
                    <a:pt x="199" y="111"/>
                    <a:pt x="89" y="0"/>
                  </a:cubicBez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0"/>
            <p:cNvSpPr/>
            <p:nvPr/>
          </p:nvSpPr>
          <p:spPr>
            <a:xfrm>
              <a:off x="1565426" y="-26175"/>
              <a:ext cx="251222" cy="2445652"/>
            </a:xfrm>
            <a:custGeom>
              <a:avLst/>
              <a:gdLst/>
              <a:ahLst/>
              <a:cxnLst/>
              <a:rect l="l" t="t" r="r" b="b"/>
              <a:pathLst>
                <a:path w="1019" h="9920" extrusionOk="0">
                  <a:moveTo>
                    <a:pt x="698" y="1"/>
                  </a:moveTo>
                  <a:lnTo>
                    <a:pt x="222" y="9079"/>
                  </a:lnTo>
                  <a:cubicBezTo>
                    <a:pt x="222" y="9488"/>
                    <a:pt x="299" y="9831"/>
                    <a:pt x="1" y="9908"/>
                  </a:cubicBezTo>
                  <a:cubicBezTo>
                    <a:pt x="56" y="9919"/>
                    <a:pt x="111" y="9919"/>
                    <a:pt x="167" y="9919"/>
                  </a:cubicBezTo>
                  <a:cubicBezTo>
                    <a:pt x="642" y="9919"/>
                    <a:pt x="543" y="9543"/>
                    <a:pt x="543" y="9079"/>
                  </a:cubicBezTo>
                  <a:lnTo>
                    <a:pt x="1018"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0"/>
            <p:cNvSpPr/>
            <p:nvPr/>
          </p:nvSpPr>
          <p:spPr>
            <a:xfrm>
              <a:off x="930346" y="-26175"/>
              <a:ext cx="1126183" cy="3846725"/>
            </a:xfrm>
            <a:custGeom>
              <a:avLst/>
              <a:gdLst/>
              <a:ahLst/>
              <a:cxnLst/>
              <a:rect l="l" t="t" r="r" b="b"/>
              <a:pathLst>
                <a:path w="4568" h="15603" extrusionOk="0">
                  <a:moveTo>
                    <a:pt x="0" y="1"/>
                  </a:moveTo>
                  <a:lnTo>
                    <a:pt x="443" y="15603"/>
                  </a:lnTo>
                  <a:lnTo>
                    <a:pt x="3063" y="15603"/>
                  </a:lnTo>
                  <a:lnTo>
                    <a:pt x="4567" y="1"/>
                  </a:lnTo>
                  <a:lnTo>
                    <a:pt x="3583" y="1"/>
                  </a:lnTo>
                  <a:lnTo>
                    <a:pt x="3119" y="9079"/>
                  </a:lnTo>
                  <a:cubicBezTo>
                    <a:pt x="3119" y="9543"/>
                    <a:pt x="3207" y="9919"/>
                    <a:pt x="2743" y="9919"/>
                  </a:cubicBezTo>
                  <a:cubicBezTo>
                    <a:pt x="2687" y="9919"/>
                    <a:pt x="2632" y="9919"/>
                    <a:pt x="2577" y="9908"/>
                  </a:cubicBezTo>
                  <a:cubicBezTo>
                    <a:pt x="2533" y="9919"/>
                    <a:pt x="2477" y="9919"/>
                    <a:pt x="2433" y="9919"/>
                  </a:cubicBezTo>
                  <a:cubicBezTo>
                    <a:pt x="2312" y="9919"/>
                    <a:pt x="2190" y="9897"/>
                    <a:pt x="2068" y="9842"/>
                  </a:cubicBezTo>
                  <a:cubicBezTo>
                    <a:pt x="2010" y="9890"/>
                    <a:pt x="1928" y="9921"/>
                    <a:pt x="1841" y="9921"/>
                  </a:cubicBezTo>
                  <a:cubicBezTo>
                    <a:pt x="1829" y="9921"/>
                    <a:pt x="1816" y="9921"/>
                    <a:pt x="1803" y="9919"/>
                  </a:cubicBezTo>
                  <a:cubicBezTo>
                    <a:pt x="1338" y="9919"/>
                    <a:pt x="962" y="9543"/>
                    <a:pt x="962" y="9079"/>
                  </a:cubicBezTo>
                  <a:lnTo>
                    <a:pt x="9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0"/>
            <p:cNvSpPr/>
            <p:nvPr/>
          </p:nvSpPr>
          <p:spPr>
            <a:xfrm>
              <a:off x="1170227" y="1691206"/>
              <a:ext cx="411964" cy="188355"/>
            </a:xfrm>
            <a:custGeom>
              <a:avLst/>
              <a:gdLst/>
              <a:ahLst/>
              <a:cxnLst/>
              <a:rect l="l" t="t" r="r" b="b"/>
              <a:pathLst>
                <a:path w="1671" h="764" extrusionOk="0">
                  <a:moveTo>
                    <a:pt x="1" y="1"/>
                  </a:moveTo>
                  <a:lnTo>
                    <a:pt x="1" y="764"/>
                  </a:lnTo>
                  <a:lnTo>
                    <a:pt x="1670" y="764"/>
                  </a:lnTo>
                  <a:lnTo>
                    <a:pt x="16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20"/>
            <p:cNvSpPr/>
            <p:nvPr/>
          </p:nvSpPr>
          <p:spPr>
            <a:xfrm>
              <a:off x="1170227" y="1091627"/>
              <a:ext cx="411964" cy="188355"/>
            </a:xfrm>
            <a:custGeom>
              <a:avLst/>
              <a:gdLst/>
              <a:ahLst/>
              <a:cxnLst/>
              <a:rect l="l" t="t" r="r" b="b"/>
              <a:pathLst>
                <a:path w="1671" h="764" extrusionOk="0">
                  <a:moveTo>
                    <a:pt x="1" y="0"/>
                  </a:moveTo>
                  <a:lnTo>
                    <a:pt x="1" y="763"/>
                  </a:lnTo>
                  <a:lnTo>
                    <a:pt x="1670" y="763"/>
                  </a:lnTo>
                  <a:lnTo>
                    <a:pt x="16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20"/>
            <p:cNvSpPr/>
            <p:nvPr/>
          </p:nvSpPr>
          <p:spPr>
            <a:xfrm>
              <a:off x="1170227" y="491801"/>
              <a:ext cx="411964" cy="188355"/>
            </a:xfrm>
            <a:custGeom>
              <a:avLst/>
              <a:gdLst/>
              <a:ahLst/>
              <a:cxnLst/>
              <a:rect l="l" t="t" r="r" b="b"/>
              <a:pathLst>
                <a:path w="1671" h="764" extrusionOk="0">
                  <a:moveTo>
                    <a:pt x="1" y="1"/>
                  </a:moveTo>
                  <a:lnTo>
                    <a:pt x="1" y="764"/>
                  </a:lnTo>
                  <a:lnTo>
                    <a:pt x="1670" y="764"/>
                  </a:lnTo>
                  <a:lnTo>
                    <a:pt x="16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0"/>
            <p:cNvSpPr/>
            <p:nvPr/>
          </p:nvSpPr>
          <p:spPr>
            <a:xfrm>
              <a:off x="1039315" y="4128478"/>
              <a:ext cx="518222" cy="305460"/>
            </a:xfrm>
            <a:custGeom>
              <a:avLst/>
              <a:gdLst/>
              <a:ahLst/>
              <a:cxnLst/>
              <a:rect l="l" t="t" r="r" b="b"/>
              <a:pathLst>
                <a:path w="2102" h="1239" extrusionOk="0">
                  <a:moveTo>
                    <a:pt x="963" y="0"/>
                  </a:moveTo>
                  <a:cubicBezTo>
                    <a:pt x="432" y="0"/>
                    <a:pt x="1" y="432"/>
                    <a:pt x="1" y="962"/>
                  </a:cubicBezTo>
                  <a:lnTo>
                    <a:pt x="1" y="1239"/>
                  </a:lnTo>
                  <a:lnTo>
                    <a:pt x="2102" y="1239"/>
                  </a:lnTo>
                  <a:lnTo>
                    <a:pt x="2102" y="962"/>
                  </a:lnTo>
                  <a:cubicBezTo>
                    <a:pt x="2102" y="432"/>
                    <a:pt x="1659" y="0"/>
                    <a:pt x="11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20"/>
            <p:cNvSpPr/>
            <p:nvPr/>
          </p:nvSpPr>
          <p:spPr>
            <a:xfrm>
              <a:off x="1036603" y="3820306"/>
              <a:ext cx="518222" cy="308418"/>
            </a:xfrm>
            <a:custGeom>
              <a:avLst/>
              <a:gdLst/>
              <a:ahLst/>
              <a:cxnLst/>
              <a:rect l="l" t="t" r="r" b="b"/>
              <a:pathLst>
                <a:path w="2102" h="1251" extrusionOk="0">
                  <a:moveTo>
                    <a:pt x="1" y="1"/>
                  </a:moveTo>
                  <a:lnTo>
                    <a:pt x="1" y="277"/>
                  </a:lnTo>
                  <a:cubicBezTo>
                    <a:pt x="1" y="808"/>
                    <a:pt x="432" y="1250"/>
                    <a:pt x="963" y="1250"/>
                  </a:cubicBezTo>
                  <a:lnTo>
                    <a:pt x="1129" y="1250"/>
                  </a:lnTo>
                  <a:cubicBezTo>
                    <a:pt x="1670" y="1250"/>
                    <a:pt x="2102" y="808"/>
                    <a:pt x="2102" y="277"/>
                  </a:cubicBezTo>
                  <a:lnTo>
                    <a:pt x="21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20"/>
            <p:cNvSpPr/>
            <p:nvPr/>
          </p:nvSpPr>
          <p:spPr>
            <a:xfrm>
              <a:off x="938481" y="4349129"/>
              <a:ext cx="717178" cy="169371"/>
            </a:xfrm>
            <a:custGeom>
              <a:avLst/>
              <a:gdLst/>
              <a:ahLst/>
              <a:cxnLst/>
              <a:rect l="l" t="t" r="r" b="b"/>
              <a:pathLst>
                <a:path w="2909" h="687" extrusionOk="0">
                  <a:moveTo>
                    <a:pt x="1" y="1"/>
                  </a:moveTo>
                  <a:lnTo>
                    <a:pt x="1" y="687"/>
                  </a:lnTo>
                  <a:lnTo>
                    <a:pt x="2909" y="687"/>
                  </a:lnTo>
                  <a:lnTo>
                    <a:pt x="290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0"/>
            <p:cNvSpPr/>
            <p:nvPr/>
          </p:nvSpPr>
          <p:spPr>
            <a:xfrm>
              <a:off x="616750" y="-26175"/>
              <a:ext cx="1357929" cy="3846725"/>
            </a:xfrm>
            <a:custGeom>
              <a:avLst/>
              <a:gdLst/>
              <a:ahLst/>
              <a:cxnLst/>
              <a:rect l="l" t="t" r="r" b="b"/>
              <a:pathLst>
                <a:path w="5508" h="15603" extrusionOk="0">
                  <a:moveTo>
                    <a:pt x="1" y="1"/>
                  </a:moveTo>
                  <a:lnTo>
                    <a:pt x="1505" y="15603"/>
                  </a:lnTo>
                  <a:lnTo>
                    <a:pt x="4015" y="15603"/>
                  </a:lnTo>
                  <a:lnTo>
                    <a:pt x="5508" y="1"/>
                  </a:lnTo>
                  <a:lnTo>
                    <a:pt x="3595" y="1"/>
                  </a:lnTo>
                  <a:lnTo>
                    <a:pt x="3595" y="9079"/>
                  </a:lnTo>
                  <a:cubicBezTo>
                    <a:pt x="3595" y="9543"/>
                    <a:pt x="3219" y="9919"/>
                    <a:pt x="2754" y="9919"/>
                  </a:cubicBezTo>
                  <a:cubicBezTo>
                    <a:pt x="2290" y="9919"/>
                    <a:pt x="1914" y="9543"/>
                    <a:pt x="1914" y="9079"/>
                  </a:cubicBezTo>
                  <a:lnTo>
                    <a:pt x="191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20"/>
            <p:cNvSpPr/>
            <p:nvPr/>
          </p:nvSpPr>
          <p:spPr>
            <a:xfrm>
              <a:off x="1200304" y="4035779"/>
              <a:ext cx="237416" cy="182931"/>
            </a:xfrm>
            <a:custGeom>
              <a:avLst/>
              <a:gdLst/>
              <a:ahLst/>
              <a:cxnLst/>
              <a:rect l="l" t="t" r="r" b="b"/>
              <a:pathLst>
                <a:path w="963" h="742" extrusionOk="0">
                  <a:moveTo>
                    <a:pt x="387" y="0"/>
                  </a:moveTo>
                  <a:cubicBezTo>
                    <a:pt x="0" y="89"/>
                    <a:pt x="0" y="642"/>
                    <a:pt x="387" y="730"/>
                  </a:cubicBezTo>
                  <a:lnTo>
                    <a:pt x="387" y="741"/>
                  </a:lnTo>
                  <a:lnTo>
                    <a:pt x="476" y="741"/>
                  </a:lnTo>
                  <a:cubicBezTo>
                    <a:pt x="962" y="741"/>
                    <a:pt x="962" y="0"/>
                    <a:pt x="4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0"/>
            <p:cNvSpPr/>
            <p:nvPr/>
          </p:nvSpPr>
          <p:spPr>
            <a:xfrm>
              <a:off x="1172939" y="4035779"/>
              <a:ext cx="215720" cy="184903"/>
            </a:xfrm>
            <a:custGeom>
              <a:avLst/>
              <a:gdLst/>
              <a:ahLst/>
              <a:cxnLst/>
              <a:rect l="l" t="t" r="r" b="b"/>
              <a:pathLst>
                <a:path w="875" h="750" extrusionOk="0">
                  <a:moveTo>
                    <a:pt x="498" y="0"/>
                  </a:moveTo>
                  <a:cubicBezTo>
                    <a:pt x="166" y="0"/>
                    <a:pt x="1" y="398"/>
                    <a:pt x="233" y="642"/>
                  </a:cubicBezTo>
                  <a:cubicBezTo>
                    <a:pt x="311" y="716"/>
                    <a:pt x="405" y="750"/>
                    <a:pt x="497" y="750"/>
                  </a:cubicBezTo>
                  <a:cubicBezTo>
                    <a:pt x="691" y="750"/>
                    <a:pt x="874" y="601"/>
                    <a:pt x="874" y="376"/>
                  </a:cubicBezTo>
                  <a:cubicBezTo>
                    <a:pt x="874" y="166"/>
                    <a:pt x="708" y="0"/>
                    <a:pt x="49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0"/>
            <p:cNvSpPr/>
            <p:nvPr/>
          </p:nvSpPr>
          <p:spPr>
            <a:xfrm>
              <a:off x="1260213" y="4101112"/>
              <a:ext cx="62867" cy="54485"/>
            </a:xfrm>
            <a:custGeom>
              <a:avLst/>
              <a:gdLst/>
              <a:ahLst/>
              <a:cxnLst/>
              <a:rect l="l" t="t" r="r" b="b"/>
              <a:pathLst>
                <a:path w="255" h="221" extrusionOk="0">
                  <a:moveTo>
                    <a:pt x="144" y="1"/>
                  </a:moveTo>
                  <a:cubicBezTo>
                    <a:pt x="45" y="1"/>
                    <a:pt x="0" y="111"/>
                    <a:pt x="67" y="189"/>
                  </a:cubicBezTo>
                  <a:cubicBezTo>
                    <a:pt x="88" y="210"/>
                    <a:pt x="116" y="220"/>
                    <a:pt x="143" y="220"/>
                  </a:cubicBezTo>
                  <a:cubicBezTo>
                    <a:pt x="200" y="220"/>
                    <a:pt x="255" y="178"/>
                    <a:pt x="255" y="111"/>
                  </a:cubicBezTo>
                  <a:cubicBezTo>
                    <a:pt x="255" y="45"/>
                    <a:pt x="211" y="1"/>
                    <a:pt x="1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0"/>
            <p:cNvSpPr/>
            <p:nvPr/>
          </p:nvSpPr>
          <p:spPr>
            <a:xfrm>
              <a:off x="1170227" y="679909"/>
              <a:ext cx="229280" cy="57443"/>
            </a:xfrm>
            <a:custGeom>
              <a:avLst/>
              <a:gdLst/>
              <a:ahLst/>
              <a:cxnLst/>
              <a:rect l="l" t="t" r="r" b="b"/>
              <a:pathLst>
                <a:path w="930" h="233" extrusionOk="0">
                  <a:moveTo>
                    <a:pt x="1" y="1"/>
                  </a:moveTo>
                  <a:lnTo>
                    <a:pt x="1" y="233"/>
                  </a:lnTo>
                  <a:lnTo>
                    <a:pt x="929" y="233"/>
                  </a:lnTo>
                  <a:lnTo>
                    <a:pt x="9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0"/>
            <p:cNvSpPr/>
            <p:nvPr/>
          </p:nvSpPr>
          <p:spPr>
            <a:xfrm>
              <a:off x="1110318" y="491801"/>
              <a:ext cx="60155" cy="245551"/>
            </a:xfrm>
            <a:custGeom>
              <a:avLst/>
              <a:gdLst/>
              <a:ahLst/>
              <a:cxnLst/>
              <a:rect l="l" t="t" r="r" b="b"/>
              <a:pathLst>
                <a:path w="244" h="996" extrusionOk="0">
                  <a:moveTo>
                    <a:pt x="244" y="1"/>
                  </a:moveTo>
                  <a:lnTo>
                    <a:pt x="0" y="354"/>
                  </a:lnTo>
                  <a:lnTo>
                    <a:pt x="0" y="996"/>
                  </a:lnTo>
                  <a:lnTo>
                    <a:pt x="244" y="996"/>
                  </a:lnTo>
                  <a:lnTo>
                    <a:pt x="24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0"/>
            <p:cNvSpPr/>
            <p:nvPr/>
          </p:nvSpPr>
          <p:spPr>
            <a:xfrm>
              <a:off x="1170227" y="1279735"/>
              <a:ext cx="229280" cy="54731"/>
            </a:xfrm>
            <a:custGeom>
              <a:avLst/>
              <a:gdLst/>
              <a:ahLst/>
              <a:cxnLst/>
              <a:rect l="l" t="t" r="r" b="b"/>
              <a:pathLst>
                <a:path w="930" h="222" extrusionOk="0">
                  <a:moveTo>
                    <a:pt x="1" y="0"/>
                  </a:moveTo>
                  <a:lnTo>
                    <a:pt x="1" y="221"/>
                  </a:lnTo>
                  <a:lnTo>
                    <a:pt x="929" y="221"/>
                  </a:lnTo>
                  <a:lnTo>
                    <a:pt x="9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0"/>
            <p:cNvSpPr/>
            <p:nvPr/>
          </p:nvSpPr>
          <p:spPr>
            <a:xfrm>
              <a:off x="1110318" y="1091627"/>
              <a:ext cx="60155" cy="242839"/>
            </a:xfrm>
            <a:custGeom>
              <a:avLst/>
              <a:gdLst/>
              <a:ahLst/>
              <a:cxnLst/>
              <a:rect l="l" t="t" r="r" b="b"/>
              <a:pathLst>
                <a:path w="244" h="985" extrusionOk="0">
                  <a:moveTo>
                    <a:pt x="244" y="0"/>
                  </a:moveTo>
                  <a:lnTo>
                    <a:pt x="0" y="343"/>
                  </a:lnTo>
                  <a:lnTo>
                    <a:pt x="0" y="984"/>
                  </a:lnTo>
                  <a:lnTo>
                    <a:pt x="244" y="984"/>
                  </a:lnTo>
                  <a:lnTo>
                    <a:pt x="24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0"/>
            <p:cNvSpPr/>
            <p:nvPr/>
          </p:nvSpPr>
          <p:spPr>
            <a:xfrm>
              <a:off x="1170227" y="1876603"/>
              <a:ext cx="229280" cy="57690"/>
            </a:xfrm>
            <a:custGeom>
              <a:avLst/>
              <a:gdLst/>
              <a:ahLst/>
              <a:cxnLst/>
              <a:rect l="l" t="t" r="r" b="b"/>
              <a:pathLst>
                <a:path w="930" h="234" extrusionOk="0">
                  <a:moveTo>
                    <a:pt x="1" y="1"/>
                  </a:moveTo>
                  <a:lnTo>
                    <a:pt x="1" y="233"/>
                  </a:lnTo>
                  <a:lnTo>
                    <a:pt x="929" y="233"/>
                  </a:lnTo>
                  <a:lnTo>
                    <a:pt x="9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0"/>
            <p:cNvSpPr/>
            <p:nvPr/>
          </p:nvSpPr>
          <p:spPr>
            <a:xfrm>
              <a:off x="1110318" y="1691206"/>
              <a:ext cx="60155" cy="243086"/>
            </a:xfrm>
            <a:custGeom>
              <a:avLst/>
              <a:gdLst/>
              <a:ahLst/>
              <a:cxnLst/>
              <a:rect l="l" t="t" r="r" b="b"/>
              <a:pathLst>
                <a:path w="244" h="986" extrusionOk="0">
                  <a:moveTo>
                    <a:pt x="244" y="1"/>
                  </a:moveTo>
                  <a:lnTo>
                    <a:pt x="0" y="344"/>
                  </a:lnTo>
                  <a:lnTo>
                    <a:pt x="0" y="985"/>
                  </a:lnTo>
                  <a:lnTo>
                    <a:pt x="244" y="985"/>
                  </a:lnTo>
                  <a:lnTo>
                    <a:pt x="24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20"/>
            <p:cNvSpPr/>
            <p:nvPr/>
          </p:nvSpPr>
          <p:spPr>
            <a:xfrm>
              <a:off x="1655413" y="3752261"/>
              <a:ext cx="234704" cy="68291"/>
            </a:xfrm>
            <a:custGeom>
              <a:avLst/>
              <a:gdLst/>
              <a:ahLst/>
              <a:cxnLst/>
              <a:rect l="l" t="t" r="r" b="b"/>
              <a:pathLst>
                <a:path w="952" h="277" extrusionOk="0">
                  <a:moveTo>
                    <a:pt x="1" y="0"/>
                  </a:moveTo>
                  <a:lnTo>
                    <a:pt x="1" y="277"/>
                  </a:lnTo>
                  <a:lnTo>
                    <a:pt x="952" y="277"/>
                  </a:lnTo>
                  <a:lnTo>
                    <a:pt x="952" y="0"/>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423"/>
        <p:cNvGrpSpPr/>
        <p:nvPr/>
      </p:nvGrpSpPr>
      <p:grpSpPr>
        <a:xfrm>
          <a:off x="0" y="0"/>
          <a:ext cx="0" cy="0"/>
          <a:chOff x="0" y="0"/>
          <a:chExt cx="0" cy="0"/>
        </a:xfrm>
      </p:grpSpPr>
      <p:sp>
        <p:nvSpPr>
          <p:cNvPr id="424" name="Google Shape;424;p21"/>
          <p:cNvSpPr/>
          <p:nvPr/>
        </p:nvSpPr>
        <p:spPr>
          <a:xfrm>
            <a:off x="-71400" y="4662850"/>
            <a:ext cx="9286800" cy="5526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5" name="Google Shape;425;p21"/>
          <p:cNvGrpSpPr/>
          <p:nvPr/>
        </p:nvGrpSpPr>
        <p:grpSpPr>
          <a:xfrm flipH="1">
            <a:off x="-50" y="2"/>
            <a:ext cx="9144022" cy="3494672"/>
            <a:chOff x="-50" y="2"/>
            <a:chExt cx="9144022" cy="3494672"/>
          </a:xfrm>
        </p:grpSpPr>
        <p:sp>
          <p:nvSpPr>
            <p:cNvPr id="426" name="Google Shape;426;p21"/>
            <p:cNvSpPr/>
            <p:nvPr/>
          </p:nvSpPr>
          <p:spPr>
            <a:xfrm>
              <a:off x="-50" y="2"/>
              <a:ext cx="9144022" cy="3494672"/>
            </a:xfrm>
            <a:custGeom>
              <a:avLst/>
              <a:gdLst/>
              <a:ahLst/>
              <a:cxnLst/>
              <a:rect l="l" t="t" r="r" b="b"/>
              <a:pathLst>
                <a:path w="62200" h="18434" extrusionOk="0">
                  <a:moveTo>
                    <a:pt x="23741" y="34"/>
                  </a:moveTo>
                  <a:cubicBezTo>
                    <a:pt x="24073" y="200"/>
                    <a:pt x="24394" y="365"/>
                    <a:pt x="24714" y="553"/>
                  </a:cubicBezTo>
                  <a:lnTo>
                    <a:pt x="23741" y="553"/>
                  </a:lnTo>
                  <a:lnTo>
                    <a:pt x="23741" y="34"/>
                  </a:lnTo>
                  <a:close/>
                  <a:moveTo>
                    <a:pt x="9123" y="56"/>
                  </a:moveTo>
                  <a:lnTo>
                    <a:pt x="9123" y="565"/>
                  </a:lnTo>
                  <a:lnTo>
                    <a:pt x="8194" y="565"/>
                  </a:lnTo>
                  <a:cubicBezTo>
                    <a:pt x="8493" y="388"/>
                    <a:pt x="8803" y="222"/>
                    <a:pt x="9112" y="56"/>
                  </a:cubicBezTo>
                  <a:close/>
                  <a:moveTo>
                    <a:pt x="10251" y="12"/>
                  </a:moveTo>
                  <a:lnTo>
                    <a:pt x="10251" y="565"/>
                  </a:lnTo>
                  <a:lnTo>
                    <a:pt x="9190" y="565"/>
                  </a:lnTo>
                  <a:lnTo>
                    <a:pt x="9190" y="23"/>
                  </a:lnTo>
                  <a:lnTo>
                    <a:pt x="9223" y="12"/>
                  </a:lnTo>
                  <a:close/>
                  <a:moveTo>
                    <a:pt x="7973" y="693"/>
                  </a:moveTo>
                  <a:lnTo>
                    <a:pt x="7973" y="1327"/>
                  </a:lnTo>
                  <a:lnTo>
                    <a:pt x="6978" y="1327"/>
                  </a:lnTo>
                  <a:cubicBezTo>
                    <a:pt x="7306" y="1109"/>
                    <a:pt x="7634" y="890"/>
                    <a:pt x="7973" y="693"/>
                  </a:cubicBezTo>
                  <a:close/>
                  <a:moveTo>
                    <a:pt x="10959" y="631"/>
                  </a:moveTo>
                  <a:lnTo>
                    <a:pt x="10959" y="1327"/>
                  </a:lnTo>
                  <a:lnTo>
                    <a:pt x="10329" y="1327"/>
                  </a:lnTo>
                  <a:lnTo>
                    <a:pt x="10329" y="631"/>
                  </a:lnTo>
                  <a:close/>
                  <a:moveTo>
                    <a:pt x="12076" y="631"/>
                  </a:moveTo>
                  <a:lnTo>
                    <a:pt x="12076" y="1327"/>
                  </a:lnTo>
                  <a:lnTo>
                    <a:pt x="11401" y="1327"/>
                  </a:lnTo>
                  <a:lnTo>
                    <a:pt x="11401" y="631"/>
                  </a:lnTo>
                  <a:close/>
                  <a:moveTo>
                    <a:pt x="16222" y="631"/>
                  </a:moveTo>
                  <a:lnTo>
                    <a:pt x="16222" y="1327"/>
                  </a:lnTo>
                  <a:lnTo>
                    <a:pt x="15537" y="1327"/>
                  </a:lnTo>
                  <a:lnTo>
                    <a:pt x="15537" y="631"/>
                  </a:lnTo>
                  <a:close/>
                  <a:moveTo>
                    <a:pt x="17450" y="631"/>
                  </a:moveTo>
                  <a:lnTo>
                    <a:pt x="17450" y="1327"/>
                  </a:lnTo>
                  <a:lnTo>
                    <a:pt x="16676" y="1327"/>
                  </a:lnTo>
                  <a:lnTo>
                    <a:pt x="16665" y="631"/>
                  </a:lnTo>
                  <a:close/>
                  <a:moveTo>
                    <a:pt x="23675" y="631"/>
                  </a:moveTo>
                  <a:lnTo>
                    <a:pt x="23675" y="1327"/>
                  </a:lnTo>
                  <a:lnTo>
                    <a:pt x="22614" y="1327"/>
                  </a:lnTo>
                  <a:lnTo>
                    <a:pt x="22614" y="631"/>
                  </a:lnTo>
                  <a:close/>
                  <a:moveTo>
                    <a:pt x="24803" y="631"/>
                  </a:moveTo>
                  <a:lnTo>
                    <a:pt x="24803" y="1327"/>
                  </a:lnTo>
                  <a:lnTo>
                    <a:pt x="23741" y="1327"/>
                  </a:lnTo>
                  <a:lnTo>
                    <a:pt x="23741" y="631"/>
                  </a:lnTo>
                  <a:close/>
                  <a:moveTo>
                    <a:pt x="24869" y="653"/>
                  </a:moveTo>
                  <a:cubicBezTo>
                    <a:pt x="25223" y="863"/>
                    <a:pt x="25566" y="1095"/>
                    <a:pt x="25909" y="1327"/>
                  </a:cubicBezTo>
                  <a:lnTo>
                    <a:pt x="24869" y="1327"/>
                  </a:lnTo>
                  <a:lnTo>
                    <a:pt x="24869" y="653"/>
                  </a:lnTo>
                  <a:close/>
                  <a:moveTo>
                    <a:pt x="9112" y="631"/>
                  </a:moveTo>
                  <a:lnTo>
                    <a:pt x="9112" y="1339"/>
                  </a:lnTo>
                  <a:lnTo>
                    <a:pt x="8051" y="1339"/>
                  </a:lnTo>
                  <a:lnTo>
                    <a:pt x="8051" y="631"/>
                  </a:lnTo>
                  <a:close/>
                  <a:moveTo>
                    <a:pt x="10251" y="631"/>
                  </a:moveTo>
                  <a:lnTo>
                    <a:pt x="10251" y="1339"/>
                  </a:lnTo>
                  <a:lnTo>
                    <a:pt x="9190" y="1339"/>
                  </a:lnTo>
                  <a:lnTo>
                    <a:pt x="9190" y="631"/>
                  </a:lnTo>
                  <a:close/>
                  <a:moveTo>
                    <a:pt x="13204" y="631"/>
                  </a:moveTo>
                  <a:lnTo>
                    <a:pt x="13204" y="1339"/>
                  </a:lnTo>
                  <a:lnTo>
                    <a:pt x="12142" y="1339"/>
                  </a:lnTo>
                  <a:lnTo>
                    <a:pt x="12142" y="631"/>
                  </a:lnTo>
                  <a:close/>
                  <a:moveTo>
                    <a:pt x="14342" y="631"/>
                  </a:moveTo>
                  <a:lnTo>
                    <a:pt x="14342" y="1339"/>
                  </a:lnTo>
                  <a:lnTo>
                    <a:pt x="13281" y="1339"/>
                  </a:lnTo>
                  <a:lnTo>
                    <a:pt x="13281" y="631"/>
                  </a:lnTo>
                  <a:close/>
                  <a:moveTo>
                    <a:pt x="15470" y="631"/>
                  </a:moveTo>
                  <a:lnTo>
                    <a:pt x="15470" y="1339"/>
                  </a:lnTo>
                  <a:lnTo>
                    <a:pt x="14409" y="1339"/>
                  </a:lnTo>
                  <a:lnTo>
                    <a:pt x="14409" y="631"/>
                  </a:lnTo>
                  <a:close/>
                  <a:moveTo>
                    <a:pt x="18566" y="631"/>
                  </a:moveTo>
                  <a:lnTo>
                    <a:pt x="18566" y="1339"/>
                  </a:lnTo>
                  <a:lnTo>
                    <a:pt x="17505" y="1339"/>
                  </a:lnTo>
                  <a:lnTo>
                    <a:pt x="17505" y="631"/>
                  </a:lnTo>
                  <a:close/>
                  <a:moveTo>
                    <a:pt x="19705" y="631"/>
                  </a:moveTo>
                  <a:lnTo>
                    <a:pt x="19705" y="1339"/>
                  </a:lnTo>
                  <a:lnTo>
                    <a:pt x="18644" y="1339"/>
                  </a:lnTo>
                  <a:lnTo>
                    <a:pt x="18644" y="631"/>
                  </a:lnTo>
                  <a:close/>
                  <a:moveTo>
                    <a:pt x="20833" y="631"/>
                  </a:moveTo>
                  <a:lnTo>
                    <a:pt x="20833" y="1339"/>
                  </a:lnTo>
                  <a:lnTo>
                    <a:pt x="19772" y="1339"/>
                  </a:lnTo>
                  <a:lnTo>
                    <a:pt x="19772" y="631"/>
                  </a:lnTo>
                  <a:close/>
                  <a:moveTo>
                    <a:pt x="22536" y="631"/>
                  </a:moveTo>
                  <a:lnTo>
                    <a:pt x="22536" y="1339"/>
                  </a:lnTo>
                  <a:lnTo>
                    <a:pt x="20911" y="1339"/>
                  </a:lnTo>
                  <a:lnTo>
                    <a:pt x="20911" y="631"/>
                  </a:lnTo>
                  <a:close/>
                  <a:moveTo>
                    <a:pt x="6845" y="1435"/>
                  </a:moveTo>
                  <a:lnTo>
                    <a:pt x="6845" y="1936"/>
                  </a:lnTo>
                  <a:lnTo>
                    <a:pt x="6182" y="1936"/>
                  </a:lnTo>
                  <a:cubicBezTo>
                    <a:pt x="6400" y="1772"/>
                    <a:pt x="6617" y="1598"/>
                    <a:pt x="6845" y="1435"/>
                  </a:cubicBezTo>
                  <a:close/>
                  <a:moveTo>
                    <a:pt x="7973" y="1394"/>
                  </a:moveTo>
                  <a:lnTo>
                    <a:pt x="7973" y="1936"/>
                  </a:lnTo>
                  <a:lnTo>
                    <a:pt x="6912" y="1936"/>
                  </a:lnTo>
                  <a:lnTo>
                    <a:pt x="6912" y="1394"/>
                  </a:lnTo>
                  <a:close/>
                  <a:moveTo>
                    <a:pt x="9112" y="1394"/>
                  </a:moveTo>
                  <a:lnTo>
                    <a:pt x="9112" y="1936"/>
                  </a:lnTo>
                  <a:lnTo>
                    <a:pt x="8051" y="1936"/>
                  </a:lnTo>
                  <a:lnTo>
                    <a:pt x="8051" y="1394"/>
                  </a:lnTo>
                  <a:close/>
                  <a:moveTo>
                    <a:pt x="10959" y="1405"/>
                  </a:moveTo>
                  <a:lnTo>
                    <a:pt x="10959" y="1936"/>
                  </a:lnTo>
                  <a:lnTo>
                    <a:pt x="10329" y="1936"/>
                  </a:lnTo>
                  <a:lnTo>
                    <a:pt x="10329" y="1405"/>
                  </a:lnTo>
                  <a:close/>
                  <a:moveTo>
                    <a:pt x="12076" y="1405"/>
                  </a:moveTo>
                  <a:lnTo>
                    <a:pt x="12076" y="1936"/>
                  </a:lnTo>
                  <a:lnTo>
                    <a:pt x="11401" y="1936"/>
                  </a:lnTo>
                  <a:lnTo>
                    <a:pt x="11401" y="1405"/>
                  </a:lnTo>
                  <a:close/>
                  <a:moveTo>
                    <a:pt x="16222" y="1405"/>
                  </a:moveTo>
                  <a:lnTo>
                    <a:pt x="16222" y="1936"/>
                  </a:lnTo>
                  <a:lnTo>
                    <a:pt x="15537" y="1936"/>
                  </a:lnTo>
                  <a:lnTo>
                    <a:pt x="15537" y="1405"/>
                  </a:lnTo>
                  <a:close/>
                  <a:moveTo>
                    <a:pt x="17450" y="1405"/>
                  </a:moveTo>
                  <a:lnTo>
                    <a:pt x="17450" y="1936"/>
                  </a:lnTo>
                  <a:lnTo>
                    <a:pt x="16676" y="1936"/>
                  </a:lnTo>
                  <a:lnTo>
                    <a:pt x="16665" y="1405"/>
                  </a:lnTo>
                  <a:close/>
                  <a:moveTo>
                    <a:pt x="23675" y="1394"/>
                  </a:moveTo>
                  <a:lnTo>
                    <a:pt x="23675" y="1936"/>
                  </a:lnTo>
                  <a:lnTo>
                    <a:pt x="22614" y="1936"/>
                  </a:lnTo>
                  <a:lnTo>
                    <a:pt x="22614" y="1394"/>
                  </a:lnTo>
                  <a:close/>
                  <a:moveTo>
                    <a:pt x="24803" y="1394"/>
                  </a:moveTo>
                  <a:lnTo>
                    <a:pt x="24803" y="1936"/>
                  </a:lnTo>
                  <a:lnTo>
                    <a:pt x="23741" y="1936"/>
                  </a:lnTo>
                  <a:lnTo>
                    <a:pt x="23741" y="1394"/>
                  </a:lnTo>
                  <a:close/>
                  <a:moveTo>
                    <a:pt x="25931" y="1394"/>
                  </a:moveTo>
                  <a:lnTo>
                    <a:pt x="25931" y="1936"/>
                  </a:lnTo>
                  <a:lnTo>
                    <a:pt x="24869" y="1936"/>
                  </a:lnTo>
                  <a:lnTo>
                    <a:pt x="24869" y="1394"/>
                  </a:lnTo>
                  <a:close/>
                  <a:moveTo>
                    <a:pt x="26008" y="1405"/>
                  </a:moveTo>
                  <a:cubicBezTo>
                    <a:pt x="26240" y="1571"/>
                    <a:pt x="26484" y="1748"/>
                    <a:pt x="26705" y="1936"/>
                  </a:cubicBezTo>
                  <a:lnTo>
                    <a:pt x="26008" y="1936"/>
                  </a:lnTo>
                  <a:lnTo>
                    <a:pt x="26008" y="1405"/>
                  </a:lnTo>
                  <a:close/>
                  <a:moveTo>
                    <a:pt x="10251" y="1405"/>
                  </a:moveTo>
                  <a:lnTo>
                    <a:pt x="10251" y="1947"/>
                  </a:lnTo>
                  <a:lnTo>
                    <a:pt x="9190" y="1947"/>
                  </a:lnTo>
                  <a:lnTo>
                    <a:pt x="9190" y="1405"/>
                  </a:lnTo>
                  <a:close/>
                  <a:moveTo>
                    <a:pt x="13204" y="1405"/>
                  </a:moveTo>
                  <a:lnTo>
                    <a:pt x="13204" y="1947"/>
                  </a:lnTo>
                  <a:lnTo>
                    <a:pt x="12142" y="1947"/>
                  </a:lnTo>
                  <a:lnTo>
                    <a:pt x="12142" y="1405"/>
                  </a:lnTo>
                  <a:close/>
                  <a:moveTo>
                    <a:pt x="14342" y="1405"/>
                  </a:moveTo>
                  <a:lnTo>
                    <a:pt x="14342" y="1947"/>
                  </a:lnTo>
                  <a:lnTo>
                    <a:pt x="13281" y="1947"/>
                  </a:lnTo>
                  <a:lnTo>
                    <a:pt x="13281" y="1405"/>
                  </a:lnTo>
                  <a:close/>
                  <a:moveTo>
                    <a:pt x="15470" y="1405"/>
                  </a:moveTo>
                  <a:lnTo>
                    <a:pt x="15470" y="1947"/>
                  </a:lnTo>
                  <a:lnTo>
                    <a:pt x="14409" y="1947"/>
                  </a:lnTo>
                  <a:lnTo>
                    <a:pt x="14409" y="1405"/>
                  </a:lnTo>
                  <a:close/>
                  <a:moveTo>
                    <a:pt x="18566" y="1405"/>
                  </a:moveTo>
                  <a:lnTo>
                    <a:pt x="18566" y="1947"/>
                  </a:lnTo>
                  <a:lnTo>
                    <a:pt x="17505" y="1947"/>
                  </a:lnTo>
                  <a:lnTo>
                    <a:pt x="17505" y="1405"/>
                  </a:lnTo>
                  <a:close/>
                  <a:moveTo>
                    <a:pt x="19705" y="1405"/>
                  </a:moveTo>
                  <a:lnTo>
                    <a:pt x="19705" y="1947"/>
                  </a:lnTo>
                  <a:lnTo>
                    <a:pt x="18644" y="1947"/>
                  </a:lnTo>
                  <a:lnTo>
                    <a:pt x="18644" y="1405"/>
                  </a:lnTo>
                  <a:close/>
                  <a:moveTo>
                    <a:pt x="20833" y="1405"/>
                  </a:moveTo>
                  <a:lnTo>
                    <a:pt x="20833" y="1947"/>
                  </a:lnTo>
                  <a:lnTo>
                    <a:pt x="19772" y="1947"/>
                  </a:lnTo>
                  <a:lnTo>
                    <a:pt x="19772" y="1405"/>
                  </a:lnTo>
                  <a:close/>
                  <a:moveTo>
                    <a:pt x="22536" y="1405"/>
                  </a:moveTo>
                  <a:lnTo>
                    <a:pt x="22536" y="1947"/>
                  </a:lnTo>
                  <a:lnTo>
                    <a:pt x="20911" y="1947"/>
                  </a:lnTo>
                  <a:lnTo>
                    <a:pt x="20911" y="1405"/>
                  </a:lnTo>
                  <a:close/>
                  <a:moveTo>
                    <a:pt x="5718" y="2378"/>
                  </a:moveTo>
                  <a:lnTo>
                    <a:pt x="5718" y="2953"/>
                  </a:lnTo>
                  <a:lnTo>
                    <a:pt x="5076" y="2953"/>
                  </a:lnTo>
                  <a:lnTo>
                    <a:pt x="5076" y="2898"/>
                  </a:lnTo>
                  <a:cubicBezTo>
                    <a:pt x="5264" y="2721"/>
                    <a:pt x="5452" y="2555"/>
                    <a:pt x="5640" y="2378"/>
                  </a:cubicBezTo>
                  <a:close/>
                  <a:moveTo>
                    <a:pt x="6845" y="2378"/>
                  </a:moveTo>
                  <a:lnTo>
                    <a:pt x="6845" y="2953"/>
                  </a:lnTo>
                  <a:lnTo>
                    <a:pt x="6171" y="2953"/>
                  </a:lnTo>
                  <a:lnTo>
                    <a:pt x="6171" y="2378"/>
                  </a:lnTo>
                  <a:close/>
                  <a:moveTo>
                    <a:pt x="7973" y="2378"/>
                  </a:moveTo>
                  <a:lnTo>
                    <a:pt x="7973" y="2953"/>
                  </a:lnTo>
                  <a:lnTo>
                    <a:pt x="6912" y="2953"/>
                  </a:lnTo>
                  <a:lnTo>
                    <a:pt x="6912" y="2378"/>
                  </a:lnTo>
                  <a:close/>
                  <a:moveTo>
                    <a:pt x="9112" y="2389"/>
                  </a:moveTo>
                  <a:lnTo>
                    <a:pt x="9112" y="2964"/>
                  </a:lnTo>
                  <a:lnTo>
                    <a:pt x="8051" y="2964"/>
                  </a:lnTo>
                  <a:lnTo>
                    <a:pt x="8051" y="2389"/>
                  </a:lnTo>
                  <a:close/>
                  <a:moveTo>
                    <a:pt x="10959" y="2389"/>
                  </a:moveTo>
                  <a:lnTo>
                    <a:pt x="10959" y="2964"/>
                  </a:lnTo>
                  <a:lnTo>
                    <a:pt x="10329" y="2964"/>
                  </a:lnTo>
                  <a:lnTo>
                    <a:pt x="10329" y="2389"/>
                  </a:lnTo>
                  <a:close/>
                  <a:moveTo>
                    <a:pt x="12076" y="2389"/>
                  </a:moveTo>
                  <a:lnTo>
                    <a:pt x="12076" y="2964"/>
                  </a:lnTo>
                  <a:lnTo>
                    <a:pt x="11401" y="2964"/>
                  </a:lnTo>
                  <a:lnTo>
                    <a:pt x="11401" y="2389"/>
                  </a:lnTo>
                  <a:close/>
                  <a:moveTo>
                    <a:pt x="13204" y="2389"/>
                  </a:moveTo>
                  <a:lnTo>
                    <a:pt x="13204" y="2964"/>
                  </a:lnTo>
                  <a:lnTo>
                    <a:pt x="12142" y="2964"/>
                  </a:lnTo>
                  <a:lnTo>
                    <a:pt x="12142" y="2389"/>
                  </a:lnTo>
                  <a:close/>
                  <a:moveTo>
                    <a:pt x="14342" y="2389"/>
                  </a:moveTo>
                  <a:lnTo>
                    <a:pt x="14342" y="2964"/>
                  </a:lnTo>
                  <a:lnTo>
                    <a:pt x="13281" y="2964"/>
                  </a:lnTo>
                  <a:lnTo>
                    <a:pt x="13281" y="2389"/>
                  </a:lnTo>
                  <a:close/>
                  <a:moveTo>
                    <a:pt x="15470" y="2389"/>
                  </a:moveTo>
                  <a:lnTo>
                    <a:pt x="15470" y="2964"/>
                  </a:lnTo>
                  <a:lnTo>
                    <a:pt x="14409" y="2964"/>
                  </a:lnTo>
                  <a:lnTo>
                    <a:pt x="14409" y="2389"/>
                  </a:lnTo>
                  <a:close/>
                  <a:moveTo>
                    <a:pt x="16222" y="2389"/>
                  </a:moveTo>
                  <a:lnTo>
                    <a:pt x="16222" y="2964"/>
                  </a:lnTo>
                  <a:lnTo>
                    <a:pt x="15537" y="2964"/>
                  </a:lnTo>
                  <a:lnTo>
                    <a:pt x="15537" y="2389"/>
                  </a:lnTo>
                  <a:close/>
                  <a:moveTo>
                    <a:pt x="17450" y="2389"/>
                  </a:moveTo>
                  <a:lnTo>
                    <a:pt x="17450" y="2964"/>
                  </a:lnTo>
                  <a:lnTo>
                    <a:pt x="16676" y="2964"/>
                  </a:lnTo>
                  <a:lnTo>
                    <a:pt x="16665" y="2389"/>
                  </a:lnTo>
                  <a:close/>
                  <a:moveTo>
                    <a:pt x="18566" y="2389"/>
                  </a:moveTo>
                  <a:lnTo>
                    <a:pt x="18566" y="2964"/>
                  </a:lnTo>
                  <a:lnTo>
                    <a:pt x="17505" y="2964"/>
                  </a:lnTo>
                  <a:lnTo>
                    <a:pt x="17505" y="2389"/>
                  </a:lnTo>
                  <a:close/>
                  <a:moveTo>
                    <a:pt x="19705" y="2389"/>
                  </a:moveTo>
                  <a:lnTo>
                    <a:pt x="19705" y="2964"/>
                  </a:lnTo>
                  <a:lnTo>
                    <a:pt x="18644" y="2964"/>
                  </a:lnTo>
                  <a:lnTo>
                    <a:pt x="18644" y="2389"/>
                  </a:lnTo>
                  <a:close/>
                  <a:moveTo>
                    <a:pt x="20833" y="2389"/>
                  </a:moveTo>
                  <a:lnTo>
                    <a:pt x="20833" y="2964"/>
                  </a:lnTo>
                  <a:lnTo>
                    <a:pt x="19772" y="2964"/>
                  </a:lnTo>
                  <a:lnTo>
                    <a:pt x="19772" y="2389"/>
                  </a:lnTo>
                  <a:close/>
                  <a:moveTo>
                    <a:pt x="22536" y="2389"/>
                  </a:moveTo>
                  <a:lnTo>
                    <a:pt x="22536" y="2964"/>
                  </a:lnTo>
                  <a:lnTo>
                    <a:pt x="20911" y="2964"/>
                  </a:lnTo>
                  <a:lnTo>
                    <a:pt x="20911" y="2389"/>
                  </a:lnTo>
                  <a:close/>
                  <a:moveTo>
                    <a:pt x="23675" y="2389"/>
                  </a:moveTo>
                  <a:lnTo>
                    <a:pt x="23675" y="2964"/>
                  </a:lnTo>
                  <a:lnTo>
                    <a:pt x="22614" y="2964"/>
                  </a:lnTo>
                  <a:lnTo>
                    <a:pt x="22614" y="2389"/>
                  </a:lnTo>
                  <a:close/>
                  <a:moveTo>
                    <a:pt x="24803" y="2389"/>
                  </a:moveTo>
                  <a:lnTo>
                    <a:pt x="24803" y="2964"/>
                  </a:lnTo>
                  <a:lnTo>
                    <a:pt x="23741" y="2964"/>
                  </a:lnTo>
                  <a:lnTo>
                    <a:pt x="23741" y="2389"/>
                  </a:lnTo>
                  <a:close/>
                  <a:moveTo>
                    <a:pt x="25931" y="2389"/>
                  </a:moveTo>
                  <a:lnTo>
                    <a:pt x="25931" y="2964"/>
                  </a:lnTo>
                  <a:lnTo>
                    <a:pt x="24869" y="2964"/>
                  </a:lnTo>
                  <a:lnTo>
                    <a:pt x="24869" y="2389"/>
                  </a:lnTo>
                  <a:close/>
                  <a:moveTo>
                    <a:pt x="26716" y="2389"/>
                  </a:moveTo>
                  <a:lnTo>
                    <a:pt x="26716" y="2964"/>
                  </a:lnTo>
                  <a:lnTo>
                    <a:pt x="25997" y="2964"/>
                  </a:lnTo>
                  <a:lnTo>
                    <a:pt x="26008" y="2389"/>
                  </a:lnTo>
                  <a:close/>
                  <a:moveTo>
                    <a:pt x="27247" y="2389"/>
                  </a:moveTo>
                  <a:cubicBezTo>
                    <a:pt x="27457" y="2577"/>
                    <a:pt x="27656" y="2765"/>
                    <a:pt x="27866" y="2964"/>
                  </a:cubicBezTo>
                  <a:lnTo>
                    <a:pt x="27169" y="2964"/>
                  </a:lnTo>
                  <a:lnTo>
                    <a:pt x="27169" y="2389"/>
                  </a:lnTo>
                  <a:close/>
                  <a:moveTo>
                    <a:pt x="10251" y="2400"/>
                  </a:moveTo>
                  <a:lnTo>
                    <a:pt x="10251" y="2975"/>
                  </a:lnTo>
                  <a:lnTo>
                    <a:pt x="9190" y="2975"/>
                  </a:lnTo>
                  <a:lnTo>
                    <a:pt x="9190" y="2400"/>
                  </a:lnTo>
                  <a:close/>
                  <a:moveTo>
                    <a:pt x="31548" y="2599"/>
                  </a:moveTo>
                  <a:lnTo>
                    <a:pt x="31548" y="3086"/>
                  </a:lnTo>
                  <a:lnTo>
                    <a:pt x="31249" y="3086"/>
                  </a:lnTo>
                  <a:cubicBezTo>
                    <a:pt x="31084" y="2920"/>
                    <a:pt x="30907" y="2754"/>
                    <a:pt x="30730" y="2599"/>
                  </a:cubicBezTo>
                  <a:close/>
                  <a:moveTo>
                    <a:pt x="33815" y="2599"/>
                  </a:moveTo>
                  <a:lnTo>
                    <a:pt x="33815" y="3086"/>
                  </a:lnTo>
                  <a:lnTo>
                    <a:pt x="32753" y="3086"/>
                  </a:lnTo>
                  <a:lnTo>
                    <a:pt x="32753" y="2599"/>
                  </a:lnTo>
                  <a:close/>
                  <a:moveTo>
                    <a:pt x="34943" y="2599"/>
                  </a:moveTo>
                  <a:lnTo>
                    <a:pt x="34943" y="3086"/>
                  </a:lnTo>
                  <a:lnTo>
                    <a:pt x="33881" y="3086"/>
                  </a:lnTo>
                  <a:lnTo>
                    <a:pt x="33881" y="2599"/>
                  </a:lnTo>
                  <a:close/>
                  <a:moveTo>
                    <a:pt x="32676" y="2610"/>
                  </a:moveTo>
                  <a:lnTo>
                    <a:pt x="32676" y="3097"/>
                  </a:lnTo>
                  <a:lnTo>
                    <a:pt x="31614" y="3097"/>
                  </a:lnTo>
                  <a:lnTo>
                    <a:pt x="31614" y="2610"/>
                  </a:lnTo>
                  <a:close/>
                  <a:moveTo>
                    <a:pt x="35706" y="2599"/>
                  </a:moveTo>
                  <a:lnTo>
                    <a:pt x="35706" y="3097"/>
                  </a:lnTo>
                  <a:lnTo>
                    <a:pt x="35009" y="3097"/>
                  </a:lnTo>
                  <a:lnTo>
                    <a:pt x="35009" y="2599"/>
                  </a:lnTo>
                  <a:close/>
                  <a:moveTo>
                    <a:pt x="36822" y="2610"/>
                  </a:moveTo>
                  <a:lnTo>
                    <a:pt x="36822" y="3097"/>
                  </a:lnTo>
                  <a:lnTo>
                    <a:pt x="36148" y="3097"/>
                  </a:lnTo>
                  <a:lnTo>
                    <a:pt x="36148" y="2610"/>
                  </a:lnTo>
                  <a:close/>
                  <a:moveTo>
                    <a:pt x="37950" y="2610"/>
                  </a:moveTo>
                  <a:lnTo>
                    <a:pt x="37950" y="3097"/>
                  </a:lnTo>
                  <a:lnTo>
                    <a:pt x="36889" y="3097"/>
                  </a:lnTo>
                  <a:lnTo>
                    <a:pt x="36889" y="2610"/>
                  </a:lnTo>
                  <a:close/>
                  <a:moveTo>
                    <a:pt x="39089" y="2610"/>
                  </a:moveTo>
                  <a:lnTo>
                    <a:pt x="39089" y="3097"/>
                  </a:lnTo>
                  <a:lnTo>
                    <a:pt x="38028" y="3097"/>
                  </a:lnTo>
                  <a:lnTo>
                    <a:pt x="38028" y="2610"/>
                  </a:lnTo>
                  <a:close/>
                  <a:moveTo>
                    <a:pt x="40217" y="2610"/>
                  </a:moveTo>
                  <a:lnTo>
                    <a:pt x="40217" y="3097"/>
                  </a:lnTo>
                  <a:lnTo>
                    <a:pt x="39156" y="3097"/>
                  </a:lnTo>
                  <a:lnTo>
                    <a:pt x="39156" y="2610"/>
                  </a:lnTo>
                  <a:close/>
                  <a:moveTo>
                    <a:pt x="40969" y="2610"/>
                  </a:moveTo>
                  <a:lnTo>
                    <a:pt x="40969" y="3097"/>
                  </a:lnTo>
                  <a:lnTo>
                    <a:pt x="40295" y="3097"/>
                  </a:lnTo>
                  <a:lnTo>
                    <a:pt x="40295" y="2610"/>
                  </a:lnTo>
                  <a:close/>
                  <a:moveTo>
                    <a:pt x="42097" y="2610"/>
                  </a:moveTo>
                  <a:lnTo>
                    <a:pt x="42097" y="3097"/>
                  </a:lnTo>
                  <a:lnTo>
                    <a:pt x="41422" y="3097"/>
                  </a:lnTo>
                  <a:lnTo>
                    <a:pt x="41422" y="2610"/>
                  </a:lnTo>
                  <a:close/>
                  <a:moveTo>
                    <a:pt x="43225" y="2610"/>
                  </a:moveTo>
                  <a:lnTo>
                    <a:pt x="43225" y="3097"/>
                  </a:lnTo>
                  <a:lnTo>
                    <a:pt x="42163" y="3097"/>
                  </a:lnTo>
                  <a:lnTo>
                    <a:pt x="42163" y="2610"/>
                  </a:lnTo>
                  <a:close/>
                  <a:moveTo>
                    <a:pt x="44364" y="2610"/>
                  </a:moveTo>
                  <a:lnTo>
                    <a:pt x="44364" y="3108"/>
                  </a:lnTo>
                  <a:lnTo>
                    <a:pt x="43302" y="3108"/>
                  </a:lnTo>
                  <a:lnTo>
                    <a:pt x="43302" y="2610"/>
                  </a:lnTo>
                  <a:close/>
                  <a:moveTo>
                    <a:pt x="45492" y="2610"/>
                  </a:moveTo>
                  <a:lnTo>
                    <a:pt x="45492" y="3108"/>
                  </a:lnTo>
                  <a:lnTo>
                    <a:pt x="44430" y="3108"/>
                  </a:lnTo>
                  <a:lnTo>
                    <a:pt x="44430" y="2610"/>
                  </a:lnTo>
                  <a:close/>
                  <a:moveTo>
                    <a:pt x="46244" y="2621"/>
                  </a:moveTo>
                  <a:lnTo>
                    <a:pt x="46244" y="3108"/>
                  </a:lnTo>
                  <a:lnTo>
                    <a:pt x="45558" y="3108"/>
                  </a:lnTo>
                  <a:lnTo>
                    <a:pt x="45558" y="2621"/>
                  </a:lnTo>
                  <a:close/>
                  <a:moveTo>
                    <a:pt x="47371" y="2621"/>
                  </a:moveTo>
                  <a:lnTo>
                    <a:pt x="47371" y="3108"/>
                  </a:lnTo>
                  <a:lnTo>
                    <a:pt x="46697" y="3108"/>
                  </a:lnTo>
                  <a:lnTo>
                    <a:pt x="46697" y="2621"/>
                  </a:lnTo>
                  <a:close/>
                  <a:moveTo>
                    <a:pt x="48510" y="2621"/>
                  </a:moveTo>
                  <a:lnTo>
                    <a:pt x="48499" y="3108"/>
                  </a:lnTo>
                  <a:lnTo>
                    <a:pt x="47449" y="3108"/>
                  </a:lnTo>
                  <a:lnTo>
                    <a:pt x="47449" y="2621"/>
                  </a:lnTo>
                  <a:close/>
                  <a:moveTo>
                    <a:pt x="49638" y="2621"/>
                  </a:moveTo>
                  <a:lnTo>
                    <a:pt x="49638" y="3108"/>
                  </a:lnTo>
                  <a:lnTo>
                    <a:pt x="48577" y="3108"/>
                  </a:lnTo>
                  <a:lnTo>
                    <a:pt x="48577" y="2621"/>
                  </a:lnTo>
                  <a:close/>
                  <a:moveTo>
                    <a:pt x="50766" y="2621"/>
                  </a:moveTo>
                  <a:lnTo>
                    <a:pt x="50766" y="3108"/>
                  </a:lnTo>
                  <a:lnTo>
                    <a:pt x="49705" y="3108"/>
                  </a:lnTo>
                  <a:lnTo>
                    <a:pt x="49705" y="2621"/>
                  </a:lnTo>
                  <a:close/>
                  <a:moveTo>
                    <a:pt x="51518" y="2621"/>
                  </a:moveTo>
                  <a:lnTo>
                    <a:pt x="51518" y="3108"/>
                  </a:lnTo>
                  <a:lnTo>
                    <a:pt x="50832" y="3108"/>
                  </a:lnTo>
                  <a:lnTo>
                    <a:pt x="50832" y="2621"/>
                  </a:lnTo>
                  <a:close/>
                  <a:moveTo>
                    <a:pt x="52646" y="2621"/>
                  </a:moveTo>
                  <a:lnTo>
                    <a:pt x="52646" y="3119"/>
                  </a:lnTo>
                  <a:lnTo>
                    <a:pt x="51971" y="3119"/>
                  </a:lnTo>
                  <a:lnTo>
                    <a:pt x="51971" y="2621"/>
                  </a:lnTo>
                  <a:close/>
                  <a:moveTo>
                    <a:pt x="53774" y="2621"/>
                  </a:moveTo>
                  <a:lnTo>
                    <a:pt x="53774" y="3119"/>
                  </a:lnTo>
                  <a:lnTo>
                    <a:pt x="52712" y="3119"/>
                  </a:lnTo>
                  <a:lnTo>
                    <a:pt x="52712" y="2621"/>
                  </a:lnTo>
                  <a:close/>
                  <a:moveTo>
                    <a:pt x="54913" y="2632"/>
                  </a:moveTo>
                  <a:lnTo>
                    <a:pt x="54913" y="3119"/>
                  </a:lnTo>
                  <a:lnTo>
                    <a:pt x="53851" y="3119"/>
                  </a:lnTo>
                  <a:lnTo>
                    <a:pt x="53851" y="2632"/>
                  </a:lnTo>
                  <a:close/>
                  <a:moveTo>
                    <a:pt x="56041" y="2632"/>
                  </a:moveTo>
                  <a:lnTo>
                    <a:pt x="56041" y="3119"/>
                  </a:lnTo>
                  <a:lnTo>
                    <a:pt x="54979" y="3119"/>
                  </a:lnTo>
                  <a:lnTo>
                    <a:pt x="54979" y="2632"/>
                  </a:lnTo>
                  <a:close/>
                  <a:moveTo>
                    <a:pt x="56792" y="2632"/>
                  </a:moveTo>
                  <a:lnTo>
                    <a:pt x="56792" y="3119"/>
                  </a:lnTo>
                  <a:lnTo>
                    <a:pt x="56107" y="3119"/>
                  </a:lnTo>
                  <a:lnTo>
                    <a:pt x="56107" y="2632"/>
                  </a:lnTo>
                  <a:close/>
                  <a:moveTo>
                    <a:pt x="57920" y="2632"/>
                  </a:moveTo>
                  <a:lnTo>
                    <a:pt x="57920" y="3119"/>
                  </a:lnTo>
                  <a:lnTo>
                    <a:pt x="57246" y="3119"/>
                  </a:lnTo>
                  <a:lnTo>
                    <a:pt x="57246" y="2632"/>
                  </a:lnTo>
                  <a:close/>
                  <a:moveTo>
                    <a:pt x="59059" y="2632"/>
                  </a:moveTo>
                  <a:lnTo>
                    <a:pt x="59048" y="3119"/>
                  </a:lnTo>
                  <a:lnTo>
                    <a:pt x="57987" y="3119"/>
                  </a:lnTo>
                  <a:lnTo>
                    <a:pt x="57987" y="2632"/>
                  </a:lnTo>
                  <a:close/>
                  <a:moveTo>
                    <a:pt x="60187" y="2632"/>
                  </a:moveTo>
                  <a:lnTo>
                    <a:pt x="60187" y="3119"/>
                  </a:lnTo>
                  <a:lnTo>
                    <a:pt x="59126" y="3119"/>
                  </a:lnTo>
                  <a:lnTo>
                    <a:pt x="59126" y="2632"/>
                  </a:lnTo>
                  <a:close/>
                  <a:moveTo>
                    <a:pt x="61315" y="2632"/>
                  </a:moveTo>
                  <a:lnTo>
                    <a:pt x="61315" y="3130"/>
                  </a:lnTo>
                  <a:lnTo>
                    <a:pt x="60254" y="3130"/>
                  </a:lnTo>
                  <a:lnTo>
                    <a:pt x="60254" y="2632"/>
                  </a:lnTo>
                  <a:close/>
                  <a:moveTo>
                    <a:pt x="31548" y="3163"/>
                  </a:moveTo>
                  <a:lnTo>
                    <a:pt x="31548" y="3395"/>
                  </a:lnTo>
                  <a:cubicBezTo>
                    <a:pt x="31471" y="3318"/>
                    <a:pt x="31393" y="3240"/>
                    <a:pt x="31316" y="3163"/>
                  </a:cubicBezTo>
                  <a:close/>
                  <a:moveTo>
                    <a:pt x="5010" y="3030"/>
                  </a:moveTo>
                  <a:lnTo>
                    <a:pt x="5010" y="3727"/>
                  </a:lnTo>
                  <a:lnTo>
                    <a:pt x="4280" y="3727"/>
                  </a:lnTo>
                  <a:cubicBezTo>
                    <a:pt x="4501" y="3495"/>
                    <a:pt x="4733" y="3263"/>
                    <a:pt x="4966" y="3041"/>
                  </a:cubicBezTo>
                  <a:lnTo>
                    <a:pt x="4955" y="3030"/>
                  </a:lnTo>
                  <a:close/>
                  <a:moveTo>
                    <a:pt x="5718" y="3030"/>
                  </a:moveTo>
                  <a:lnTo>
                    <a:pt x="5718" y="3727"/>
                  </a:lnTo>
                  <a:lnTo>
                    <a:pt x="5076" y="3727"/>
                  </a:lnTo>
                  <a:lnTo>
                    <a:pt x="5076" y="3030"/>
                  </a:lnTo>
                  <a:close/>
                  <a:moveTo>
                    <a:pt x="6845" y="3030"/>
                  </a:moveTo>
                  <a:lnTo>
                    <a:pt x="6845" y="3727"/>
                  </a:lnTo>
                  <a:lnTo>
                    <a:pt x="6171" y="3727"/>
                  </a:lnTo>
                  <a:lnTo>
                    <a:pt x="6171" y="3030"/>
                  </a:lnTo>
                  <a:close/>
                  <a:moveTo>
                    <a:pt x="7973" y="3030"/>
                  </a:moveTo>
                  <a:lnTo>
                    <a:pt x="7973" y="3727"/>
                  </a:lnTo>
                  <a:lnTo>
                    <a:pt x="6912" y="3727"/>
                  </a:lnTo>
                  <a:lnTo>
                    <a:pt x="6912" y="3030"/>
                  </a:lnTo>
                  <a:close/>
                  <a:moveTo>
                    <a:pt x="9112" y="3030"/>
                  </a:moveTo>
                  <a:lnTo>
                    <a:pt x="9112" y="3727"/>
                  </a:lnTo>
                  <a:lnTo>
                    <a:pt x="8051" y="3727"/>
                  </a:lnTo>
                  <a:lnTo>
                    <a:pt x="8051" y="3030"/>
                  </a:lnTo>
                  <a:close/>
                  <a:moveTo>
                    <a:pt x="10251" y="3041"/>
                  </a:moveTo>
                  <a:lnTo>
                    <a:pt x="10251" y="3738"/>
                  </a:lnTo>
                  <a:lnTo>
                    <a:pt x="9190" y="3738"/>
                  </a:lnTo>
                  <a:lnTo>
                    <a:pt x="9190" y="3041"/>
                  </a:lnTo>
                  <a:close/>
                  <a:moveTo>
                    <a:pt x="10959" y="3030"/>
                  </a:moveTo>
                  <a:lnTo>
                    <a:pt x="10959" y="3738"/>
                  </a:lnTo>
                  <a:lnTo>
                    <a:pt x="10329" y="3738"/>
                  </a:lnTo>
                  <a:lnTo>
                    <a:pt x="10329" y="3030"/>
                  </a:lnTo>
                  <a:close/>
                  <a:moveTo>
                    <a:pt x="12076" y="3030"/>
                  </a:moveTo>
                  <a:lnTo>
                    <a:pt x="12076" y="3738"/>
                  </a:lnTo>
                  <a:lnTo>
                    <a:pt x="11401" y="3738"/>
                  </a:lnTo>
                  <a:lnTo>
                    <a:pt x="11401" y="3030"/>
                  </a:lnTo>
                  <a:close/>
                  <a:moveTo>
                    <a:pt x="13204" y="3041"/>
                  </a:moveTo>
                  <a:lnTo>
                    <a:pt x="13204" y="3738"/>
                  </a:lnTo>
                  <a:lnTo>
                    <a:pt x="12142" y="3738"/>
                  </a:lnTo>
                  <a:lnTo>
                    <a:pt x="12142" y="3041"/>
                  </a:lnTo>
                  <a:close/>
                  <a:moveTo>
                    <a:pt x="14342" y="3041"/>
                  </a:moveTo>
                  <a:lnTo>
                    <a:pt x="14342" y="3738"/>
                  </a:lnTo>
                  <a:lnTo>
                    <a:pt x="13281" y="3738"/>
                  </a:lnTo>
                  <a:lnTo>
                    <a:pt x="13281" y="3041"/>
                  </a:lnTo>
                  <a:close/>
                  <a:moveTo>
                    <a:pt x="15470" y="3041"/>
                  </a:moveTo>
                  <a:lnTo>
                    <a:pt x="15470" y="3738"/>
                  </a:lnTo>
                  <a:lnTo>
                    <a:pt x="14409" y="3738"/>
                  </a:lnTo>
                  <a:lnTo>
                    <a:pt x="14409" y="3041"/>
                  </a:lnTo>
                  <a:close/>
                  <a:moveTo>
                    <a:pt x="16222" y="3030"/>
                  </a:moveTo>
                  <a:lnTo>
                    <a:pt x="16222" y="3738"/>
                  </a:lnTo>
                  <a:lnTo>
                    <a:pt x="15537" y="3738"/>
                  </a:lnTo>
                  <a:lnTo>
                    <a:pt x="15537" y="3030"/>
                  </a:lnTo>
                  <a:close/>
                  <a:moveTo>
                    <a:pt x="17450" y="3030"/>
                  </a:moveTo>
                  <a:lnTo>
                    <a:pt x="17450" y="3738"/>
                  </a:lnTo>
                  <a:lnTo>
                    <a:pt x="16676" y="3738"/>
                  </a:lnTo>
                  <a:lnTo>
                    <a:pt x="16665" y="3030"/>
                  </a:lnTo>
                  <a:close/>
                  <a:moveTo>
                    <a:pt x="18566" y="3041"/>
                  </a:moveTo>
                  <a:lnTo>
                    <a:pt x="18566" y="3738"/>
                  </a:lnTo>
                  <a:lnTo>
                    <a:pt x="17505" y="3738"/>
                  </a:lnTo>
                  <a:lnTo>
                    <a:pt x="17505" y="3041"/>
                  </a:lnTo>
                  <a:close/>
                  <a:moveTo>
                    <a:pt x="19705" y="3041"/>
                  </a:moveTo>
                  <a:lnTo>
                    <a:pt x="19705" y="3738"/>
                  </a:lnTo>
                  <a:lnTo>
                    <a:pt x="18644" y="3738"/>
                  </a:lnTo>
                  <a:lnTo>
                    <a:pt x="18644" y="3041"/>
                  </a:lnTo>
                  <a:close/>
                  <a:moveTo>
                    <a:pt x="20833" y="3041"/>
                  </a:moveTo>
                  <a:lnTo>
                    <a:pt x="20833" y="3738"/>
                  </a:lnTo>
                  <a:lnTo>
                    <a:pt x="19772" y="3738"/>
                  </a:lnTo>
                  <a:lnTo>
                    <a:pt x="19772" y="3041"/>
                  </a:lnTo>
                  <a:close/>
                  <a:moveTo>
                    <a:pt x="22536" y="3041"/>
                  </a:moveTo>
                  <a:lnTo>
                    <a:pt x="22536" y="3738"/>
                  </a:lnTo>
                  <a:lnTo>
                    <a:pt x="20911" y="3738"/>
                  </a:lnTo>
                  <a:lnTo>
                    <a:pt x="20911" y="3041"/>
                  </a:lnTo>
                  <a:close/>
                  <a:moveTo>
                    <a:pt x="23675" y="3030"/>
                  </a:moveTo>
                  <a:lnTo>
                    <a:pt x="23675" y="3738"/>
                  </a:lnTo>
                  <a:lnTo>
                    <a:pt x="22614" y="3738"/>
                  </a:lnTo>
                  <a:lnTo>
                    <a:pt x="22614" y="3030"/>
                  </a:lnTo>
                  <a:close/>
                  <a:moveTo>
                    <a:pt x="24803" y="3030"/>
                  </a:moveTo>
                  <a:lnTo>
                    <a:pt x="24803" y="3738"/>
                  </a:lnTo>
                  <a:lnTo>
                    <a:pt x="23741" y="3738"/>
                  </a:lnTo>
                  <a:lnTo>
                    <a:pt x="23741" y="3030"/>
                  </a:lnTo>
                  <a:close/>
                  <a:moveTo>
                    <a:pt x="25931" y="3030"/>
                  </a:moveTo>
                  <a:lnTo>
                    <a:pt x="25931" y="3738"/>
                  </a:lnTo>
                  <a:lnTo>
                    <a:pt x="24869" y="3738"/>
                  </a:lnTo>
                  <a:lnTo>
                    <a:pt x="24869" y="3030"/>
                  </a:lnTo>
                  <a:close/>
                  <a:moveTo>
                    <a:pt x="26716" y="3030"/>
                  </a:moveTo>
                  <a:lnTo>
                    <a:pt x="26716" y="3738"/>
                  </a:lnTo>
                  <a:lnTo>
                    <a:pt x="25997" y="3738"/>
                  </a:lnTo>
                  <a:lnTo>
                    <a:pt x="26008" y="3030"/>
                  </a:lnTo>
                  <a:close/>
                  <a:moveTo>
                    <a:pt x="27899" y="3030"/>
                  </a:moveTo>
                  <a:lnTo>
                    <a:pt x="27899" y="3738"/>
                  </a:lnTo>
                  <a:lnTo>
                    <a:pt x="27169" y="3738"/>
                  </a:lnTo>
                  <a:lnTo>
                    <a:pt x="27169" y="3030"/>
                  </a:lnTo>
                  <a:close/>
                  <a:moveTo>
                    <a:pt x="27965" y="3064"/>
                  </a:moveTo>
                  <a:cubicBezTo>
                    <a:pt x="28187" y="3285"/>
                    <a:pt x="28397" y="3506"/>
                    <a:pt x="28607" y="3738"/>
                  </a:cubicBezTo>
                  <a:lnTo>
                    <a:pt x="27965" y="3738"/>
                  </a:lnTo>
                  <a:lnTo>
                    <a:pt x="27965" y="3064"/>
                  </a:lnTo>
                  <a:close/>
                  <a:moveTo>
                    <a:pt x="32676" y="3163"/>
                  </a:moveTo>
                  <a:lnTo>
                    <a:pt x="32676" y="3815"/>
                  </a:lnTo>
                  <a:lnTo>
                    <a:pt x="31935" y="3815"/>
                  </a:lnTo>
                  <a:cubicBezTo>
                    <a:pt x="31824" y="3705"/>
                    <a:pt x="31725" y="3583"/>
                    <a:pt x="31614" y="3473"/>
                  </a:cubicBezTo>
                  <a:lnTo>
                    <a:pt x="31625" y="3473"/>
                  </a:lnTo>
                  <a:lnTo>
                    <a:pt x="31625" y="3163"/>
                  </a:lnTo>
                  <a:close/>
                  <a:moveTo>
                    <a:pt x="33815" y="3163"/>
                  </a:moveTo>
                  <a:lnTo>
                    <a:pt x="33815" y="3815"/>
                  </a:lnTo>
                  <a:lnTo>
                    <a:pt x="32753" y="3815"/>
                  </a:lnTo>
                  <a:lnTo>
                    <a:pt x="32753" y="3163"/>
                  </a:lnTo>
                  <a:close/>
                  <a:moveTo>
                    <a:pt x="34943" y="3163"/>
                  </a:moveTo>
                  <a:lnTo>
                    <a:pt x="34943" y="3815"/>
                  </a:lnTo>
                  <a:lnTo>
                    <a:pt x="33881" y="3815"/>
                  </a:lnTo>
                  <a:lnTo>
                    <a:pt x="33881" y="3163"/>
                  </a:lnTo>
                  <a:close/>
                  <a:moveTo>
                    <a:pt x="35706" y="3163"/>
                  </a:moveTo>
                  <a:lnTo>
                    <a:pt x="35706" y="3815"/>
                  </a:lnTo>
                  <a:lnTo>
                    <a:pt x="35009" y="3815"/>
                  </a:lnTo>
                  <a:lnTo>
                    <a:pt x="35009" y="3163"/>
                  </a:lnTo>
                  <a:close/>
                  <a:moveTo>
                    <a:pt x="36822" y="3163"/>
                  </a:moveTo>
                  <a:lnTo>
                    <a:pt x="36822" y="3815"/>
                  </a:lnTo>
                  <a:lnTo>
                    <a:pt x="36148" y="3815"/>
                  </a:lnTo>
                  <a:lnTo>
                    <a:pt x="36148" y="3163"/>
                  </a:lnTo>
                  <a:close/>
                  <a:moveTo>
                    <a:pt x="37950" y="3163"/>
                  </a:moveTo>
                  <a:lnTo>
                    <a:pt x="37950" y="3815"/>
                  </a:lnTo>
                  <a:lnTo>
                    <a:pt x="36889" y="3815"/>
                  </a:lnTo>
                  <a:lnTo>
                    <a:pt x="36889" y="3163"/>
                  </a:lnTo>
                  <a:close/>
                  <a:moveTo>
                    <a:pt x="39089" y="3163"/>
                  </a:moveTo>
                  <a:lnTo>
                    <a:pt x="39089" y="3815"/>
                  </a:lnTo>
                  <a:lnTo>
                    <a:pt x="38028" y="3815"/>
                  </a:lnTo>
                  <a:lnTo>
                    <a:pt x="38028" y="3163"/>
                  </a:lnTo>
                  <a:close/>
                  <a:moveTo>
                    <a:pt x="40217" y="3163"/>
                  </a:moveTo>
                  <a:lnTo>
                    <a:pt x="40217" y="3815"/>
                  </a:lnTo>
                  <a:lnTo>
                    <a:pt x="39156" y="3815"/>
                  </a:lnTo>
                  <a:lnTo>
                    <a:pt x="39156" y="3163"/>
                  </a:lnTo>
                  <a:close/>
                  <a:moveTo>
                    <a:pt x="40969" y="3174"/>
                  </a:moveTo>
                  <a:lnTo>
                    <a:pt x="40969" y="3815"/>
                  </a:lnTo>
                  <a:lnTo>
                    <a:pt x="40295" y="3815"/>
                  </a:lnTo>
                  <a:lnTo>
                    <a:pt x="40295" y="3174"/>
                  </a:lnTo>
                  <a:close/>
                  <a:moveTo>
                    <a:pt x="42097" y="3174"/>
                  </a:moveTo>
                  <a:lnTo>
                    <a:pt x="42097" y="3815"/>
                  </a:lnTo>
                  <a:lnTo>
                    <a:pt x="41422" y="3815"/>
                  </a:lnTo>
                  <a:lnTo>
                    <a:pt x="41422" y="3174"/>
                  </a:lnTo>
                  <a:close/>
                  <a:moveTo>
                    <a:pt x="43225" y="3174"/>
                  </a:moveTo>
                  <a:lnTo>
                    <a:pt x="43225" y="3826"/>
                  </a:lnTo>
                  <a:lnTo>
                    <a:pt x="42163" y="3826"/>
                  </a:lnTo>
                  <a:lnTo>
                    <a:pt x="42163" y="3174"/>
                  </a:lnTo>
                  <a:close/>
                  <a:moveTo>
                    <a:pt x="44364" y="3174"/>
                  </a:moveTo>
                  <a:lnTo>
                    <a:pt x="44364" y="3826"/>
                  </a:lnTo>
                  <a:lnTo>
                    <a:pt x="43302" y="3826"/>
                  </a:lnTo>
                  <a:lnTo>
                    <a:pt x="43302" y="3174"/>
                  </a:lnTo>
                  <a:close/>
                  <a:moveTo>
                    <a:pt x="45492" y="3174"/>
                  </a:moveTo>
                  <a:lnTo>
                    <a:pt x="45492" y="3826"/>
                  </a:lnTo>
                  <a:lnTo>
                    <a:pt x="44430" y="3826"/>
                  </a:lnTo>
                  <a:lnTo>
                    <a:pt x="44430" y="3174"/>
                  </a:lnTo>
                  <a:close/>
                  <a:moveTo>
                    <a:pt x="46244" y="3174"/>
                  </a:moveTo>
                  <a:lnTo>
                    <a:pt x="46244" y="3826"/>
                  </a:lnTo>
                  <a:lnTo>
                    <a:pt x="45558" y="3826"/>
                  </a:lnTo>
                  <a:lnTo>
                    <a:pt x="45558" y="3174"/>
                  </a:lnTo>
                  <a:close/>
                  <a:moveTo>
                    <a:pt x="47371" y="3174"/>
                  </a:moveTo>
                  <a:lnTo>
                    <a:pt x="47371" y="3826"/>
                  </a:lnTo>
                  <a:lnTo>
                    <a:pt x="46697" y="3826"/>
                  </a:lnTo>
                  <a:lnTo>
                    <a:pt x="46697" y="3174"/>
                  </a:lnTo>
                  <a:close/>
                  <a:moveTo>
                    <a:pt x="48510" y="3174"/>
                  </a:moveTo>
                  <a:lnTo>
                    <a:pt x="48499" y="3826"/>
                  </a:lnTo>
                  <a:lnTo>
                    <a:pt x="47449" y="3826"/>
                  </a:lnTo>
                  <a:lnTo>
                    <a:pt x="47449" y="3174"/>
                  </a:lnTo>
                  <a:close/>
                  <a:moveTo>
                    <a:pt x="49638" y="3185"/>
                  </a:moveTo>
                  <a:lnTo>
                    <a:pt x="49638" y="3826"/>
                  </a:lnTo>
                  <a:lnTo>
                    <a:pt x="48577" y="3826"/>
                  </a:lnTo>
                  <a:lnTo>
                    <a:pt x="48577" y="3185"/>
                  </a:lnTo>
                  <a:close/>
                  <a:moveTo>
                    <a:pt x="50766" y="3185"/>
                  </a:moveTo>
                  <a:lnTo>
                    <a:pt x="50766" y="3826"/>
                  </a:lnTo>
                  <a:lnTo>
                    <a:pt x="49705" y="3826"/>
                  </a:lnTo>
                  <a:lnTo>
                    <a:pt x="49705" y="3185"/>
                  </a:lnTo>
                  <a:close/>
                  <a:moveTo>
                    <a:pt x="51518" y="3185"/>
                  </a:moveTo>
                  <a:lnTo>
                    <a:pt x="51518" y="3838"/>
                  </a:lnTo>
                  <a:lnTo>
                    <a:pt x="50832" y="3838"/>
                  </a:lnTo>
                  <a:lnTo>
                    <a:pt x="50832" y="3185"/>
                  </a:lnTo>
                  <a:close/>
                  <a:moveTo>
                    <a:pt x="52646" y="3185"/>
                  </a:moveTo>
                  <a:lnTo>
                    <a:pt x="52646" y="3838"/>
                  </a:lnTo>
                  <a:lnTo>
                    <a:pt x="51971" y="3838"/>
                  </a:lnTo>
                  <a:lnTo>
                    <a:pt x="51971" y="3185"/>
                  </a:lnTo>
                  <a:close/>
                  <a:moveTo>
                    <a:pt x="53774" y="3185"/>
                  </a:moveTo>
                  <a:lnTo>
                    <a:pt x="53774" y="3838"/>
                  </a:lnTo>
                  <a:lnTo>
                    <a:pt x="52712" y="3838"/>
                  </a:lnTo>
                  <a:lnTo>
                    <a:pt x="52712" y="3185"/>
                  </a:lnTo>
                  <a:close/>
                  <a:moveTo>
                    <a:pt x="54913" y="3185"/>
                  </a:moveTo>
                  <a:lnTo>
                    <a:pt x="54913" y="3838"/>
                  </a:lnTo>
                  <a:lnTo>
                    <a:pt x="53851" y="3838"/>
                  </a:lnTo>
                  <a:lnTo>
                    <a:pt x="53851" y="3185"/>
                  </a:lnTo>
                  <a:close/>
                  <a:moveTo>
                    <a:pt x="56041" y="3185"/>
                  </a:moveTo>
                  <a:lnTo>
                    <a:pt x="56041" y="3838"/>
                  </a:lnTo>
                  <a:lnTo>
                    <a:pt x="54979" y="3838"/>
                  </a:lnTo>
                  <a:lnTo>
                    <a:pt x="54979" y="3185"/>
                  </a:lnTo>
                  <a:close/>
                  <a:moveTo>
                    <a:pt x="56792" y="3185"/>
                  </a:moveTo>
                  <a:lnTo>
                    <a:pt x="56792" y="3838"/>
                  </a:lnTo>
                  <a:lnTo>
                    <a:pt x="56107" y="3838"/>
                  </a:lnTo>
                  <a:lnTo>
                    <a:pt x="56107" y="3185"/>
                  </a:lnTo>
                  <a:close/>
                  <a:moveTo>
                    <a:pt x="57920" y="3196"/>
                  </a:moveTo>
                  <a:lnTo>
                    <a:pt x="57920" y="3838"/>
                  </a:lnTo>
                  <a:lnTo>
                    <a:pt x="57246" y="3838"/>
                  </a:lnTo>
                  <a:lnTo>
                    <a:pt x="57246" y="3196"/>
                  </a:lnTo>
                  <a:close/>
                  <a:moveTo>
                    <a:pt x="59059" y="3196"/>
                  </a:moveTo>
                  <a:lnTo>
                    <a:pt x="59048" y="3838"/>
                  </a:lnTo>
                  <a:lnTo>
                    <a:pt x="57987" y="3838"/>
                  </a:lnTo>
                  <a:lnTo>
                    <a:pt x="57987" y="3196"/>
                  </a:lnTo>
                  <a:close/>
                  <a:moveTo>
                    <a:pt x="60187" y="3196"/>
                  </a:moveTo>
                  <a:lnTo>
                    <a:pt x="60187" y="3849"/>
                  </a:lnTo>
                  <a:lnTo>
                    <a:pt x="59126" y="3849"/>
                  </a:lnTo>
                  <a:lnTo>
                    <a:pt x="59126" y="3196"/>
                  </a:lnTo>
                  <a:close/>
                  <a:moveTo>
                    <a:pt x="61315" y="3196"/>
                  </a:moveTo>
                  <a:lnTo>
                    <a:pt x="61315" y="3849"/>
                  </a:lnTo>
                  <a:lnTo>
                    <a:pt x="60254" y="3849"/>
                  </a:lnTo>
                  <a:lnTo>
                    <a:pt x="60254" y="3196"/>
                  </a:lnTo>
                  <a:close/>
                  <a:moveTo>
                    <a:pt x="32676" y="3882"/>
                  </a:moveTo>
                  <a:lnTo>
                    <a:pt x="32676" y="4468"/>
                  </a:lnTo>
                  <a:lnTo>
                    <a:pt x="32488" y="4468"/>
                  </a:lnTo>
                  <a:cubicBezTo>
                    <a:pt x="32322" y="4269"/>
                    <a:pt x="32167" y="4070"/>
                    <a:pt x="31990" y="3882"/>
                  </a:cubicBezTo>
                  <a:close/>
                  <a:moveTo>
                    <a:pt x="33815" y="3882"/>
                  </a:moveTo>
                  <a:lnTo>
                    <a:pt x="33815" y="4468"/>
                  </a:lnTo>
                  <a:lnTo>
                    <a:pt x="32753" y="4468"/>
                  </a:lnTo>
                  <a:lnTo>
                    <a:pt x="32753" y="3882"/>
                  </a:lnTo>
                  <a:close/>
                  <a:moveTo>
                    <a:pt x="34943" y="3882"/>
                  </a:moveTo>
                  <a:lnTo>
                    <a:pt x="34943" y="4468"/>
                  </a:lnTo>
                  <a:lnTo>
                    <a:pt x="33881" y="4468"/>
                  </a:lnTo>
                  <a:lnTo>
                    <a:pt x="33881" y="3882"/>
                  </a:lnTo>
                  <a:close/>
                  <a:moveTo>
                    <a:pt x="35706" y="3882"/>
                  </a:moveTo>
                  <a:lnTo>
                    <a:pt x="35706" y="4468"/>
                  </a:lnTo>
                  <a:lnTo>
                    <a:pt x="35009" y="4468"/>
                  </a:lnTo>
                  <a:lnTo>
                    <a:pt x="35009" y="3882"/>
                  </a:lnTo>
                  <a:close/>
                  <a:moveTo>
                    <a:pt x="36822" y="3882"/>
                  </a:moveTo>
                  <a:lnTo>
                    <a:pt x="36822" y="4479"/>
                  </a:lnTo>
                  <a:lnTo>
                    <a:pt x="36148" y="4479"/>
                  </a:lnTo>
                  <a:lnTo>
                    <a:pt x="36148" y="3882"/>
                  </a:lnTo>
                  <a:close/>
                  <a:moveTo>
                    <a:pt x="37950" y="3882"/>
                  </a:moveTo>
                  <a:lnTo>
                    <a:pt x="37950" y="4479"/>
                  </a:lnTo>
                  <a:lnTo>
                    <a:pt x="36889" y="4479"/>
                  </a:lnTo>
                  <a:lnTo>
                    <a:pt x="36889" y="3882"/>
                  </a:lnTo>
                  <a:close/>
                  <a:moveTo>
                    <a:pt x="39089" y="3882"/>
                  </a:moveTo>
                  <a:lnTo>
                    <a:pt x="39089" y="4479"/>
                  </a:lnTo>
                  <a:lnTo>
                    <a:pt x="38028" y="4479"/>
                  </a:lnTo>
                  <a:lnTo>
                    <a:pt x="38028" y="3882"/>
                  </a:lnTo>
                  <a:close/>
                  <a:moveTo>
                    <a:pt x="40217" y="3893"/>
                  </a:moveTo>
                  <a:lnTo>
                    <a:pt x="40217" y="4479"/>
                  </a:lnTo>
                  <a:lnTo>
                    <a:pt x="39156" y="4479"/>
                  </a:lnTo>
                  <a:lnTo>
                    <a:pt x="39156" y="3893"/>
                  </a:lnTo>
                  <a:close/>
                  <a:moveTo>
                    <a:pt x="40969" y="3893"/>
                  </a:moveTo>
                  <a:lnTo>
                    <a:pt x="40969" y="4479"/>
                  </a:lnTo>
                  <a:lnTo>
                    <a:pt x="40295" y="4479"/>
                  </a:lnTo>
                  <a:lnTo>
                    <a:pt x="40295" y="3893"/>
                  </a:lnTo>
                  <a:close/>
                  <a:moveTo>
                    <a:pt x="42097" y="3893"/>
                  </a:moveTo>
                  <a:lnTo>
                    <a:pt x="42097" y="4479"/>
                  </a:lnTo>
                  <a:lnTo>
                    <a:pt x="41422" y="4479"/>
                  </a:lnTo>
                  <a:lnTo>
                    <a:pt x="41422" y="3893"/>
                  </a:lnTo>
                  <a:close/>
                  <a:moveTo>
                    <a:pt x="43225" y="3893"/>
                  </a:moveTo>
                  <a:lnTo>
                    <a:pt x="43225" y="4479"/>
                  </a:lnTo>
                  <a:lnTo>
                    <a:pt x="42163" y="4479"/>
                  </a:lnTo>
                  <a:lnTo>
                    <a:pt x="42163" y="3893"/>
                  </a:lnTo>
                  <a:close/>
                  <a:moveTo>
                    <a:pt x="44364" y="3893"/>
                  </a:moveTo>
                  <a:lnTo>
                    <a:pt x="44364" y="4479"/>
                  </a:lnTo>
                  <a:lnTo>
                    <a:pt x="43302" y="4479"/>
                  </a:lnTo>
                  <a:lnTo>
                    <a:pt x="43302" y="3893"/>
                  </a:lnTo>
                  <a:close/>
                  <a:moveTo>
                    <a:pt x="45492" y="3893"/>
                  </a:moveTo>
                  <a:lnTo>
                    <a:pt x="45492" y="4490"/>
                  </a:lnTo>
                  <a:lnTo>
                    <a:pt x="44430" y="4490"/>
                  </a:lnTo>
                  <a:lnTo>
                    <a:pt x="44430" y="3893"/>
                  </a:lnTo>
                  <a:close/>
                  <a:moveTo>
                    <a:pt x="46244" y="3893"/>
                  </a:moveTo>
                  <a:lnTo>
                    <a:pt x="46244" y="4490"/>
                  </a:lnTo>
                  <a:lnTo>
                    <a:pt x="45558" y="4490"/>
                  </a:lnTo>
                  <a:lnTo>
                    <a:pt x="45558" y="3893"/>
                  </a:lnTo>
                  <a:close/>
                  <a:moveTo>
                    <a:pt x="47371" y="3893"/>
                  </a:moveTo>
                  <a:lnTo>
                    <a:pt x="47371" y="4490"/>
                  </a:lnTo>
                  <a:lnTo>
                    <a:pt x="46697" y="4490"/>
                  </a:lnTo>
                  <a:lnTo>
                    <a:pt x="46697" y="3893"/>
                  </a:lnTo>
                  <a:close/>
                  <a:moveTo>
                    <a:pt x="48510" y="3904"/>
                  </a:moveTo>
                  <a:lnTo>
                    <a:pt x="48499" y="4490"/>
                  </a:lnTo>
                  <a:lnTo>
                    <a:pt x="47449" y="4490"/>
                  </a:lnTo>
                  <a:lnTo>
                    <a:pt x="47449" y="3904"/>
                  </a:lnTo>
                  <a:close/>
                  <a:moveTo>
                    <a:pt x="49638" y="3904"/>
                  </a:moveTo>
                  <a:lnTo>
                    <a:pt x="49638" y="4490"/>
                  </a:lnTo>
                  <a:lnTo>
                    <a:pt x="48577" y="4490"/>
                  </a:lnTo>
                  <a:lnTo>
                    <a:pt x="48577" y="3904"/>
                  </a:lnTo>
                  <a:close/>
                  <a:moveTo>
                    <a:pt x="50766" y="3904"/>
                  </a:moveTo>
                  <a:lnTo>
                    <a:pt x="50766" y="4490"/>
                  </a:lnTo>
                  <a:lnTo>
                    <a:pt x="49705" y="4490"/>
                  </a:lnTo>
                  <a:lnTo>
                    <a:pt x="49705" y="3904"/>
                  </a:lnTo>
                  <a:close/>
                  <a:moveTo>
                    <a:pt x="51518" y="3904"/>
                  </a:moveTo>
                  <a:lnTo>
                    <a:pt x="51518" y="4490"/>
                  </a:lnTo>
                  <a:lnTo>
                    <a:pt x="50832" y="4490"/>
                  </a:lnTo>
                  <a:lnTo>
                    <a:pt x="50832" y="3904"/>
                  </a:lnTo>
                  <a:close/>
                  <a:moveTo>
                    <a:pt x="52646" y="3904"/>
                  </a:moveTo>
                  <a:lnTo>
                    <a:pt x="52646" y="4490"/>
                  </a:lnTo>
                  <a:lnTo>
                    <a:pt x="51971" y="4490"/>
                  </a:lnTo>
                  <a:lnTo>
                    <a:pt x="51971" y="3904"/>
                  </a:lnTo>
                  <a:close/>
                  <a:moveTo>
                    <a:pt x="3871" y="4217"/>
                  </a:moveTo>
                  <a:lnTo>
                    <a:pt x="3871" y="4501"/>
                  </a:lnTo>
                  <a:lnTo>
                    <a:pt x="3628" y="4501"/>
                  </a:lnTo>
                  <a:cubicBezTo>
                    <a:pt x="3712" y="4417"/>
                    <a:pt x="3796" y="4312"/>
                    <a:pt x="3871" y="4217"/>
                  </a:cubicBezTo>
                  <a:close/>
                  <a:moveTo>
                    <a:pt x="5010" y="3804"/>
                  </a:moveTo>
                  <a:lnTo>
                    <a:pt x="5010" y="4501"/>
                  </a:lnTo>
                  <a:lnTo>
                    <a:pt x="3948" y="4501"/>
                  </a:lnTo>
                  <a:lnTo>
                    <a:pt x="3948" y="4114"/>
                  </a:lnTo>
                  <a:cubicBezTo>
                    <a:pt x="4037" y="4003"/>
                    <a:pt x="4125" y="3904"/>
                    <a:pt x="4214" y="3804"/>
                  </a:cubicBezTo>
                  <a:close/>
                  <a:moveTo>
                    <a:pt x="5718" y="3804"/>
                  </a:moveTo>
                  <a:lnTo>
                    <a:pt x="5718" y="4501"/>
                  </a:lnTo>
                  <a:lnTo>
                    <a:pt x="5076" y="4501"/>
                  </a:lnTo>
                  <a:lnTo>
                    <a:pt x="5076" y="3804"/>
                  </a:lnTo>
                  <a:close/>
                  <a:moveTo>
                    <a:pt x="6845" y="3804"/>
                  </a:moveTo>
                  <a:lnTo>
                    <a:pt x="6845" y="4501"/>
                  </a:lnTo>
                  <a:lnTo>
                    <a:pt x="6171" y="4501"/>
                  </a:lnTo>
                  <a:lnTo>
                    <a:pt x="6171" y="3804"/>
                  </a:lnTo>
                  <a:close/>
                  <a:moveTo>
                    <a:pt x="7973" y="3804"/>
                  </a:moveTo>
                  <a:lnTo>
                    <a:pt x="7973" y="4501"/>
                  </a:lnTo>
                  <a:lnTo>
                    <a:pt x="6912" y="4501"/>
                  </a:lnTo>
                  <a:lnTo>
                    <a:pt x="6912" y="3804"/>
                  </a:lnTo>
                  <a:close/>
                  <a:moveTo>
                    <a:pt x="53774" y="3904"/>
                  </a:moveTo>
                  <a:lnTo>
                    <a:pt x="53774" y="4501"/>
                  </a:lnTo>
                  <a:lnTo>
                    <a:pt x="52712" y="4501"/>
                  </a:lnTo>
                  <a:lnTo>
                    <a:pt x="52712" y="3904"/>
                  </a:lnTo>
                  <a:close/>
                  <a:moveTo>
                    <a:pt x="54913" y="3904"/>
                  </a:moveTo>
                  <a:lnTo>
                    <a:pt x="54913" y="4501"/>
                  </a:lnTo>
                  <a:lnTo>
                    <a:pt x="53851" y="4501"/>
                  </a:lnTo>
                  <a:lnTo>
                    <a:pt x="53851" y="3904"/>
                  </a:lnTo>
                  <a:close/>
                  <a:moveTo>
                    <a:pt x="56041" y="3904"/>
                  </a:moveTo>
                  <a:lnTo>
                    <a:pt x="56041" y="4501"/>
                  </a:lnTo>
                  <a:lnTo>
                    <a:pt x="54979" y="4501"/>
                  </a:lnTo>
                  <a:lnTo>
                    <a:pt x="54979" y="3904"/>
                  </a:lnTo>
                  <a:close/>
                  <a:moveTo>
                    <a:pt x="56792" y="3915"/>
                  </a:moveTo>
                  <a:lnTo>
                    <a:pt x="56792" y="4501"/>
                  </a:lnTo>
                  <a:lnTo>
                    <a:pt x="56107" y="4501"/>
                  </a:lnTo>
                  <a:lnTo>
                    <a:pt x="56107" y="3915"/>
                  </a:lnTo>
                  <a:close/>
                  <a:moveTo>
                    <a:pt x="57920" y="3915"/>
                  </a:moveTo>
                  <a:lnTo>
                    <a:pt x="57920" y="4501"/>
                  </a:lnTo>
                  <a:lnTo>
                    <a:pt x="57246" y="4501"/>
                  </a:lnTo>
                  <a:lnTo>
                    <a:pt x="57246" y="3915"/>
                  </a:lnTo>
                  <a:close/>
                  <a:moveTo>
                    <a:pt x="59059" y="3915"/>
                  </a:moveTo>
                  <a:lnTo>
                    <a:pt x="59048" y="4501"/>
                  </a:lnTo>
                  <a:lnTo>
                    <a:pt x="57987" y="4501"/>
                  </a:lnTo>
                  <a:lnTo>
                    <a:pt x="57987" y="3915"/>
                  </a:lnTo>
                  <a:close/>
                  <a:moveTo>
                    <a:pt x="60187" y="3915"/>
                  </a:moveTo>
                  <a:lnTo>
                    <a:pt x="60187" y="4501"/>
                  </a:lnTo>
                  <a:lnTo>
                    <a:pt x="59126" y="4501"/>
                  </a:lnTo>
                  <a:lnTo>
                    <a:pt x="59126" y="3915"/>
                  </a:lnTo>
                  <a:close/>
                  <a:moveTo>
                    <a:pt x="61315" y="3915"/>
                  </a:moveTo>
                  <a:lnTo>
                    <a:pt x="61315" y="4501"/>
                  </a:lnTo>
                  <a:lnTo>
                    <a:pt x="60254" y="4501"/>
                  </a:lnTo>
                  <a:lnTo>
                    <a:pt x="60254" y="3915"/>
                  </a:lnTo>
                  <a:close/>
                  <a:moveTo>
                    <a:pt x="9112" y="3804"/>
                  </a:moveTo>
                  <a:lnTo>
                    <a:pt x="9112" y="4512"/>
                  </a:lnTo>
                  <a:lnTo>
                    <a:pt x="8051" y="4512"/>
                  </a:lnTo>
                  <a:lnTo>
                    <a:pt x="8051" y="3804"/>
                  </a:lnTo>
                  <a:close/>
                  <a:moveTo>
                    <a:pt x="10251" y="3815"/>
                  </a:moveTo>
                  <a:lnTo>
                    <a:pt x="10251" y="4512"/>
                  </a:lnTo>
                  <a:lnTo>
                    <a:pt x="9190" y="4512"/>
                  </a:lnTo>
                  <a:lnTo>
                    <a:pt x="9190" y="3815"/>
                  </a:lnTo>
                  <a:close/>
                  <a:moveTo>
                    <a:pt x="10959" y="3804"/>
                  </a:moveTo>
                  <a:lnTo>
                    <a:pt x="10959" y="4512"/>
                  </a:lnTo>
                  <a:lnTo>
                    <a:pt x="10329" y="4512"/>
                  </a:lnTo>
                  <a:lnTo>
                    <a:pt x="10329" y="3804"/>
                  </a:lnTo>
                  <a:close/>
                  <a:moveTo>
                    <a:pt x="12076" y="3804"/>
                  </a:moveTo>
                  <a:lnTo>
                    <a:pt x="12076" y="4512"/>
                  </a:lnTo>
                  <a:lnTo>
                    <a:pt x="11401" y="4512"/>
                  </a:lnTo>
                  <a:lnTo>
                    <a:pt x="11401" y="3804"/>
                  </a:lnTo>
                  <a:close/>
                  <a:moveTo>
                    <a:pt x="13204" y="3804"/>
                  </a:moveTo>
                  <a:lnTo>
                    <a:pt x="13204" y="4512"/>
                  </a:lnTo>
                  <a:lnTo>
                    <a:pt x="12142" y="4512"/>
                  </a:lnTo>
                  <a:lnTo>
                    <a:pt x="12142" y="3804"/>
                  </a:lnTo>
                  <a:close/>
                  <a:moveTo>
                    <a:pt x="14342" y="3804"/>
                  </a:moveTo>
                  <a:lnTo>
                    <a:pt x="14342" y="4512"/>
                  </a:lnTo>
                  <a:lnTo>
                    <a:pt x="13281" y="4512"/>
                  </a:lnTo>
                  <a:lnTo>
                    <a:pt x="13281" y="3804"/>
                  </a:lnTo>
                  <a:close/>
                  <a:moveTo>
                    <a:pt x="15470" y="3804"/>
                  </a:moveTo>
                  <a:lnTo>
                    <a:pt x="15470" y="4512"/>
                  </a:lnTo>
                  <a:lnTo>
                    <a:pt x="14409" y="4512"/>
                  </a:lnTo>
                  <a:lnTo>
                    <a:pt x="14409" y="3804"/>
                  </a:lnTo>
                  <a:close/>
                  <a:moveTo>
                    <a:pt x="16222" y="3804"/>
                  </a:moveTo>
                  <a:lnTo>
                    <a:pt x="16222" y="4512"/>
                  </a:lnTo>
                  <a:lnTo>
                    <a:pt x="15537" y="4512"/>
                  </a:lnTo>
                  <a:lnTo>
                    <a:pt x="15537" y="3804"/>
                  </a:lnTo>
                  <a:close/>
                  <a:moveTo>
                    <a:pt x="17450" y="3804"/>
                  </a:moveTo>
                  <a:lnTo>
                    <a:pt x="17450" y="4512"/>
                  </a:lnTo>
                  <a:lnTo>
                    <a:pt x="16676" y="4512"/>
                  </a:lnTo>
                  <a:lnTo>
                    <a:pt x="16665" y="3804"/>
                  </a:lnTo>
                  <a:close/>
                  <a:moveTo>
                    <a:pt x="18566" y="3804"/>
                  </a:moveTo>
                  <a:lnTo>
                    <a:pt x="18566" y="4512"/>
                  </a:lnTo>
                  <a:lnTo>
                    <a:pt x="17505" y="4512"/>
                  </a:lnTo>
                  <a:lnTo>
                    <a:pt x="17505" y="3804"/>
                  </a:lnTo>
                  <a:close/>
                  <a:moveTo>
                    <a:pt x="19705" y="3804"/>
                  </a:moveTo>
                  <a:lnTo>
                    <a:pt x="19705" y="4512"/>
                  </a:lnTo>
                  <a:lnTo>
                    <a:pt x="18644" y="4512"/>
                  </a:lnTo>
                  <a:lnTo>
                    <a:pt x="18644" y="3804"/>
                  </a:lnTo>
                  <a:close/>
                  <a:moveTo>
                    <a:pt x="20833" y="3804"/>
                  </a:moveTo>
                  <a:lnTo>
                    <a:pt x="20833" y="4512"/>
                  </a:lnTo>
                  <a:lnTo>
                    <a:pt x="19772" y="4512"/>
                  </a:lnTo>
                  <a:lnTo>
                    <a:pt x="19772" y="3804"/>
                  </a:lnTo>
                  <a:close/>
                  <a:moveTo>
                    <a:pt x="22536" y="3804"/>
                  </a:moveTo>
                  <a:lnTo>
                    <a:pt x="22536" y="4512"/>
                  </a:lnTo>
                  <a:lnTo>
                    <a:pt x="20911" y="4512"/>
                  </a:lnTo>
                  <a:lnTo>
                    <a:pt x="20911" y="3804"/>
                  </a:lnTo>
                  <a:close/>
                  <a:moveTo>
                    <a:pt x="23675" y="3804"/>
                  </a:moveTo>
                  <a:lnTo>
                    <a:pt x="23675" y="4512"/>
                  </a:lnTo>
                  <a:lnTo>
                    <a:pt x="22614" y="4512"/>
                  </a:lnTo>
                  <a:lnTo>
                    <a:pt x="22614" y="3804"/>
                  </a:lnTo>
                  <a:close/>
                  <a:moveTo>
                    <a:pt x="24803" y="3804"/>
                  </a:moveTo>
                  <a:lnTo>
                    <a:pt x="24803" y="4512"/>
                  </a:lnTo>
                  <a:lnTo>
                    <a:pt x="23741" y="4512"/>
                  </a:lnTo>
                  <a:lnTo>
                    <a:pt x="23741" y="3804"/>
                  </a:lnTo>
                  <a:close/>
                  <a:moveTo>
                    <a:pt x="25931" y="3804"/>
                  </a:moveTo>
                  <a:lnTo>
                    <a:pt x="25931" y="4512"/>
                  </a:lnTo>
                  <a:lnTo>
                    <a:pt x="24869" y="4512"/>
                  </a:lnTo>
                  <a:lnTo>
                    <a:pt x="24869" y="3804"/>
                  </a:lnTo>
                  <a:close/>
                  <a:moveTo>
                    <a:pt x="26716" y="3804"/>
                  </a:moveTo>
                  <a:lnTo>
                    <a:pt x="26716" y="4512"/>
                  </a:lnTo>
                  <a:lnTo>
                    <a:pt x="25997" y="4512"/>
                  </a:lnTo>
                  <a:lnTo>
                    <a:pt x="26008" y="3804"/>
                  </a:lnTo>
                  <a:close/>
                  <a:moveTo>
                    <a:pt x="27899" y="3804"/>
                  </a:moveTo>
                  <a:lnTo>
                    <a:pt x="27899" y="4512"/>
                  </a:lnTo>
                  <a:lnTo>
                    <a:pt x="27169" y="4512"/>
                  </a:lnTo>
                  <a:lnTo>
                    <a:pt x="27169" y="3804"/>
                  </a:lnTo>
                  <a:close/>
                  <a:moveTo>
                    <a:pt x="28673" y="3804"/>
                  </a:moveTo>
                  <a:cubicBezTo>
                    <a:pt x="28795" y="3948"/>
                    <a:pt x="28916" y="4081"/>
                    <a:pt x="29027" y="4225"/>
                  </a:cubicBezTo>
                  <a:lnTo>
                    <a:pt x="29027" y="4512"/>
                  </a:lnTo>
                  <a:lnTo>
                    <a:pt x="27965" y="4512"/>
                  </a:lnTo>
                  <a:lnTo>
                    <a:pt x="27965" y="3804"/>
                  </a:lnTo>
                  <a:close/>
                  <a:moveTo>
                    <a:pt x="29104" y="4313"/>
                  </a:moveTo>
                  <a:cubicBezTo>
                    <a:pt x="29160" y="4379"/>
                    <a:pt x="29204" y="4446"/>
                    <a:pt x="29259" y="4512"/>
                  </a:cubicBezTo>
                  <a:lnTo>
                    <a:pt x="29104" y="4512"/>
                  </a:lnTo>
                  <a:lnTo>
                    <a:pt x="29104" y="4313"/>
                  </a:lnTo>
                  <a:close/>
                  <a:moveTo>
                    <a:pt x="33804" y="4921"/>
                  </a:moveTo>
                  <a:lnTo>
                    <a:pt x="33815" y="5496"/>
                  </a:lnTo>
                  <a:lnTo>
                    <a:pt x="33240" y="5496"/>
                  </a:lnTo>
                  <a:cubicBezTo>
                    <a:pt x="33107" y="5297"/>
                    <a:pt x="32974" y="5109"/>
                    <a:pt x="32831" y="4921"/>
                  </a:cubicBezTo>
                  <a:close/>
                  <a:moveTo>
                    <a:pt x="34943" y="4921"/>
                  </a:moveTo>
                  <a:lnTo>
                    <a:pt x="34943" y="5496"/>
                  </a:lnTo>
                  <a:lnTo>
                    <a:pt x="33881" y="5496"/>
                  </a:lnTo>
                  <a:lnTo>
                    <a:pt x="33881" y="4921"/>
                  </a:lnTo>
                  <a:close/>
                  <a:moveTo>
                    <a:pt x="35706" y="4921"/>
                  </a:moveTo>
                  <a:lnTo>
                    <a:pt x="35706" y="5496"/>
                  </a:lnTo>
                  <a:lnTo>
                    <a:pt x="35009" y="5496"/>
                  </a:lnTo>
                  <a:lnTo>
                    <a:pt x="35009" y="4921"/>
                  </a:lnTo>
                  <a:close/>
                  <a:moveTo>
                    <a:pt x="36822" y="4921"/>
                  </a:moveTo>
                  <a:lnTo>
                    <a:pt x="36822" y="5496"/>
                  </a:lnTo>
                  <a:lnTo>
                    <a:pt x="36148" y="5496"/>
                  </a:lnTo>
                  <a:lnTo>
                    <a:pt x="36148" y="4921"/>
                  </a:lnTo>
                  <a:close/>
                  <a:moveTo>
                    <a:pt x="37950" y="4921"/>
                  </a:moveTo>
                  <a:lnTo>
                    <a:pt x="37950" y="5496"/>
                  </a:lnTo>
                  <a:lnTo>
                    <a:pt x="36889" y="5496"/>
                  </a:lnTo>
                  <a:lnTo>
                    <a:pt x="36889" y="4921"/>
                  </a:lnTo>
                  <a:close/>
                  <a:moveTo>
                    <a:pt x="39089" y="4921"/>
                  </a:moveTo>
                  <a:lnTo>
                    <a:pt x="39089" y="5496"/>
                  </a:lnTo>
                  <a:lnTo>
                    <a:pt x="38028" y="5496"/>
                  </a:lnTo>
                  <a:lnTo>
                    <a:pt x="38028" y="4921"/>
                  </a:lnTo>
                  <a:close/>
                  <a:moveTo>
                    <a:pt x="40217" y="4932"/>
                  </a:moveTo>
                  <a:lnTo>
                    <a:pt x="40217" y="5496"/>
                  </a:lnTo>
                  <a:lnTo>
                    <a:pt x="39156" y="5496"/>
                  </a:lnTo>
                  <a:lnTo>
                    <a:pt x="39156" y="4932"/>
                  </a:lnTo>
                  <a:close/>
                  <a:moveTo>
                    <a:pt x="40969" y="4932"/>
                  </a:moveTo>
                  <a:lnTo>
                    <a:pt x="40969" y="5507"/>
                  </a:lnTo>
                  <a:lnTo>
                    <a:pt x="40295" y="5507"/>
                  </a:lnTo>
                  <a:lnTo>
                    <a:pt x="40295" y="4932"/>
                  </a:lnTo>
                  <a:close/>
                  <a:moveTo>
                    <a:pt x="42097" y="4932"/>
                  </a:moveTo>
                  <a:lnTo>
                    <a:pt x="42097" y="5507"/>
                  </a:lnTo>
                  <a:lnTo>
                    <a:pt x="41422" y="5507"/>
                  </a:lnTo>
                  <a:lnTo>
                    <a:pt x="41422" y="4932"/>
                  </a:lnTo>
                  <a:close/>
                  <a:moveTo>
                    <a:pt x="43225" y="4932"/>
                  </a:moveTo>
                  <a:lnTo>
                    <a:pt x="43225" y="5507"/>
                  </a:lnTo>
                  <a:lnTo>
                    <a:pt x="42163" y="5507"/>
                  </a:lnTo>
                  <a:lnTo>
                    <a:pt x="42163" y="4932"/>
                  </a:lnTo>
                  <a:close/>
                  <a:moveTo>
                    <a:pt x="44364" y="4932"/>
                  </a:moveTo>
                  <a:lnTo>
                    <a:pt x="44364" y="5507"/>
                  </a:lnTo>
                  <a:lnTo>
                    <a:pt x="43302" y="5507"/>
                  </a:lnTo>
                  <a:lnTo>
                    <a:pt x="43302" y="4932"/>
                  </a:lnTo>
                  <a:close/>
                  <a:moveTo>
                    <a:pt x="45492" y="4932"/>
                  </a:moveTo>
                  <a:lnTo>
                    <a:pt x="45492" y="5507"/>
                  </a:lnTo>
                  <a:lnTo>
                    <a:pt x="44430" y="5507"/>
                  </a:lnTo>
                  <a:lnTo>
                    <a:pt x="44430" y="4932"/>
                  </a:lnTo>
                  <a:close/>
                  <a:moveTo>
                    <a:pt x="46244" y="4932"/>
                  </a:moveTo>
                  <a:lnTo>
                    <a:pt x="46244" y="5507"/>
                  </a:lnTo>
                  <a:lnTo>
                    <a:pt x="45558" y="5507"/>
                  </a:lnTo>
                  <a:lnTo>
                    <a:pt x="45558" y="4932"/>
                  </a:lnTo>
                  <a:close/>
                  <a:moveTo>
                    <a:pt x="47371" y="4932"/>
                  </a:moveTo>
                  <a:lnTo>
                    <a:pt x="47371" y="5507"/>
                  </a:lnTo>
                  <a:lnTo>
                    <a:pt x="46697" y="5507"/>
                  </a:lnTo>
                  <a:lnTo>
                    <a:pt x="46697" y="4932"/>
                  </a:lnTo>
                  <a:close/>
                  <a:moveTo>
                    <a:pt x="48510" y="4943"/>
                  </a:moveTo>
                  <a:lnTo>
                    <a:pt x="48499" y="5507"/>
                  </a:lnTo>
                  <a:lnTo>
                    <a:pt x="47449" y="5507"/>
                  </a:lnTo>
                  <a:lnTo>
                    <a:pt x="47449" y="4943"/>
                  </a:lnTo>
                  <a:close/>
                  <a:moveTo>
                    <a:pt x="49638" y="4943"/>
                  </a:moveTo>
                  <a:lnTo>
                    <a:pt x="49638" y="5518"/>
                  </a:lnTo>
                  <a:lnTo>
                    <a:pt x="48577" y="5518"/>
                  </a:lnTo>
                  <a:lnTo>
                    <a:pt x="48577" y="4943"/>
                  </a:lnTo>
                  <a:close/>
                  <a:moveTo>
                    <a:pt x="50766" y="4943"/>
                  </a:moveTo>
                  <a:lnTo>
                    <a:pt x="50766" y="5518"/>
                  </a:lnTo>
                  <a:lnTo>
                    <a:pt x="49705" y="5518"/>
                  </a:lnTo>
                  <a:lnTo>
                    <a:pt x="49705" y="4943"/>
                  </a:lnTo>
                  <a:close/>
                  <a:moveTo>
                    <a:pt x="51518" y="4943"/>
                  </a:moveTo>
                  <a:lnTo>
                    <a:pt x="51518" y="5518"/>
                  </a:lnTo>
                  <a:lnTo>
                    <a:pt x="50832" y="5518"/>
                  </a:lnTo>
                  <a:lnTo>
                    <a:pt x="50832" y="4943"/>
                  </a:lnTo>
                  <a:close/>
                  <a:moveTo>
                    <a:pt x="52646" y="4943"/>
                  </a:moveTo>
                  <a:lnTo>
                    <a:pt x="52646" y="5518"/>
                  </a:lnTo>
                  <a:lnTo>
                    <a:pt x="51971" y="5518"/>
                  </a:lnTo>
                  <a:lnTo>
                    <a:pt x="51971" y="4943"/>
                  </a:lnTo>
                  <a:close/>
                  <a:moveTo>
                    <a:pt x="53774" y="4943"/>
                  </a:moveTo>
                  <a:lnTo>
                    <a:pt x="53774" y="5518"/>
                  </a:lnTo>
                  <a:lnTo>
                    <a:pt x="52712" y="5518"/>
                  </a:lnTo>
                  <a:lnTo>
                    <a:pt x="52712" y="4943"/>
                  </a:lnTo>
                  <a:close/>
                  <a:moveTo>
                    <a:pt x="54913" y="4943"/>
                  </a:moveTo>
                  <a:lnTo>
                    <a:pt x="54913" y="5518"/>
                  </a:lnTo>
                  <a:lnTo>
                    <a:pt x="53851" y="5518"/>
                  </a:lnTo>
                  <a:lnTo>
                    <a:pt x="53851" y="4943"/>
                  </a:lnTo>
                  <a:close/>
                  <a:moveTo>
                    <a:pt x="56041" y="4943"/>
                  </a:moveTo>
                  <a:lnTo>
                    <a:pt x="56041" y="5518"/>
                  </a:lnTo>
                  <a:lnTo>
                    <a:pt x="54979" y="5518"/>
                  </a:lnTo>
                  <a:lnTo>
                    <a:pt x="54979" y="4943"/>
                  </a:lnTo>
                  <a:close/>
                  <a:moveTo>
                    <a:pt x="56792" y="4954"/>
                  </a:moveTo>
                  <a:lnTo>
                    <a:pt x="56792" y="5518"/>
                  </a:lnTo>
                  <a:lnTo>
                    <a:pt x="56107" y="5518"/>
                  </a:lnTo>
                  <a:lnTo>
                    <a:pt x="56107" y="4954"/>
                  </a:lnTo>
                  <a:close/>
                  <a:moveTo>
                    <a:pt x="57920" y="4954"/>
                  </a:moveTo>
                  <a:lnTo>
                    <a:pt x="57920" y="5529"/>
                  </a:lnTo>
                  <a:lnTo>
                    <a:pt x="57246" y="5529"/>
                  </a:lnTo>
                  <a:lnTo>
                    <a:pt x="57246" y="4954"/>
                  </a:lnTo>
                  <a:close/>
                  <a:moveTo>
                    <a:pt x="59059" y="4954"/>
                  </a:moveTo>
                  <a:lnTo>
                    <a:pt x="59048" y="5529"/>
                  </a:lnTo>
                  <a:lnTo>
                    <a:pt x="57987" y="5529"/>
                  </a:lnTo>
                  <a:lnTo>
                    <a:pt x="57987" y="4954"/>
                  </a:lnTo>
                  <a:close/>
                  <a:moveTo>
                    <a:pt x="60187" y="4954"/>
                  </a:moveTo>
                  <a:lnTo>
                    <a:pt x="60187" y="5529"/>
                  </a:lnTo>
                  <a:lnTo>
                    <a:pt x="59126" y="5529"/>
                  </a:lnTo>
                  <a:lnTo>
                    <a:pt x="59126" y="4954"/>
                  </a:lnTo>
                  <a:close/>
                  <a:moveTo>
                    <a:pt x="61315" y="4954"/>
                  </a:moveTo>
                  <a:lnTo>
                    <a:pt x="61315" y="5529"/>
                  </a:lnTo>
                  <a:lnTo>
                    <a:pt x="60254" y="5529"/>
                  </a:lnTo>
                  <a:lnTo>
                    <a:pt x="60254" y="4954"/>
                  </a:lnTo>
                  <a:close/>
                  <a:moveTo>
                    <a:pt x="3241" y="5032"/>
                  </a:moveTo>
                  <a:lnTo>
                    <a:pt x="3981" y="5784"/>
                  </a:lnTo>
                  <a:lnTo>
                    <a:pt x="2699" y="5784"/>
                  </a:lnTo>
                  <a:cubicBezTo>
                    <a:pt x="2876" y="5529"/>
                    <a:pt x="3053" y="5286"/>
                    <a:pt x="3241" y="5032"/>
                  </a:cubicBezTo>
                  <a:close/>
                  <a:moveTo>
                    <a:pt x="4966" y="5021"/>
                  </a:moveTo>
                  <a:lnTo>
                    <a:pt x="4203" y="5784"/>
                  </a:lnTo>
                  <a:lnTo>
                    <a:pt x="3440" y="5021"/>
                  </a:lnTo>
                  <a:close/>
                  <a:moveTo>
                    <a:pt x="5076" y="5131"/>
                  </a:moveTo>
                  <a:lnTo>
                    <a:pt x="5729" y="5784"/>
                  </a:lnTo>
                  <a:lnTo>
                    <a:pt x="4424" y="5784"/>
                  </a:lnTo>
                  <a:lnTo>
                    <a:pt x="5076" y="5131"/>
                  </a:lnTo>
                  <a:close/>
                  <a:moveTo>
                    <a:pt x="6713" y="5032"/>
                  </a:moveTo>
                  <a:lnTo>
                    <a:pt x="5950" y="5784"/>
                  </a:lnTo>
                  <a:lnTo>
                    <a:pt x="5187" y="5032"/>
                  </a:lnTo>
                  <a:close/>
                  <a:moveTo>
                    <a:pt x="6823" y="5131"/>
                  </a:moveTo>
                  <a:lnTo>
                    <a:pt x="7487" y="5784"/>
                  </a:lnTo>
                  <a:lnTo>
                    <a:pt x="6171" y="5784"/>
                  </a:lnTo>
                  <a:lnTo>
                    <a:pt x="6823" y="5131"/>
                  </a:lnTo>
                  <a:close/>
                  <a:moveTo>
                    <a:pt x="8471" y="5032"/>
                  </a:moveTo>
                  <a:lnTo>
                    <a:pt x="7708" y="5784"/>
                  </a:lnTo>
                  <a:lnTo>
                    <a:pt x="6945" y="5032"/>
                  </a:lnTo>
                  <a:close/>
                  <a:moveTo>
                    <a:pt x="10340" y="5142"/>
                  </a:moveTo>
                  <a:lnTo>
                    <a:pt x="10992" y="5784"/>
                  </a:lnTo>
                  <a:lnTo>
                    <a:pt x="9687" y="5784"/>
                  </a:lnTo>
                  <a:lnTo>
                    <a:pt x="10340" y="5142"/>
                  </a:lnTo>
                  <a:close/>
                  <a:moveTo>
                    <a:pt x="11987" y="5032"/>
                  </a:moveTo>
                  <a:lnTo>
                    <a:pt x="11213" y="5784"/>
                  </a:lnTo>
                  <a:lnTo>
                    <a:pt x="10450" y="5032"/>
                  </a:lnTo>
                  <a:close/>
                  <a:moveTo>
                    <a:pt x="12087" y="5142"/>
                  </a:moveTo>
                  <a:lnTo>
                    <a:pt x="12739" y="5784"/>
                  </a:lnTo>
                  <a:lnTo>
                    <a:pt x="11434" y="5784"/>
                  </a:lnTo>
                  <a:lnTo>
                    <a:pt x="12087" y="5142"/>
                  </a:lnTo>
                  <a:close/>
                  <a:moveTo>
                    <a:pt x="15481" y="5032"/>
                  </a:moveTo>
                  <a:lnTo>
                    <a:pt x="14718" y="5784"/>
                  </a:lnTo>
                  <a:lnTo>
                    <a:pt x="13944" y="5032"/>
                  </a:lnTo>
                  <a:close/>
                  <a:moveTo>
                    <a:pt x="15581" y="5142"/>
                  </a:moveTo>
                  <a:lnTo>
                    <a:pt x="16233" y="5784"/>
                  </a:lnTo>
                  <a:lnTo>
                    <a:pt x="14928" y="5784"/>
                  </a:lnTo>
                  <a:lnTo>
                    <a:pt x="15581" y="5142"/>
                  </a:lnTo>
                  <a:close/>
                  <a:moveTo>
                    <a:pt x="17206" y="5032"/>
                  </a:moveTo>
                  <a:lnTo>
                    <a:pt x="16443" y="5784"/>
                  </a:lnTo>
                  <a:lnTo>
                    <a:pt x="15691" y="5032"/>
                  </a:lnTo>
                  <a:close/>
                  <a:moveTo>
                    <a:pt x="17317" y="5142"/>
                  </a:moveTo>
                  <a:lnTo>
                    <a:pt x="17969" y="5784"/>
                  </a:lnTo>
                  <a:lnTo>
                    <a:pt x="16665" y="5784"/>
                  </a:lnTo>
                  <a:lnTo>
                    <a:pt x="17317" y="5142"/>
                  </a:lnTo>
                  <a:close/>
                  <a:moveTo>
                    <a:pt x="18953" y="5032"/>
                  </a:moveTo>
                  <a:lnTo>
                    <a:pt x="18190" y="5784"/>
                  </a:lnTo>
                  <a:lnTo>
                    <a:pt x="17427" y="5032"/>
                  </a:lnTo>
                  <a:close/>
                  <a:moveTo>
                    <a:pt x="22459" y="5032"/>
                  </a:moveTo>
                  <a:lnTo>
                    <a:pt x="21696" y="5784"/>
                  </a:lnTo>
                  <a:lnTo>
                    <a:pt x="20933" y="5032"/>
                  </a:lnTo>
                  <a:close/>
                  <a:moveTo>
                    <a:pt x="22569" y="5142"/>
                  </a:moveTo>
                  <a:lnTo>
                    <a:pt x="23222" y="5784"/>
                  </a:lnTo>
                  <a:lnTo>
                    <a:pt x="21906" y="5784"/>
                  </a:lnTo>
                  <a:lnTo>
                    <a:pt x="22569" y="5142"/>
                  </a:lnTo>
                  <a:close/>
                  <a:moveTo>
                    <a:pt x="24206" y="5032"/>
                  </a:moveTo>
                  <a:lnTo>
                    <a:pt x="23443" y="5784"/>
                  </a:lnTo>
                  <a:lnTo>
                    <a:pt x="22680" y="5032"/>
                  </a:lnTo>
                  <a:close/>
                  <a:moveTo>
                    <a:pt x="24316" y="5131"/>
                  </a:moveTo>
                  <a:lnTo>
                    <a:pt x="24969" y="5784"/>
                  </a:lnTo>
                  <a:lnTo>
                    <a:pt x="23653" y="5784"/>
                  </a:lnTo>
                  <a:lnTo>
                    <a:pt x="24316" y="5131"/>
                  </a:lnTo>
                  <a:close/>
                  <a:moveTo>
                    <a:pt x="26063" y="5142"/>
                  </a:moveTo>
                  <a:lnTo>
                    <a:pt x="26716" y="5784"/>
                  </a:lnTo>
                  <a:lnTo>
                    <a:pt x="25411" y="5784"/>
                  </a:lnTo>
                  <a:lnTo>
                    <a:pt x="26063" y="5142"/>
                  </a:lnTo>
                  <a:close/>
                  <a:moveTo>
                    <a:pt x="27700" y="5032"/>
                  </a:moveTo>
                  <a:lnTo>
                    <a:pt x="26937" y="5784"/>
                  </a:lnTo>
                  <a:lnTo>
                    <a:pt x="26174" y="5032"/>
                  </a:lnTo>
                  <a:close/>
                  <a:moveTo>
                    <a:pt x="27811" y="5131"/>
                  </a:moveTo>
                  <a:lnTo>
                    <a:pt x="28463" y="5784"/>
                  </a:lnTo>
                  <a:lnTo>
                    <a:pt x="27158" y="5784"/>
                  </a:lnTo>
                  <a:lnTo>
                    <a:pt x="27811" y="5131"/>
                  </a:lnTo>
                  <a:close/>
                  <a:moveTo>
                    <a:pt x="29447" y="5032"/>
                  </a:moveTo>
                  <a:lnTo>
                    <a:pt x="28684" y="5784"/>
                  </a:lnTo>
                  <a:lnTo>
                    <a:pt x="27921" y="5032"/>
                  </a:lnTo>
                  <a:close/>
                  <a:moveTo>
                    <a:pt x="29668" y="5043"/>
                  </a:moveTo>
                  <a:cubicBezTo>
                    <a:pt x="29845" y="5286"/>
                    <a:pt x="30022" y="5529"/>
                    <a:pt x="30188" y="5784"/>
                  </a:cubicBezTo>
                  <a:lnTo>
                    <a:pt x="28905" y="5784"/>
                  </a:lnTo>
                  <a:lnTo>
                    <a:pt x="29668" y="5043"/>
                  </a:lnTo>
                  <a:close/>
                  <a:moveTo>
                    <a:pt x="8592" y="5142"/>
                  </a:moveTo>
                  <a:lnTo>
                    <a:pt x="9245" y="5795"/>
                  </a:lnTo>
                  <a:lnTo>
                    <a:pt x="7940" y="5795"/>
                  </a:lnTo>
                  <a:lnTo>
                    <a:pt x="8592" y="5142"/>
                  </a:lnTo>
                  <a:close/>
                  <a:moveTo>
                    <a:pt x="10229" y="5043"/>
                  </a:moveTo>
                  <a:lnTo>
                    <a:pt x="9466" y="5795"/>
                  </a:lnTo>
                  <a:lnTo>
                    <a:pt x="8703" y="5043"/>
                  </a:lnTo>
                  <a:close/>
                  <a:moveTo>
                    <a:pt x="13723" y="5032"/>
                  </a:moveTo>
                  <a:lnTo>
                    <a:pt x="12960" y="5795"/>
                  </a:lnTo>
                  <a:lnTo>
                    <a:pt x="12197" y="5032"/>
                  </a:lnTo>
                  <a:close/>
                  <a:moveTo>
                    <a:pt x="13834" y="5142"/>
                  </a:moveTo>
                  <a:lnTo>
                    <a:pt x="14497" y="5795"/>
                  </a:lnTo>
                  <a:lnTo>
                    <a:pt x="13181" y="5795"/>
                  </a:lnTo>
                  <a:lnTo>
                    <a:pt x="13834" y="5142"/>
                  </a:lnTo>
                  <a:close/>
                  <a:moveTo>
                    <a:pt x="19075" y="5142"/>
                  </a:moveTo>
                  <a:lnTo>
                    <a:pt x="19716" y="5795"/>
                  </a:lnTo>
                  <a:lnTo>
                    <a:pt x="18423" y="5795"/>
                  </a:lnTo>
                  <a:lnTo>
                    <a:pt x="19075" y="5142"/>
                  </a:lnTo>
                  <a:close/>
                  <a:moveTo>
                    <a:pt x="20701" y="5032"/>
                  </a:moveTo>
                  <a:lnTo>
                    <a:pt x="19938" y="5795"/>
                  </a:lnTo>
                  <a:lnTo>
                    <a:pt x="19175" y="5032"/>
                  </a:lnTo>
                  <a:close/>
                  <a:moveTo>
                    <a:pt x="20811" y="5142"/>
                  </a:moveTo>
                  <a:lnTo>
                    <a:pt x="21464" y="5795"/>
                  </a:lnTo>
                  <a:lnTo>
                    <a:pt x="20159" y="5795"/>
                  </a:lnTo>
                  <a:lnTo>
                    <a:pt x="20811" y="5142"/>
                  </a:lnTo>
                  <a:close/>
                  <a:moveTo>
                    <a:pt x="25953" y="5032"/>
                  </a:moveTo>
                  <a:lnTo>
                    <a:pt x="25190" y="5795"/>
                  </a:lnTo>
                  <a:lnTo>
                    <a:pt x="24427" y="5032"/>
                  </a:lnTo>
                  <a:close/>
                  <a:moveTo>
                    <a:pt x="33815" y="5563"/>
                  </a:moveTo>
                  <a:lnTo>
                    <a:pt x="33815" y="6270"/>
                  </a:lnTo>
                  <a:lnTo>
                    <a:pt x="33737" y="6270"/>
                  </a:lnTo>
                  <a:cubicBezTo>
                    <a:pt x="33594" y="6027"/>
                    <a:pt x="33439" y="5795"/>
                    <a:pt x="33284" y="5563"/>
                  </a:cubicBezTo>
                  <a:close/>
                  <a:moveTo>
                    <a:pt x="34943" y="5563"/>
                  </a:moveTo>
                  <a:lnTo>
                    <a:pt x="34943" y="6270"/>
                  </a:lnTo>
                  <a:lnTo>
                    <a:pt x="33881" y="6270"/>
                  </a:lnTo>
                  <a:lnTo>
                    <a:pt x="33881" y="5563"/>
                  </a:lnTo>
                  <a:close/>
                  <a:moveTo>
                    <a:pt x="35706" y="5563"/>
                  </a:moveTo>
                  <a:lnTo>
                    <a:pt x="35706" y="6270"/>
                  </a:lnTo>
                  <a:lnTo>
                    <a:pt x="35009" y="6270"/>
                  </a:lnTo>
                  <a:lnTo>
                    <a:pt x="35009" y="5563"/>
                  </a:lnTo>
                  <a:close/>
                  <a:moveTo>
                    <a:pt x="36822" y="5563"/>
                  </a:moveTo>
                  <a:lnTo>
                    <a:pt x="36822" y="6270"/>
                  </a:lnTo>
                  <a:lnTo>
                    <a:pt x="36148" y="6270"/>
                  </a:lnTo>
                  <a:lnTo>
                    <a:pt x="36148" y="5563"/>
                  </a:lnTo>
                  <a:close/>
                  <a:moveTo>
                    <a:pt x="37950" y="5574"/>
                  </a:moveTo>
                  <a:lnTo>
                    <a:pt x="37950" y="6270"/>
                  </a:lnTo>
                  <a:lnTo>
                    <a:pt x="36889" y="6270"/>
                  </a:lnTo>
                  <a:lnTo>
                    <a:pt x="36889" y="5574"/>
                  </a:lnTo>
                  <a:close/>
                  <a:moveTo>
                    <a:pt x="39089" y="5574"/>
                  </a:moveTo>
                  <a:lnTo>
                    <a:pt x="39089" y="6270"/>
                  </a:lnTo>
                  <a:lnTo>
                    <a:pt x="38028" y="6270"/>
                  </a:lnTo>
                  <a:lnTo>
                    <a:pt x="38028" y="5574"/>
                  </a:lnTo>
                  <a:close/>
                  <a:moveTo>
                    <a:pt x="40217" y="5574"/>
                  </a:moveTo>
                  <a:lnTo>
                    <a:pt x="40217" y="6270"/>
                  </a:lnTo>
                  <a:lnTo>
                    <a:pt x="39156" y="6270"/>
                  </a:lnTo>
                  <a:lnTo>
                    <a:pt x="39156" y="5574"/>
                  </a:lnTo>
                  <a:close/>
                  <a:moveTo>
                    <a:pt x="40969" y="5574"/>
                  </a:moveTo>
                  <a:lnTo>
                    <a:pt x="40969" y="6281"/>
                  </a:lnTo>
                  <a:lnTo>
                    <a:pt x="40295" y="6281"/>
                  </a:lnTo>
                  <a:lnTo>
                    <a:pt x="40295" y="5574"/>
                  </a:lnTo>
                  <a:close/>
                  <a:moveTo>
                    <a:pt x="42097" y="5574"/>
                  </a:moveTo>
                  <a:lnTo>
                    <a:pt x="42097" y="6281"/>
                  </a:lnTo>
                  <a:lnTo>
                    <a:pt x="41422" y="6281"/>
                  </a:lnTo>
                  <a:lnTo>
                    <a:pt x="41422" y="5574"/>
                  </a:lnTo>
                  <a:close/>
                  <a:moveTo>
                    <a:pt x="43225" y="5574"/>
                  </a:moveTo>
                  <a:lnTo>
                    <a:pt x="43225" y="6281"/>
                  </a:lnTo>
                  <a:lnTo>
                    <a:pt x="42163" y="6281"/>
                  </a:lnTo>
                  <a:lnTo>
                    <a:pt x="42163" y="5574"/>
                  </a:lnTo>
                  <a:close/>
                  <a:moveTo>
                    <a:pt x="44364" y="5574"/>
                  </a:moveTo>
                  <a:lnTo>
                    <a:pt x="44364" y="6281"/>
                  </a:lnTo>
                  <a:lnTo>
                    <a:pt x="43302" y="6281"/>
                  </a:lnTo>
                  <a:lnTo>
                    <a:pt x="43302" y="5574"/>
                  </a:lnTo>
                  <a:close/>
                  <a:moveTo>
                    <a:pt x="45492" y="5574"/>
                  </a:moveTo>
                  <a:lnTo>
                    <a:pt x="45492" y="6281"/>
                  </a:lnTo>
                  <a:lnTo>
                    <a:pt x="44430" y="6281"/>
                  </a:lnTo>
                  <a:lnTo>
                    <a:pt x="44430" y="5574"/>
                  </a:lnTo>
                  <a:close/>
                  <a:moveTo>
                    <a:pt x="46244" y="5585"/>
                  </a:moveTo>
                  <a:lnTo>
                    <a:pt x="46244" y="6281"/>
                  </a:lnTo>
                  <a:lnTo>
                    <a:pt x="45558" y="6281"/>
                  </a:lnTo>
                  <a:lnTo>
                    <a:pt x="45558" y="5585"/>
                  </a:lnTo>
                  <a:close/>
                  <a:moveTo>
                    <a:pt x="47371" y="5585"/>
                  </a:moveTo>
                  <a:lnTo>
                    <a:pt x="47371" y="6281"/>
                  </a:lnTo>
                  <a:lnTo>
                    <a:pt x="46697" y="6281"/>
                  </a:lnTo>
                  <a:lnTo>
                    <a:pt x="46697" y="5585"/>
                  </a:lnTo>
                  <a:close/>
                  <a:moveTo>
                    <a:pt x="48510" y="5585"/>
                  </a:moveTo>
                  <a:lnTo>
                    <a:pt x="48499" y="6281"/>
                  </a:lnTo>
                  <a:lnTo>
                    <a:pt x="47449" y="6281"/>
                  </a:lnTo>
                  <a:lnTo>
                    <a:pt x="47449" y="5585"/>
                  </a:lnTo>
                  <a:close/>
                  <a:moveTo>
                    <a:pt x="49638" y="5585"/>
                  </a:moveTo>
                  <a:lnTo>
                    <a:pt x="49638" y="6292"/>
                  </a:lnTo>
                  <a:lnTo>
                    <a:pt x="48577" y="6292"/>
                  </a:lnTo>
                  <a:lnTo>
                    <a:pt x="48577" y="5585"/>
                  </a:lnTo>
                  <a:close/>
                  <a:moveTo>
                    <a:pt x="50766" y="5585"/>
                  </a:moveTo>
                  <a:lnTo>
                    <a:pt x="50766" y="6292"/>
                  </a:lnTo>
                  <a:lnTo>
                    <a:pt x="49705" y="6292"/>
                  </a:lnTo>
                  <a:lnTo>
                    <a:pt x="49705" y="5585"/>
                  </a:lnTo>
                  <a:close/>
                  <a:moveTo>
                    <a:pt x="51518" y="5585"/>
                  </a:moveTo>
                  <a:lnTo>
                    <a:pt x="51518" y="6292"/>
                  </a:lnTo>
                  <a:lnTo>
                    <a:pt x="50832" y="6292"/>
                  </a:lnTo>
                  <a:lnTo>
                    <a:pt x="50832" y="5585"/>
                  </a:lnTo>
                  <a:close/>
                  <a:moveTo>
                    <a:pt x="52646" y="5585"/>
                  </a:moveTo>
                  <a:lnTo>
                    <a:pt x="52646" y="6292"/>
                  </a:lnTo>
                  <a:lnTo>
                    <a:pt x="51971" y="6292"/>
                  </a:lnTo>
                  <a:lnTo>
                    <a:pt x="51971" y="5585"/>
                  </a:lnTo>
                  <a:close/>
                  <a:moveTo>
                    <a:pt x="53774" y="5585"/>
                  </a:moveTo>
                  <a:lnTo>
                    <a:pt x="53774" y="6292"/>
                  </a:lnTo>
                  <a:lnTo>
                    <a:pt x="52712" y="6292"/>
                  </a:lnTo>
                  <a:lnTo>
                    <a:pt x="52712" y="5585"/>
                  </a:lnTo>
                  <a:close/>
                  <a:moveTo>
                    <a:pt x="54913" y="5596"/>
                  </a:moveTo>
                  <a:lnTo>
                    <a:pt x="54913" y="6292"/>
                  </a:lnTo>
                  <a:lnTo>
                    <a:pt x="53851" y="6292"/>
                  </a:lnTo>
                  <a:lnTo>
                    <a:pt x="53851" y="5596"/>
                  </a:lnTo>
                  <a:close/>
                  <a:moveTo>
                    <a:pt x="56041" y="5596"/>
                  </a:moveTo>
                  <a:lnTo>
                    <a:pt x="56041" y="6292"/>
                  </a:lnTo>
                  <a:lnTo>
                    <a:pt x="54979" y="6292"/>
                  </a:lnTo>
                  <a:lnTo>
                    <a:pt x="54979" y="5596"/>
                  </a:lnTo>
                  <a:close/>
                  <a:moveTo>
                    <a:pt x="56792" y="5596"/>
                  </a:moveTo>
                  <a:lnTo>
                    <a:pt x="56792" y="6292"/>
                  </a:lnTo>
                  <a:lnTo>
                    <a:pt x="56107" y="6292"/>
                  </a:lnTo>
                  <a:lnTo>
                    <a:pt x="56107" y="5596"/>
                  </a:lnTo>
                  <a:close/>
                  <a:moveTo>
                    <a:pt x="57920" y="5596"/>
                  </a:moveTo>
                  <a:lnTo>
                    <a:pt x="57920" y="6303"/>
                  </a:lnTo>
                  <a:lnTo>
                    <a:pt x="57246" y="6303"/>
                  </a:lnTo>
                  <a:lnTo>
                    <a:pt x="57246" y="5596"/>
                  </a:lnTo>
                  <a:close/>
                  <a:moveTo>
                    <a:pt x="59059" y="5596"/>
                  </a:moveTo>
                  <a:lnTo>
                    <a:pt x="59048" y="6303"/>
                  </a:lnTo>
                  <a:lnTo>
                    <a:pt x="57987" y="6303"/>
                  </a:lnTo>
                  <a:lnTo>
                    <a:pt x="57987" y="5596"/>
                  </a:lnTo>
                  <a:close/>
                  <a:moveTo>
                    <a:pt x="60187" y="5596"/>
                  </a:moveTo>
                  <a:lnTo>
                    <a:pt x="60187" y="6303"/>
                  </a:lnTo>
                  <a:lnTo>
                    <a:pt x="59126" y="6303"/>
                  </a:lnTo>
                  <a:lnTo>
                    <a:pt x="59126" y="5596"/>
                  </a:lnTo>
                  <a:close/>
                  <a:moveTo>
                    <a:pt x="61315" y="5596"/>
                  </a:moveTo>
                  <a:lnTo>
                    <a:pt x="61315" y="6303"/>
                  </a:lnTo>
                  <a:lnTo>
                    <a:pt x="60254" y="6303"/>
                  </a:lnTo>
                  <a:lnTo>
                    <a:pt x="60254" y="5596"/>
                  </a:lnTo>
                  <a:close/>
                  <a:moveTo>
                    <a:pt x="33815" y="6337"/>
                  </a:moveTo>
                  <a:lnTo>
                    <a:pt x="33815" y="6392"/>
                  </a:lnTo>
                  <a:cubicBezTo>
                    <a:pt x="33804" y="6370"/>
                    <a:pt x="33793" y="6359"/>
                    <a:pt x="33782" y="6337"/>
                  </a:cubicBezTo>
                  <a:close/>
                  <a:moveTo>
                    <a:pt x="30741" y="6724"/>
                  </a:moveTo>
                  <a:lnTo>
                    <a:pt x="30818" y="6856"/>
                  </a:lnTo>
                  <a:lnTo>
                    <a:pt x="2080" y="6856"/>
                  </a:lnTo>
                  <a:lnTo>
                    <a:pt x="2146" y="6724"/>
                  </a:lnTo>
                  <a:close/>
                  <a:moveTo>
                    <a:pt x="34943" y="6337"/>
                  </a:moveTo>
                  <a:lnTo>
                    <a:pt x="34943" y="6956"/>
                  </a:lnTo>
                  <a:lnTo>
                    <a:pt x="34136" y="6956"/>
                  </a:lnTo>
                  <a:cubicBezTo>
                    <a:pt x="34058" y="6812"/>
                    <a:pt x="33970" y="6657"/>
                    <a:pt x="33881" y="6513"/>
                  </a:cubicBezTo>
                  <a:lnTo>
                    <a:pt x="33881" y="6337"/>
                  </a:lnTo>
                  <a:close/>
                  <a:moveTo>
                    <a:pt x="35706" y="6337"/>
                  </a:moveTo>
                  <a:lnTo>
                    <a:pt x="35706" y="6956"/>
                  </a:lnTo>
                  <a:lnTo>
                    <a:pt x="35009" y="6956"/>
                  </a:lnTo>
                  <a:lnTo>
                    <a:pt x="35009" y="6337"/>
                  </a:lnTo>
                  <a:close/>
                  <a:moveTo>
                    <a:pt x="32024" y="4921"/>
                  </a:moveTo>
                  <a:cubicBezTo>
                    <a:pt x="32510" y="5563"/>
                    <a:pt x="32941" y="6248"/>
                    <a:pt x="33317" y="6956"/>
                  </a:cubicBezTo>
                  <a:lnTo>
                    <a:pt x="33317" y="6967"/>
                  </a:lnTo>
                  <a:lnTo>
                    <a:pt x="32499" y="6967"/>
                  </a:lnTo>
                  <a:cubicBezTo>
                    <a:pt x="32112" y="6248"/>
                    <a:pt x="31681" y="5563"/>
                    <a:pt x="31194" y="4921"/>
                  </a:cubicBezTo>
                  <a:close/>
                  <a:moveTo>
                    <a:pt x="36822" y="6337"/>
                  </a:moveTo>
                  <a:lnTo>
                    <a:pt x="36822" y="6967"/>
                  </a:lnTo>
                  <a:lnTo>
                    <a:pt x="36148" y="6967"/>
                  </a:lnTo>
                  <a:lnTo>
                    <a:pt x="36148" y="6337"/>
                  </a:lnTo>
                  <a:close/>
                  <a:moveTo>
                    <a:pt x="37950" y="6337"/>
                  </a:moveTo>
                  <a:lnTo>
                    <a:pt x="37950" y="6967"/>
                  </a:lnTo>
                  <a:lnTo>
                    <a:pt x="36889" y="6967"/>
                  </a:lnTo>
                  <a:lnTo>
                    <a:pt x="36889" y="6337"/>
                  </a:lnTo>
                  <a:close/>
                  <a:moveTo>
                    <a:pt x="39089" y="6337"/>
                  </a:moveTo>
                  <a:lnTo>
                    <a:pt x="39089" y="6967"/>
                  </a:lnTo>
                  <a:lnTo>
                    <a:pt x="38028" y="6967"/>
                  </a:lnTo>
                  <a:lnTo>
                    <a:pt x="38028" y="6337"/>
                  </a:lnTo>
                  <a:close/>
                  <a:moveTo>
                    <a:pt x="40217" y="6348"/>
                  </a:moveTo>
                  <a:lnTo>
                    <a:pt x="40217" y="6967"/>
                  </a:lnTo>
                  <a:lnTo>
                    <a:pt x="39156" y="6967"/>
                  </a:lnTo>
                  <a:lnTo>
                    <a:pt x="39156" y="6348"/>
                  </a:lnTo>
                  <a:close/>
                  <a:moveTo>
                    <a:pt x="40969" y="6348"/>
                  </a:moveTo>
                  <a:lnTo>
                    <a:pt x="40969" y="6967"/>
                  </a:lnTo>
                  <a:lnTo>
                    <a:pt x="40295" y="6967"/>
                  </a:lnTo>
                  <a:lnTo>
                    <a:pt x="40295" y="6348"/>
                  </a:lnTo>
                  <a:close/>
                  <a:moveTo>
                    <a:pt x="42097" y="6348"/>
                  </a:moveTo>
                  <a:lnTo>
                    <a:pt x="42097" y="6967"/>
                  </a:lnTo>
                  <a:lnTo>
                    <a:pt x="41422" y="6967"/>
                  </a:lnTo>
                  <a:lnTo>
                    <a:pt x="41422" y="6348"/>
                  </a:lnTo>
                  <a:close/>
                  <a:moveTo>
                    <a:pt x="43225" y="6348"/>
                  </a:moveTo>
                  <a:lnTo>
                    <a:pt x="43225" y="6967"/>
                  </a:lnTo>
                  <a:lnTo>
                    <a:pt x="42163" y="6967"/>
                  </a:lnTo>
                  <a:lnTo>
                    <a:pt x="42163" y="6348"/>
                  </a:lnTo>
                  <a:close/>
                  <a:moveTo>
                    <a:pt x="44364" y="6348"/>
                  </a:moveTo>
                  <a:lnTo>
                    <a:pt x="44364" y="6967"/>
                  </a:lnTo>
                  <a:lnTo>
                    <a:pt x="43302" y="6967"/>
                  </a:lnTo>
                  <a:lnTo>
                    <a:pt x="43302" y="6348"/>
                  </a:lnTo>
                  <a:close/>
                  <a:moveTo>
                    <a:pt x="45492" y="6348"/>
                  </a:moveTo>
                  <a:lnTo>
                    <a:pt x="45492" y="6978"/>
                  </a:lnTo>
                  <a:lnTo>
                    <a:pt x="44430" y="6978"/>
                  </a:lnTo>
                  <a:lnTo>
                    <a:pt x="44430" y="6348"/>
                  </a:lnTo>
                  <a:close/>
                  <a:moveTo>
                    <a:pt x="46244" y="6348"/>
                  </a:moveTo>
                  <a:lnTo>
                    <a:pt x="46244" y="6978"/>
                  </a:lnTo>
                  <a:lnTo>
                    <a:pt x="45558" y="6978"/>
                  </a:lnTo>
                  <a:lnTo>
                    <a:pt x="45558" y="6348"/>
                  </a:lnTo>
                  <a:close/>
                  <a:moveTo>
                    <a:pt x="47371" y="6348"/>
                  </a:moveTo>
                  <a:lnTo>
                    <a:pt x="47371" y="6978"/>
                  </a:lnTo>
                  <a:lnTo>
                    <a:pt x="46697" y="6978"/>
                  </a:lnTo>
                  <a:lnTo>
                    <a:pt x="46697" y="6348"/>
                  </a:lnTo>
                  <a:close/>
                  <a:moveTo>
                    <a:pt x="48510" y="6359"/>
                  </a:moveTo>
                  <a:lnTo>
                    <a:pt x="48499" y="6978"/>
                  </a:lnTo>
                  <a:lnTo>
                    <a:pt x="47449" y="6978"/>
                  </a:lnTo>
                  <a:lnTo>
                    <a:pt x="47449" y="6359"/>
                  </a:lnTo>
                  <a:close/>
                  <a:moveTo>
                    <a:pt x="49638" y="6359"/>
                  </a:moveTo>
                  <a:lnTo>
                    <a:pt x="49638" y="6978"/>
                  </a:lnTo>
                  <a:lnTo>
                    <a:pt x="48577" y="6978"/>
                  </a:lnTo>
                  <a:lnTo>
                    <a:pt x="48577" y="6359"/>
                  </a:lnTo>
                  <a:close/>
                  <a:moveTo>
                    <a:pt x="50766" y="6359"/>
                  </a:moveTo>
                  <a:lnTo>
                    <a:pt x="50766" y="6978"/>
                  </a:lnTo>
                  <a:lnTo>
                    <a:pt x="49705" y="6978"/>
                  </a:lnTo>
                  <a:lnTo>
                    <a:pt x="49705" y="6359"/>
                  </a:lnTo>
                  <a:close/>
                  <a:moveTo>
                    <a:pt x="51518" y="6359"/>
                  </a:moveTo>
                  <a:lnTo>
                    <a:pt x="51518" y="6978"/>
                  </a:lnTo>
                  <a:lnTo>
                    <a:pt x="50832" y="6978"/>
                  </a:lnTo>
                  <a:lnTo>
                    <a:pt x="50832" y="6359"/>
                  </a:lnTo>
                  <a:close/>
                  <a:moveTo>
                    <a:pt x="52646" y="6359"/>
                  </a:moveTo>
                  <a:lnTo>
                    <a:pt x="52646" y="6978"/>
                  </a:lnTo>
                  <a:lnTo>
                    <a:pt x="51971" y="6978"/>
                  </a:lnTo>
                  <a:lnTo>
                    <a:pt x="51971" y="6359"/>
                  </a:lnTo>
                  <a:close/>
                  <a:moveTo>
                    <a:pt x="53774" y="6359"/>
                  </a:moveTo>
                  <a:lnTo>
                    <a:pt x="53774" y="6989"/>
                  </a:lnTo>
                  <a:lnTo>
                    <a:pt x="52712" y="6989"/>
                  </a:lnTo>
                  <a:lnTo>
                    <a:pt x="52712" y="6359"/>
                  </a:lnTo>
                  <a:close/>
                  <a:moveTo>
                    <a:pt x="54913" y="6359"/>
                  </a:moveTo>
                  <a:lnTo>
                    <a:pt x="54913" y="6989"/>
                  </a:lnTo>
                  <a:lnTo>
                    <a:pt x="53851" y="6989"/>
                  </a:lnTo>
                  <a:lnTo>
                    <a:pt x="53851" y="6359"/>
                  </a:lnTo>
                  <a:close/>
                  <a:moveTo>
                    <a:pt x="56041" y="6359"/>
                  </a:moveTo>
                  <a:lnTo>
                    <a:pt x="56041" y="6989"/>
                  </a:lnTo>
                  <a:lnTo>
                    <a:pt x="54979" y="6989"/>
                  </a:lnTo>
                  <a:lnTo>
                    <a:pt x="54979" y="6359"/>
                  </a:lnTo>
                  <a:close/>
                  <a:moveTo>
                    <a:pt x="56792" y="6370"/>
                  </a:moveTo>
                  <a:lnTo>
                    <a:pt x="56792" y="6989"/>
                  </a:lnTo>
                  <a:lnTo>
                    <a:pt x="56107" y="6989"/>
                  </a:lnTo>
                  <a:lnTo>
                    <a:pt x="56107" y="6370"/>
                  </a:lnTo>
                  <a:close/>
                  <a:moveTo>
                    <a:pt x="57920" y="6370"/>
                  </a:moveTo>
                  <a:lnTo>
                    <a:pt x="57920" y="6989"/>
                  </a:lnTo>
                  <a:lnTo>
                    <a:pt x="57246" y="6989"/>
                  </a:lnTo>
                  <a:lnTo>
                    <a:pt x="57246" y="6370"/>
                  </a:lnTo>
                  <a:close/>
                  <a:moveTo>
                    <a:pt x="59059" y="6370"/>
                  </a:moveTo>
                  <a:lnTo>
                    <a:pt x="59048" y="6989"/>
                  </a:lnTo>
                  <a:lnTo>
                    <a:pt x="57987" y="6989"/>
                  </a:lnTo>
                  <a:lnTo>
                    <a:pt x="57987" y="6370"/>
                  </a:lnTo>
                  <a:close/>
                  <a:moveTo>
                    <a:pt x="60187" y="6370"/>
                  </a:moveTo>
                  <a:lnTo>
                    <a:pt x="60187" y="6989"/>
                  </a:lnTo>
                  <a:lnTo>
                    <a:pt x="59126" y="6989"/>
                  </a:lnTo>
                  <a:lnTo>
                    <a:pt x="59126" y="6370"/>
                  </a:lnTo>
                  <a:close/>
                  <a:moveTo>
                    <a:pt x="61315" y="6370"/>
                  </a:moveTo>
                  <a:lnTo>
                    <a:pt x="61315" y="6989"/>
                  </a:lnTo>
                  <a:lnTo>
                    <a:pt x="60254" y="6989"/>
                  </a:lnTo>
                  <a:lnTo>
                    <a:pt x="60254" y="6370"/>
                  </a:lnTo>
                  <a:close/>
                  <a:moveTo>
                    <a:pt x="7708" y="1"/>
                  </a:moveTo>
                  <a:cubicBezTo>
                    <a:pt x="4645" y="1515"/>
                    <a:pt x="2135" y="3948"/>
                    <a:pt x="509" y="6967"/>
                  </a:cubicBezTo>
                  <a:cubicBezTo>
                    <a:pt x="332" y="7310"/>
                    <a:pt x="156" y="7652"/>
                    <a:pt x="1" y="8006"/>
                  </a:cubicBezTo>
                  <a:lnTo>
                    <a:pt x="1" y="18433"/>
                  </a:lnTo>
                  <a:lnTo>
                    <a:pt x="78" y="18433"/>
                  </a:lnTo>
                  <a:lnTo>
                    <a:pt x="78" y="14685"/>
                  </a:lnTo>
                  <a:cubicBezTo>
                    <a:pt x="78" y="11987"/>
                    <a:pt x="742" y="9333"/>
                    <a:pt x="2013" y="6967"/>
                  </a:cubicBezTo>
                  <a:lnTo>
                    <a:pt x="30885" y="6967"/>
                  </a:lnTo>
                  <a:cubicBezTo>
                    <a:pt x="32156" y="9333"/>
                    <a:pt x="32820" y="11987"/>
                    <a:pt x="32820" y="14685"/>
                  </a:cubicBezTo>
                  <a:lnTo>
                    <a:pt x="32820" y="18433"/>
                  </a:lnTo>
                  <a:lnTo>
                    <a:pt x="34423" y="18433"/>
                  </a:lnTo>
                  <a:lnTo>
                    <a:pt x="34423" y="14685"/>
                  </a:lnTo>
                  <a:cubicBezTo>
                    <a:pt x="34423" y="12706"/>
                    <a:pt x="34069" y="10749"/>
                    <a:pt x="33373" y="8891"/>
                  </a:cubicBezTo>
                  <a:lnTo>
                    <a:pt x="34191" y="8891"/>
                  </a:lnTo>
                  <a:cubicBezTo>
                    <a:pt x="34887" y="10749"/>
                    <a:pt x="35241" y="12706"/>
                    <a:pt x="35241" y="14685"/>
                  </a:cubicBezTo>
                  <a:lnTo>
                    <a:pt x="35241" y="18433"/>
                  </a:lnTo>
                  <a:lnTo>
                    <a:pt x="62200" y="18433"/>
                  </a:lnTo>
                  <a:lnTo>
                    <a:pt x="62200" y="6956"/>
                  </a:lnTo>
                  <a:lnTo>
                    <a:pt x="61381" y="6956"/>
                  </a:lnTo>
                  <a:lnTo>
                    <a:pt x="61381" y="6337"/>
                  </a:lnTo>
                  <a:lnTo>
                    <a:pt x="62200" y="6337"/>
                  </a:lnTo>
                  <a:lnTo>
                    <a:pt x="62200" y="6270"/>
                  </a:lnTo>
                  <a:lnTo>
                    <a:pt x="61381" y="6270"/>
                  </a:lnTo>
                  <a:lnTo>
                    <a:pt x="61381" y="5563"/>
                  </a:lnTo>
                  <a:lnTo>
                    <a:pt x="62200" y="5563"/>
                  </a:lnTo>
                  <a:lnTo>
                    <a:pt x="62200" y="5496"/>
                  </a:lnTo>
                  <a:lnTo>
                    <a:pt x="61381" y="5496"/>
                  </a:lnTo>
                  <a:lnTo>
                    <a:pt x="61381" y="4921"/>
                  </a:lnTo>
                  <a:lnTo>
                    <a:pt x="62200" y="4921"/>
                  </a:lnTo>
                  <a:lnTo>
                    <a:pt x="62200" y="4468"/>
                  </a:lnTo>
                  <a:lnTo>
                    <a:pt x="61381" y="4468"/>
                  </a:lnTo>
                  <a:lnTo>
                    <a:pt x="61381" y="3882"/>
                  </a:lnTo>
                  <a:lnTo>
                    <a:pt x="62200" y="3882"/>
                  </a:lnTo>
                  <a:lnTo>
                    <a:pt x="62200" y="3815"/>
                  </a:lnTo>
                  <a:lnTo>
                    <a:pt x="61381" y="3815"/>
                  </a:lnTo>
                  <a:lnTo>
                    <a:pt x="61381" y="3163"/>
                  </a:lnTo>
                  <a:lnTo>
                    <a:pt x="62200" y="3163"/>
                  </a:lnTo>
                  <a:lnTo>
                    <a:pt x="62200" y="3086"/>
                  </a:lnTo>
                  <a:lnTo>
                    <a:pt x="61381" y="3086"/>
                  </a:lnTo>
                  <a:lnTo>
                    <a:pt x="61381" y="2599"/>
                  </a:lnTo>
                  <a:lnTo>
                    <a:pt x="62200" y="2610"/>
                  </a:lnTo>
                  <a:lnTo>
                    <a:pt x="62200" y="1"/>
                  </a:lnTo>
                  <a:lnTo>
                    <a:pt x="26108" y="1"/>
                  </a:lnTo>
                  <a:cubicBezTo>
                    <a:pt x="27490" y="686"/>
                    <a:pt x="28773" y="1560"/>
                    <a:pt x="29912" y="2599"/>
                  </a:cubicBezTo>
                  <a:cubicBezTo>
                    <a:pt x="30542" y="3174"/>
                    <a:pt x="31128" y="3804"/>
                    <a:pt x="31659" y="4468"/>
                  </a:cubicBezTo>
                  <a:lnTo>
                    <a:pt x="30829" y="4468"/>
                  </a:lnTo>
                  <a:cubicBezTo>
                    <a:pt x="29325" y="2588"/>
                    <a:pt x="27435" y="1062"/>
                    <a:pt x="25278" y="1"/>
                  </a:cubicBezTo>
                  <a:lnTo>
                    <a:pt x="23675" y="1"/>
                  </a:lnTo>
                  <a:lnTo>
                    <a:pt x="23675" y="553"/>
                  </a:lnTo>
                  <a:lnTo>
                    <a:pt x="22614" y="553"/>
                  </a:lnTo>
                  <a:lnTo>
                    <a:pt x="22614" y="1"/>
                  </a:lnTo>
                  <a:lnTo>
                    <a:pt x="22536" y="1"/>
                  </a:lnTo>
                  <a:lnTo>
                    <a:pt x="22536" y="553"/>
                  </a:lnTo>
                  <a:lnTo>
                    <a:pt x="20911" y="553"/>
                  </a:lnTo>
                  <a:lnTo>
                    <a:pt x="20911" y="1"/>
                  </a:lnTo>
                  <a:lnTo>
                    <a:pt x="20833" y="1"/>
                  </a:lnTo>
                  <a:lnTo>
                    <a:pt x="20833" y="553"/>
                  </a:lnTo>
                  <a:lnTo>
                    <a:pt x="19772" y="553"/>
                  </a:lnTo>
                  <a:lnTo>
                    <a:pt x="19772" y="1"/>
                  </a:lnTo>
                  <a:lnTo>
                    <a:pt x="19705" y="1"/>
                  </a:lnTo>
                  <a:lnTo>
                    <a:pt x="19705" y="553"/>
                  </a:lnTo>
                  <a:lnTo>
                    <a:pt x="18644" y="553"/>
                  </a:lnTo>
                  <a:lnTo>
                    <a:pt x="18644" y="1"/>
                  </a:lnTo>
                  <a:lnTo>
                    <a:pt x="18566" y="1"/>
                  </a:lnTo>
                  <a:lnTo>
                    <a:pt x="18566" y="553"/>
                  </a:lnTo>
                  <a:lnTo>
                    <a:pt x="17505" y="553"/>
                  </a:lnTo>
                  <a:lnTo>
                    <a:pt x="17505" y="1"/>
                  </a:lnTo>
                  <a:lnTo>
                    <a:pt x="17450" y="1"/>
                  </a:lnTo>
                  <a:lnTo>
                    <a:pt x="17450" y="553"/>
                  </a:lnTo>
                  <a:lnTo>
                    <a:pt x="16676" y="553"/>
                  </a:lnTo>
                  <a:lnTo>
                    <a:pt x="16665" y="1"/>
                  </a:lnTo>
                  <a:lnTo>
                    <a:pt x="16222" y="1"/>
                  </a:lnTo>
                  <a:lnTo>
                    <a:pt x="16222" y="553"/>
                  </a:lnTo>
                  <a:lnTo>
                    <a:pt x="15537" y="553"/>
                  </a:lnTo>
                  <a:lnTo>
                    <a:pt x="15537" y="1"/>
                  </a:lnTo>
                  <a:lnTo>
                    <a:pt x="15470" y="1"/>
                  </a:lnTo>
                  <a:lnTo>
                    <a:pt x="15470" y="553"/>
                  </a:lnTo>
                  <a:lnTo>
                    <a:pt x="14409" y="553"/>
                  </a:lnTo>
                  <a:lnTo>
                    <a:pt x="14409" y="1"/>
                  </a:lnTo>
                  <a:lnTo>
                    <a:pt x="14342" y="1"/>
                  </a:lnTo>
                  <a:lnTo>
                    <a:pt x="14342" y="553"/>
                  </a:lnTo>
                  <a:lnTo>
                    <a:pt x="13281" y="553"/>
                  </a:lnTo>
                  <a:lnTo>
                    <a:pt x="13281" y="1"/>
                  </a:lnTo>
                  <a:lnTo>
                    <a:pt x="13204" y="1"/>
                  </a:lnTo>
                  <a:lnTo>
                    <a:pt x="13204" y="553"/>
                  </a:lnTo>
                  <a:lnTo>
                    <a:pt x="12142" y="553"/>
                  </a:lnTo>
                  <a:lnTo>
                    <a:pt x="12142" y="1"/>
                  </a:lnTo>
                  <a:lnTo>
                    <a:pt x="12076" y="1"/>
                  </a:lnTo>
                  <a:lnTo>
                    <a:pt x="12076" y="553"/>
                  </a:lnTo>
                  <a:lnTo>
                    <a:pt x="11401" y="553"/>
                  </a:lnTo>
                  <a:lnTo>
                    <a:pt x="11401" y="1"/>
                  </a:lnTo>
                  <a:lnTo>
                    <a:pt x="10959" y="1"/>
                  </a:lnTo>
                  <a:lnTo>
                    <a:pt x="10959" y="553"/>
                  </a:lnTo>
                  <a:lnTo>
                    <a:pt x="10329" y="553"/>
                  </a:lnTo>
                  <a:lnTo>
                    <a:pt x="103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1"/>
            <p:cNvSpPr/>
            <p:nvPr/>
          </p:nvSpPr>
          <p:spPr>
            <a:xfrm>
              <a:off x="-50" y="2"/>
              <a:ext cx="1019367" cy="1230737"/>
            </a:xfrm>
            <a:custGeom>
              <a:avLst/>
              <a:gdLst/>
              <a:ahLst/>
              <a:cxnLst/>
              <a:rect l="l" t="t" r="r" b="b"/>
              <a:pathLst>
                <a:path w="6934" h="6492" extrusionOk="0">
                  <a:moveTo>
                    <a:pt x="1" y="1"/>
                  </a:moveTo>
                  <a:lnTo>
                    <a:pt x="1" y="6491"/>
                  </a:lnTo>
                  <a:cubicBezTo>
                    <a:pt x="1615" y="3694"/>
                    <a:pt x="4026" y="1438"/>
                    <a:pt x="69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8" name="Google Shape;428;p21"/>
          <p:cNvSpPr/>
          <p:nvPr/>
        </p:nvSpPr>
        <p:spPr>
          <a:xfrm>
            <a:off x="-50" y="3494675"/>
            <a:ext cx="9286800" cy="2682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9" name="Google Shape;429;p21"/>
          <p:cNvGrpSpPr/>
          <p:nvPr/>
        </p:nvGrpSpPr>
        <p:grpSpPr>
          <a:xfrm>
            <a:off x="137440" y="2598652"/>
            <a:ext cx="1151549" cy="2060253"/>
            <a:chOff x="-3882175" y="2494675"/>
            <a:chExt cx="1407074" cy="2517416"/>
          </a:xfrm>
        </p:grpSpPr>
        <p:sp>
          <p:nvSpPr>
            <p:cNvPr id="430" name="Google Shape;430;p21"/>
            <p:cNvSpPr/>
            <p:nvPr/>
          </p:nvSpPr>
          <p:spPr>
            <a:xfrm>
              <a:off x="-3197920" y="4233031"/>
              <a:ext cx="115694" cy="779059"/>
            </a:xfrm>
            <a:custGeom>
              <a:avLst/>
              <a:gdLst/>
              <a:ahLst/>
              <a:cxnLst/>
              <a:rect l="l" t="t" r="r" b="b"/>
              <a:pathLst>
                <a:path w="432" h="2909" extrusionOk="0">
                  <a:moveTo>
                    <a:pt x="431" y="2908"/>
                  </a:moveTo>
                  <a:lnTo>
                    <a:pt x="0" y="2908"/>
                  </a:lnTo>
                  <a:lnTo>
                    <a:pt x="78" y="0"/>
                  </a:lnTo>
                  <a:lnTo>
                    <a:pt x="3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21"/>
            <p:cNvSpPr/>
            <p:nvPr/>
          </p:nvSpPr>
          <p:spPr>
            <a:xfrm>
              <a:off x="-3129896" y="4233031"/>
              <a:ext cx="56508" cy="779059"/>
            </a:xfrm>
            <a:custGeom>
              <a:avLst/>
              <a:gdLst/>
              <a:ahLst/>
              <a:cxnLst/>
              <a:rect l="l" t="t" r="r" b="b"/>
              <a:pathLst>
                <a:path w="211" h="2909" extrusionOk="0">
                  <a:moveTo>
                    <a:pt x="211" y="2908"/>
                  </a:moveTo>
                  <a:lnTo>
                    <a:pt x="1" y="2908"/>
                  </a:lnTo>
                  <a:lnTo>
                    <a:pt x="1" y="0"/>
                  </a:lnTo>
                  <a:lnTo>
                    <a:pt x="1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1"/>
            <p:cNvSpPr/>
            <p:nvPr/>
          </p:nvSpPr>
          <p:spPr>
            <a:xfrm>
              <a:off x="-3103115" y="4194467"/>
              <a:ext cx="189609" cy="364489"/>
            </a:xfrm>
            <a:custGeom>
              <a:avLst/>
              <a:gdLst/>
              <a:ahLst/>
              <a:cxnLst/>
              <a:rect l="l" t="t" r="r" b="b"/>
              <a:pathLst>
                <a:path w="708" h="1361" extrusionOk="0">
                  <a:moveTo>
                    <a:pt x="22" y="1360"/>
                  </a:moveTo>
                  <a:lnTo>
                    <a:pt x="0" y="1294"/>
                  </a:lnTo>
                  <a:cubicBezTo>
                    <a:pt x="464" y="1062"/>
                    <a:pt x="630" y="476"/>
                    <a:pt x="354" y="45"/>
                  </a:cubicBezTo>
                  <a:lnTo>
                    <a:pt x="409" y="0"/>
                  </a:lnTo>
                  <a:cubicBezTo>
                    <a:pt x="708" y="476"/>
                    <a:pt x="531" y="1117"/>
                    <a:pt x="22" y="13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1"/>
            <p:cNvSpPr/>
            <p:nvPr/>
          </p:nvSpPr>
          <p:spPr>
            <a:xfrm>
              <a:off x="-3369854" y="4158848"/>
              <a:ext cx="207553" cy="376273"/>
            </a:xfrm>
            <a:custGeom>
              <a:avLst/>
              <a:gdLst/>
              <a:ahLst/>
              <a:cxnLst/>
              <a:rect l="l" t="t" r="r" b="b"/>
              <a:pathLst>
                <a:path w="775" h="1405" extrusionOk="0">
                  <a:moveTo>
                    <a:pt x="709" y="1405"/>
                  </a:moveTo>
                  <a:cubicBezTo>
                    <a:pt x="189" y="1151"/>
                    <a:pt x="1" y="487"/>
                    <a:pt x="322" y="1"/>
                  </a:cubicBezTo>
                  <a:lnTo>
                    <a:pt x="432" y="78"/>
                  </a:lnTo>
                  <a:cubicBezTo>
                    <a:pt x="167" y="498"/>
                    <a:pt x="322" y="1062"/>
                    <a:pt x="775" y="1283"/>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1"/>
            <p:cNvSpPr/>
            <p:nvPr/>
          </p:nvSpPr>
          <p:spPr>
            <a:xfrm>
              <a:off x="-3882175" y="2497621"/>
              <a:ext cx="1407074" cy="2055442"/>
            </a:xfrm>
            <a:custGeom>
              <a:avLst/>
              <a:gdLst/>
              <a:ahLst/>
              <a:cxnLst/>
              <a:rect l="l" t="t" r="r" b="b"/>
              <a:pathLst>
                <a:path w="5254" h="7675" extrusionOk="0">
                  <a:moveTo>
                    <a:pt x="4988" y="3340"/>
                  </a:moveTo>
                  <a:cubicBezTo>
                    <a:pt x="4966" y="3196"/>
                    <a:pt x="4922" y="3052"/>
                    <a:pt x="4844" y="2920"/>
                  </a:cubicBezTo>
                  <a:cubicBezTo>
                    <a:pt x="4944" y="2787"/>
                    <a:pt x="4988" y="2632"/>
                    <a:pt x="4988" y="2466"/>
                  </a:cubicBezTo>
                  <a:cubicBezTo>
                    <a:pt x="4988" y="2079"/>
                    <a:pt x="4700" y="1747"/>
                    <a:pt x="4313" y="1681"/>
                  </a:cubicBezTo>
                  <a:cubicBezTo>
                    <a:pt x="4523" y="1294"/>
                    <a:pt x="4313" y="830"/>
                    <a:pt x="3904" y="708"/>
                  </a:cubicBezTo>
                  <a:cubicBezTo>
                    <a:pt x="3783" y="299"/>
                    <a:pt x="3451" y="0"/>
                    <a:pt x="3053" y="0"/>
                  </a:cubicBezTo>
                  <a:cubicBezTo>
                    <a:pt x="2688" y="11"/>
                    <a:pt x="2367" y="255"/>
                    <a:pt x="2257" y="609"/>
                  </a:cubicBezTo>
                  <a:cubicBezTo>
                    <a:pt x="2124" y="531"/>
                    <a:pt x="1980" y="498"/>
                    <a:pt x="1836" y="498"/>
                  </a:cubicBezTo>
                  <a:cubicBezTo>
                    <a:pt x="1317" y="509"/>
                    <a:pt x="908" y="940"/>
                    <a:pt x="919" y="1460"/>
                  </a:cubicBezTo>
                  <a:cubicBezTo>
                    <a:pt x="919" y="1626"/>
                    <a:pt x="952" y="1781"/>
                    <a:pt x="1029" y="1924"/>
                  </a:cubicBezTo>
                  <a:cubicBezTo>
                    <a:pt x="852" y="2035"/>
                    <a:pt x="698" y="2179"/>
                    <a:pt x="565" y="2356"/>
                  </a:cubicBezTo>
                  <a:cubicBezTo>
                    <a:pt x="543" y="2389"/>
                    <a:pt x="532" y="2422"/>
                    <a:pt x="510" y="2455"/>
                  </a:cubicBezTo>
                  <a:lnTo>
                    <a:pt x="498" y="2477"/>
                  </a:lnTo>
                  <a:cubicBezTo>
                    <a:pt x="476" y="2499"/>
                    <a:pt x="465" y="2522"/>
                    <a:pt x="454" y="2544"/>
                  </a:cubicBezTo>
                  <a:lnTo>
                    <a:pt x="443" y="2555"/>
                  </a:lnTo>
                  <a:lnTo>
                    <a:pt x="443" y="2577"/>
                  </a:lnTo>
                  <a:lnTo>
                    <a:pt x="432" y="2599"/>
                  </a:lnTo>
                  <a:lnTo>
                    <a:pt x="432" y="2599"/>
                  </a:lnTo>
                  <a:lnTo>
                    <a:pt x="432" y="2621"/>
                  </a:lnTo>
                  <a:lnTo>
                    <a:pt x="421" y="2643"/>
                  </a:lnTo>
                  <a:lnTo>
                    <a:pt x="410" y="2665"/>
                  </a:lnTo>
                  <a:lnTo>
                    <a:pt x="410" y="2665"/>
                  </a:lnTo>
                  <a:cubicBezTo>
                    <a:pt x="410" y="2676"/>
                    <a:pt x="399" y="2687"/>
                    <a:pt x="399" y="2687"/>
                  </a:cubicBezTo>
                  <a:lnTo>
                    <a:pt x="388" y="2709"/>
                  </a:lnTo>
                  <a:lnTo>
                    <a:pt x="388" y="2721"/>
                  </a:lnTo>
                  <a:lnTo>
                    <a:pt x="377" y="2776"/>
                  </a:lnTo>
                  <a:cubicBezTo>
                    <a:pt x="377" y="2787"/>
                    <a:pt x="366" y="2809"/>
                    <a:pt x="355" y="2820"/>
                  </a:cubicBezTo>
                  <a:lnTo>
                    <a:pt x="355" y="2820"/>
                  </a:lnTo>
                  <a:cubicBezTo>
                    <a:pt x="355" y="2842"/>
                    <a:pt x="355" y="2853"/>
                    <a:pt x="344" y="2875"/>
                  </a:cubicBezTo>
                  <a:cubicBezTo>
                    <a:pt x="344" y="2886"/>
                    <a:pt x="344" y="2897"/>
                    <a:pt x="344" y="2897"/>
                  </a:cubicBezTo>
                  <a:lnTo>
                    <a:pt x="344" y="2931"/>
                  </a:lnTo>
                  <a:cubicBezTo>
                    <a:pt x="277" y="3240"/>
                    <a:pt x="311" y="3550"/>
                    <a:pt x="432" y="3837"/>
                  </a:cubicBezTo>
                  <a:cubicBezTo>
                    <a:pt x="156" y="4158"/>
                    <a:pt x="1" y="4567"/>
                    <a:pt x="1" y="4998"/>
                  </a:cubicBezTo>
                  <a:cubicBezTo>
                    <a:pt x="1" y="5009"/>
                    <a:pt x="1" y="5021"/>
                    <a:pt x="1" y="5032"/>
                  </a:cubicBezTo>
                  <a:cubicBezTo>
                    <a:pt x="1" y="5054"/>
                    <a:pt x="1" y="5065"/>
                    <a:pt x="1" y="5076"/>
                  </a:cubicBezTo>
                  <a:lnTo>
                    <a:pt x="1" y="5087"/>
                  </a:lnTo>
                  <a:lnTo>
                    <a:pt x="1" y="5120"/>
                  </a:lnTo>
                  <a:lnTo>
                    <a:pt x="1" y="5131"/>
                  </a:lnTo>
                  <a:cubicBezTo>
                    <a:pt x="1" y="5142"/>
                    <a:pt x="1" y="5153"/>
                    <a:pt x="1" y="5164"/>
                  </a:cubicBezTo>
                  <a:lnTo>
                    <a:pt x="1" y="5175"/>
                  </a:lnTo>
                  <a:lnTo>
                    <a:pt x="1" y="5208"/>
                  </a:lnTo>
                  <a:lnTo>
                    <a:pt x="1" y="5208"/>
                  </a:lnTo>
                  <a:cubicBezTo>
                    <a:pt x="1" y="5220"/>
                    <a:pt x="1" y="5231"/>
                    <a:pt x="1" y="5242"/>
                  </a:cubicBezTo>
                  <a:lnTo>
                    <a:pt x="1" y="5253"/>
                  </a:lnTo>
                  <a:lnTo>
                    <a:pt x="1" y="5286"/>
                  </a:lnTo>
                  <a:lnTo>
                    <a:pt x="1" y="5297"/>
                  </a:lnTo>
                  <a:lnTo>
                    <a:pt x="1" y="5319"/>
                  </a:lnTo>
                  <a:lnTo>
                    <a:pt x="1" y="5341"/>
                  </a:lnTo>
                  <a:cubicBezTo>
                    <a:pt x="1" y="5352"/>
                    <a:pt x="1" y="5363"/>
                    <a:pt x="1" y="5363"/>
                  </a:cubicBezTo>
                  <a:cubicBezTo>
                    <a:pt x="1" y="5374"/>
                    <a:pt x="12" y="5396"/>
                    <a:pt x="12" y="5408"/>
                  </a:cubicBezTo>
                  <a:lnTo>
                    <a:pt x="12" y="5419"/>
                  </a:lnTo>
                  <a:lnTo>
                    <a:pt x="23" y="5441"/>
                  </a:lnTo>
                  <a:lnTo>
                    <a:pt x="23" y="5463"/>
                  </a:lnTo>
                  <a:lnTo>
                    <a:pt x="23" y="5485"/>
                  </a:lnTo>
                  <a:lnTo>
                    <a:pt x="23" y="5496"/>
                  </a:lnTo>
                  <a:lnTo>
                    <a:pt x="23" y="5518"/>
                  </a:lnTo>
                  <a:lnTo>
                    <a:pt x="23" y="5540"/>
                  </a:lnTo>
                  <a:cubicBezTo>
                    <a:pt x="23" y="5540"/>
                    <a:pt x="23" y="5551"/>
                    <a:pt x="23" y="5562"/>
                  </a:cubicBezTo>
                  <a:lnTo>
                    <a:pt x="23" y="5573"/>
                  </a:lnTo>
                  <a:lnTo>
                    <a:pt x="34" y="5596"/>
                  </a:lnTo>
                  <a:lnTo>
                    <a:pt x="34" y="5618"/>
                  </a:lnTo>
                  <a:lnTo>
                    <a:pt x="34" y="5629"/>
                  </a:lnTo>
                  <a:cubicBezTo>
                    <a:pt x="34" y="5640"/>
                    <a:pt x="45" y="5651"/>
                    <a:pt x="45" y="5662"/>
                  </a:cubicBezTo>
                  <a:lnTo>
                    <a:pt x="45" y="5673"/>
                  </a:lnTo>
                  <a:lnTo>
                    <a:pt x="56" y="5695"/>
                  </a:lnTo>
                  <a:lnTo>
                    <a:pt x="56" y="5706"/>
                  </a:lnTo>
                  <a:lnTo>
                    <a:pt x="56" y="5728"/>
                  </a:lnTo>
                  <a:lnTo>
                    <a:pt x="78" y="5750"/>
                  </a:lnTo>
                  <a:lnTo>
                    <a:pt x="78" y="5761"/>
                  </a:lnTo>
                  <a:lnTo>
                    <a:pt x="78" y="5772"/>
                  </a:lnTo>
                  <a:cubicBezTo>
                    <a:pt x="78" y="5783"/>
                    <a:pt x="89" y="5795"/>
                    <a:pt x="89" y="5806"/>
                  </a:cubicBezTo>
                  <a:lnTo>
                    <a:pt x="134" y="5883"/>
                  </a:lnTo>
                  <a:cubicBezTo>
                    <a:pt x="421" y="6381"/>
                    <a:pt x="919" y="6701"/>
                    <a:pt x="1472" y="6779"/>
                  </a:cubicBezTo>
                  <a:cubicBezTo>
                    <a:pt x="3241" y="7674"/>
                    <a:pt x="5253" y="6093"/>
                    <a:pt x="4789" y="4158"/>
                  </a:cubicBezTo>
                  <a:cubicBezTo>
                    <a:pt x="4944" y="3915"/>
                    <a:pt x="5021" y="3627"/>
                    <a:pt x="4988" y="334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1"/>
            <p:cNvSpPr/>
            <p:nvPr/>
          </p:nvSpPr>
          <p:spPr>
            <a:xfrm>
              <a:off x="-3882175" y="2494675"/>
              <a:ext cx="1335836" cy="1617037"/>
            </a:xfrm>
            <a:custGeom>
              <a:avLst/>
              <a:gdLst/>
              <a:ahLst/>
              <a:cxnLst/>
              <a:rect l="l" t="t" r="r" b="b"/>
              <a:pathLst>
                <a:path w="4988" h="6038" extrusionOk="0">
                  <a:moveTo>
                    <a:pt x="4933" y="3130"/>
                  </a:moveTo>
                  <a:cubicBezTo>
                    <a:pt x="4910" y="3063"/>
                    <a:pt x="4877" y="2997"/>
                    <a:pt x="4844" y="2931"/>
                  </a:cubicBezTo>
                  <a:cubicBezTo>
                    <a:pt x="4944" y="2798"/>
                    <a:pt x="4988" y="2643"/>
                    <a:pt x="4988" y="2477"/>
                  </a:cubicBezTo>
                  <a:cubicBezTo>
                    <a:pt x="4988" y="2090"/>
                    <a:pt x="4700" y="1758"/>
                    <a:pt x="4313" y="1692"/>
                  </a:cubicBezTo>
                  <a:cubicBezTo>
                    <a:pt x="4523" y="1305"/>
                    <a:pt x="4313" y="841"/>
                    <a:pt x="3904" y="719"/>
                  </a:cubicBezTo>
                  <a:cubicBezTo>
                    <a:pt x="3783" y="310"/>
                    <a:pt x="3451" y="0"/>
                    <a:pt x="3053" y="0"/>
                  </a:cubicBezTo>
                  <a:cubicBezTo>
                    <a:pt x="2688" y="22"/>
                    <a:pt x="2367" y="266"/>
                    <a:pt x="2257" y="609"/>
                  </a:cubicBezTo>
                  <a:cubicBezTo>
                    <a:pt x="2124" y="542"/>
                    <a:pt x="1980" y="509"/>
                    <a:pt x="1836" y="498"/>
                  </a:cubicBezTo>
                  <a:cubicBezTo>
                    <a:pt x="1317" y="520"/>
                    <a:pt x="908" y="951"/>
                    <a:pt x="919" y="1471"/>
                  </a:cubicBezTo>
                  <a:cubicBezTo>
                    <a:pt x="919" y="1637"/>
                    <a:pt x="952" y="1792"/>
                    <a:pt x="1029" y="1935"/>
                  </a:cubicBezTo>
                  <a:cubicBezTo>
                    <a:pt x="852" y="2046"/>
                    <a:pt x="698" y="2190"/>
                    <a:pt x="565" y="2367"/>
                  </a:cubicBezTo>
                  <a:cubicBezTo>
                    <a:pt x="543" y="2400"/>
                    <a:pt x="532" y="2433"/>
                    <a:pt x="510" y="2455"/>
                  </a:cubicBezTo>
                  <a:lnTo>
                    <a:pt x="498" y="2477"/>
                  </a:lnTo>
                  <a:cubicBezTo>
                    <a:pt x="476" y="2510"/>
                    <a:pt x="465" y="2533"/>
                    <a:pt x="454" y="2555"/>
                  </a:cubicBezTo>
                  <a:lnTo>
                    <a:pt x="443" y="2566"/>
                  </a:lnTo>
                  <a:lnTo>
                    <a:pt x="443" y="2588"/>
                  </a:lnTo>
                  <a:lnTo>
                    <a:pt x="432" y="2599"/>
                  </a:lnTo>
                  <a:lnTo>
                    <a:pt x="432" y="2610"/>
                  </a:lnTo>
                  <a:lnTo>
                    <a:pt x="432" y="2632"/>
                  </a:lnTo>
                  <a:lnTo>
                    <a:pt x="421" y="2643"/>
                  </a:lnTo>
                  <a:lnTo>
                    <a:pt x="410" y="2665"/>
                  </a:lnTo>
                  <a:lnTo>
                    <a:pt x="410" y="2676"/>
                  </a:lnTo>
                  <a:cubicBezTo>
                    <a:pt x="410" y="2687"/>
                    <a:pt x="399" y="2698"/>
                    <a:pt x="399" y="2698"/>
                  </a:cubicBezTo>
                  <a:lnTo>
                    <a:pt x="388" y="2720"/>
                  </a:lnTo>
                  <a:lnTo>
                    <a:pt x="388" y="2732"/>
                  </a:lnTo>
                  <a:lnTo>
                    <a:pt x="377" y="2776"/>
                  </a:lnTo>
                  <a:cubicBezTo>
                    <a:pt x="377" y="2798"/>
                    <a:pt x="366" y="2820"/>
                    <a:pt x="355" y="2831"/>
                  </a:cubicBezTo>
                  <a:lnTo>
                    <a:pt x="355" y="2831"/>
                  </a:lnTo>
                  <a:cubicBezTo>
                    <a:pt x="355" y="2853"/>
                    <a:pt x="355" y="2864"/>
                    <a:pt x="344" y="2886"/>
                  </a:cubicBezTo>
                  <a:cubicBezTo>
                    <a:pt x="344" y="2897"/>
                    <a:pt x="344" y="2897"/>
                    <a:pt x="344" y="2908"/>
                  </a:cubicBezTo>
                  <a:lnTo>
                    <a:pt x="344" y="2942"/>
                  </a:lnTo>
                  <a:cubicBezTo>
                    <a:pt x="277" y="3240"/>
                    <a:pt x="311" y="3561"/>
                    <a:pt x="432" y="3848"/>
                  </a:cubicBezTo>
                  <a:cubicBezTo>
                    <a:pt x="156" y="4169"/>
                    <a:pt x="1" y="4578"/>
                    <a:pt x="1" y="5009"/>
                  </a:cubicBezTo>
                  <a:cubicBezTo>
                    <a:pt x="1" y="5020"/>
                    <a:pt x="1" y="5032"/>
                    <a:pt x="1" y="5043"/>
                  </a:cubicBezTo>
                  <a:cubicBezTo>
                    <a:pt x="1" y="5054"/>
                    <a:pt x="1" y="5076"/>
                    <a:pt x="1" y="5087"/>
                  </a:cubicBezTo>
                  <a:lnTo>
                    <a:pt x="1" y="5098"/>
                  </a:lnTo>
                  <a:lnTo>
                    <a:pt x="1" y="5131"/>
                  </a:lnTo>
                  <a:lnTo>
                    <a:pt x="1" y="5142"/>
                  </a:lnTo>
                  <a:cubicBezTo>
                    <a:pt x="1" y="5153"/>
                    <a:pt x="1" y="5164"/>
                    <a:pt x="1" y="5164"/>
                  </a:cubicBezTo>
                  <a:lnTo>
                    <a:pt x="1" y="5175"/>
                  </a:lnTo>
                  <a:lnTo>
                    <a:pt x="1" y="5208"/>
                  </a:lnTo>
                  <a:lnTo>
                    <a:pt x="1" y="5219"/>
                  </a:lnTo>
                  <a:cubicBezTo>
                    <a:pt x="1" y="5231"/>
                    <a:pt x="1" y="5242"/>
                    <a:pt x="1" y="5253"/>
                  </a:cubicBezTo>
                  <a:lnTo>
                    <a:pt x="1" y="5264"/>
                  </a:lnTo>
                  <a:lnTo>
                    <a:pt x="1" y="5297"/>
                  </a:lnTo>
                  <a:lnTo>
                    <a:pt x="1" y="5308"/>
                  </a:lnTo>
                  <a:lnTo>
                    <a:pt x="1" y="5330"/>
                  </a:lnTo>
                  <a:lnTo>
                    <a:pt x="1" y="5352"/>
                  </a:lnTo>
                  <a:cubicBezTo>
                    <a:pt x="1" y="5363"/>
                    <a:pt x="1" y="5363"/>
                    <a:pt x="1" y="5374"/>
                  </a:cubicBezTo>
                  <a:cubicBezTo>
                    <a:pt x="1" y="5385"/>
                    <a:pt x="12" y="5396"/>
                    <a:pt x="12" y="5419"/>
                  </a:cubicBezTo>
                  <a:lnTo>
                    <a:pt x="12" y="5430"/>
                  </a:lnTo>
                  <a:lnTo>
                    <a:pt x="23" y="5452"/>
                  </a:lnTo>
                  <a:lnTo>
                    <a:pt x="23" y="5463"/>
                  </a:lnTo>
                  <a:lnTo>
                    <a:pt x="23" y="5496"/>
                  </a:lnTo>
                  <a:lnTo>
                    <a:pt x="23" y="5507"/>
                  </a:lnTo>
                  <a:lnTo>
                    <a:pt x="23" y="5529"/>
                  </a:lnTo>
                  <a:lnTo>
                    <a:pt x="23" y="5540"/>
                  </a:lnTo>
                  <a:cubicBezTo>
                    <a:pt x="23" y="5551"/>
                    <a:pt x="23" y="5562"/>
                    <a:pt x="23" y="5573"/>
                  </a:cubicBezTo>
                  <a:lnTo>
                    <a:pt x="23" y="5584"/>
                  </a:lnTo>
                  <a:lnTo>
                    <a:pt x="34" y="5607"/>
                  </a:lnTo>
                  <a:lnTo>
                    <a:pt x="34" y="5629"/>
                  </a:lnTo>
                  <a:lnTo>
                    <a:pt x="34" y="5640"/>
                  </a:lnTo>
                  <a:cubicBezTo>
                    <a:pt x="34" y="5651"/>
                    <a:pt x="45" y="5662"/>
                    <a:pt x="45" y="5673"/>
                  </a:cubicBezTo>
                  <a:lnTo>
                    <a:pt x="45" y="5673"/>
                  </a:lnTo>
                  <a:lnTo>
                    <a:pt x="56" y="5706"/>
                  </a:lnTo>
                  <a:lnTo>
                    <a:pt x="56" y="5717"/>
                  </a:lnTo>
                  <a:lnTo>
                    <a:pt x="56" y="5728"/>
                  </a:lnTo>
                  <a:lnTo>
                    <a:pt x="78" y="5761"/>
                  </a:lnTo>
                  <a:lnTo>
                    <a:pt x="78" y="5772"/>
                  </a:lnTo>
                  <a:lnTo>
                    <a:pt x="78" y="5783"/>
                  </a:lnTo>
                  <a:cubicBezTo>
                    <a:pt x="78" y="5794"/>
                    <a:pt x="89" y="5806"/>
                    <a:pt x="89" y="5817"/>
                  </a:cubicBezTo>
                  <a:lnTo>
                    <a:pt x="134" y="5894"/>
                  </a:lnTo>
                  <a:cubicBezTo>
                    <a:pt x="167" y="5949"/>
                    <a:pt x="189" y="5994"/>
                    <a:pt x="222" y="6038"/>
                  </a:cubicBezTo>
                  <a:cubicBezTo>
                    <a:pt x="808" y="6027"/>
                    <a:pt x="1383" y="5916"/>
                    <a:pt x="1925" y="5728"/>
                  </a:cubicBezTo>
                  <a:cubicBezTo>
                    <a:pt x="3396" y="5242"/>
                    <a:pt x="4446" y="4257"/>
                    <a:pt x="4933" y="31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1"/>
            <p:cNvSpPr/>
            <p:nvPr/>
          </p:nvSpPr>
          <p:spPr>
            <a:xfrm>
              <a:off x="-3423148" y="2938704"/>
              <a:ext cx="266739" cy="317355"/>
            </a:xfrm>
            <a:custGeom>
              <a:avLst/>
              <a:gdLst/>
              <a:ahLst/>
              <a:cxnLst/>
              <a:rect l="l" t="t" r="r" b="b"/>
              <a:pathLst>
                <a:path w="996" h="1185" extrusionOk="0">
                  <a:moveTo>
                    <a:pt x="753" y="1074"/>
                  </a:moveTo>
                  <a:cubicBezTo>
                    <a:pt x="565" y="1184"/>
                    <a:pt x="288" y="1051"/>
                    <a:pt x="145" y="786"/>
                  </a:cubicBezTo>
                  <a:cubicBezTo>
                    <a:pt x="1" y="521"/>
                    <a:pt x="34" y="222"/>
                    <a:pt x="233" y="112"/>
                  </a:cubicBezTo>
                  <a:cubicBezTo>
                    <a:pt x="432" y="1"/>
                    <a:pt x="709" y="134"/>
                    <a:pt x="852" y="399"/>
                  </a:cubicBezTo>
                  <a:cubicBezTo>
                    <a:pt x="996" y="664"/>
                    <a:pt x="952" y="974"/>
                    <a:pt x="753" y="107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1"/>
            <p:cNvSpPr/>
            <p:nvPr/>
          </p:nvSpPr>
          <p:spPr>
            <a:xfrm>
              <a:off x="-3585977" y="3279359"/>
              <a:ext cx="915375" cy="1069365"/>
            </a:xfrm>
            <a:custGeom>
              <a:avLst/>
              <a:gdLst/>
              <a:ahLst/>
              <a:cxnLst/>
              <a:rect l="l" t="t" r="r" b="b"/>
              <a:pathLst>
                <a:path w="3418" h="3993" extrusionOk="0">
                  <a:moveTo>
                    <a:pt x="1681" y="520"/>
                  </a:moveTo>
                  <a:cubicBezTo>
                    <a:pt x="1648" y="565"/>
                    <a:pt x="1626" y="609"/>
                    <a:pt x="1604" y="664"/>
                  </a:cubicBezTo>
                  <a:cubicBezTo>
                    <a:pt x="1482" y="952"/>
                    <a:pt x="1250" y="1195"/>
                    <a:pt x="963" y="1316"/>
                  </a:cubicBezTo>
                  <a:cubicBezTo>
                    <a:pt x="642" y="1427"/>
                    <a:pt x="388" y="1670"/>
                    <a:pt x="255" y="1980"/>
                  </a:cubicBezTo>
                  <a:cubicBezTo>
                    <a:pt x="1" y="2577"/>
                    <a:pt x="255" y="3285"/>
                    <a:pt x="841" y="3583"/>
                  </a:cubicBezTo>
                  <a:cubicBezTo>
                    <a:pt x="1681" y="3992"/>
                    <a:pt x="2654" y="3351"/>
                    <a:pt x="2621" y="2422"/>
                  </a:cubicBezTo>
                  <a:cubicBezTo>
                    <a:pt x="2599" y="2157"/>
                    <a:pt x="2710" y="1902"/>
                    <a:pt x="2931" y="1737"/>
                  </a:cubicBezTo>
                  <a:cubicBezTo>
                    <a:pt x="3373" y="1416"/>
                    <a:pt x="3417" y="775"/>
                    <a:pt x="3030" y="388"/>
                  </a:cubicBezTo>
                  <a:cubicBezTo>
                    <a:pt x="2643" y="1"/>
                    <a:pt x="1991" y="67"/>
                    <a:pt x="1681" y="52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1"/>
            <p:cNvSpPr/>
            <p:nvPr/>
          </p:nvSpPr>
          <p:spPr>
            <a:xfrm>
              <a:off x="-3553304" y="3217227"/>
              <a:ext cx="870918" cy="859134"/>
            </a:xfrm>
            <a:custGeom>
              <a:avLst/>
              <a:gdLst/>
              <a:ahLst/>
              <a:cxnLst/>
              <a:rect l="l" t="t" r="r" b="b"/>
              <a:pathLst>
                <a:path w="3252" h="3208" extrusionOk="0">
                  <a:moveTo>
                    <a:pt x="1559" y="752"/>
                  </a:moveTo>
                  <a:cubicBezTo>
                    <a:pt x="1526" y="797"/>
                    <a:pt x="1504" y="841"/>
                    <a:pt x="1482" y="896"/>
                  </a:cubicBezTo>
                  <a:cubicBezTo>
                    <a:pt x="1360" y="1184"/>
                    <a:pt x="1128" y="1427"/>
                    <a:pt x="841" y="1548"/>
                  </a:cubicBezTo>
                  <a:cubicBezTo>
                    <a:pt x="520" y="1659"/>
                    <a:pt x="266" y="1902"/>
                    <a:pt x="133" y="2212"/>
                  </a:cubicBezTo>
                  <a:cubicBezTo>
                    <a:pt x="0" y="2533"/>
                    <a:pt x="0" y="2897"/>
                    <a:pt x="144" y="3207"/>
                  </a:cubicBezTo>
                  <a:cubicBezTo>
                    <a:pt x="354" y="3163"/>
                    <a:pt x="564" y="3108"/>
                    <a:pt x="774" y="3030"/>
                  </a:cubicBezTo>
                  <a:cubicBezTo>
                    <a:pt x="1725" y="2709"/>
                    <a:pt x="2555" y="2112"/>
                    <a:pt x="3174" y="1327"/>
                  </a:cubicBezTo>
                  <a:cubicBezTo>
                    <a:pt x="3251" y="421"/>
                    <a:pt x="2079" y="0"/>
                    <a:pt x="1559" y="75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1"/>
            <p:cNvSpPr/>
            <p:nvPr/>
          </p:nvSpPr>
          <p:spPr>
            <a:xfrm>
              <a:off x="-3124004" y="3063236"/>
              <a:ext cx="178094" cy="213445"/>
            </a:xfrm>
            <a:custGeom>
              <a:avLst/>
              <a:gdLst/>
              <a:ahLst/>
              <a:cxnLst/>
              <a:rect l="l" t="t" r="r" b="b"/>
              <a:pathLst>
                <a:path w="665" h="797" extrusionOk="0">
                  <a:moveTo>
                    <a:pt x="542" y="597"/>
                  </a:moveTo>
                  <a:cubicBezTo>
                    <a:pt x="343" y="797"/>
                    <a:pt x="1" y="631"/>
                    <a:pt x="34" y="343"/>
                  </a:cubicBezTo>
                  <a:cubicBezTo>
                    <a:pt x="78" y="67"/>
                    <a:pt x="454" y="0"/>
                    <a:pt x="587" y="244"/>
                  </a:cubicBezTo>
                  <a:cubicBezTo>
                    <a:pt x="664" y="354"/>
                    <a:pt x="642" y="509"/>
                    <a:pt x="542" y="59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1"/>
            <p:cNvSpPr/>
            <p:nvPr/>
          </p:nvSpPr>
          <p:spPr>
            <a:xfrm>
              <a:off x="-3763535" y="3427458"/>
              <a:ext cx="266739" cy="311195"/>
            </a:xfrm>
            <a:custGeom>
              <a:avLst/>
              <a:gdLst/>
              <a:ahLst/>
              <a:cxnLst/>
              <a:rect l="l" t="t" r="r" b="b"/>
              <a:pathLst>
                <a:path w="996" h="1162" extrusionOk="0">
                  <a:moveTo>
                    <a:pt x="752" y="1062"/>
                  </a:moveTo>
                  <a:cubicBezTo>
                    <a:pt x="564" y="1162"/>
                    <a:pt x="288" y="1040"/>
                    <a:pt x="144" y="774"/>
                  </a:cubicBezTo>
                  <a:cubicBezTo>
                    <a:pt x="0" y="509"/>
                    <a:pt x="44" y="211"/>
                    <a:pt x="232" y="100"/>
                  </a:cubicBezTo>
                  <a:cubicBezTo>
                    <a:pt x="431" y="0"/>
                    <a:pt x="708" y="122"/>
                    <a:pt x="852" y="387"/>
                  </a:cubicBezTo>
                  <a:cubicBezTo>
                    <a:pt x="995" y="653"/>
                    <a:pt x="951" y="962"/>
                    <a:pt x="752" y="106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1" name="Google Shape;441;p21"/>
          <p:cNvGrpSpPr/>
          <p:nvPr/>
        </p:nvGrpSpPr>
        <p:grpSpPr>
          <a:xfrm rot="5400000" flipH="1">
            <a:off x="7931612" y="1152532"/>
            <a:ext cx="795742" cy="1686809"/>
            <a:chOff x="-809850" y="445850"/>
            <a:chExt cx="1036527" cy="2197225"/>
          </a:xfrm>
        </p:grpSpPr>
        <p:sp>
          <p:nvSpPr>
            <p:cNvPr id="442" name="Google Shape;442;p21"/>
            <p:cNvSpPr/>
            <p:nvPr/>
          </p:nvSpPr>
          <p:spPr>
            <a:xfrm rot="10800000" flipH="1">
              <a:off x="-284828" y="630082"/>
              <a:ext cx="111607" cy="1369765"/>
            </a:xfrm>
            <a:custGeom>
              <a:avLst/>
              <a:gdLst/>
              <a:ahLst/>
              <a:cxnLst/>
              <a:rect l="l" t="t" r="r" b="b"/>
              <a:pathLst>
                <a:path w="355" h="4357" extrusionOk="0">
                  <a:moveTo>
                    <a:pt x="1" y="0"/>
                  </a:moveTo>
                  <a:lnTo>
                    <a:pt x="1" y="4357"/>
                  </a:lnTo>
                  <a:lnTo>
                    <a:pt x="354" y="4357"/>
                  </a:lnTo>
                  <a:lnTo>
                    <a:pt x="354"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1"/>
            <p:cNvSpPr/>
            <p:nvPr/>
          </p:nvSpPr>
          <p:spPr>
            <a:xfrm rot="10800000" flipH="1">
              <a:off x="-229182" y="630082"/>
              <a:ext cx="55961" cy="1369765"/>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1"/>
            <p:cNvSpPr/>
            <p:nvPr/>
          </p:nvSpPr>
          <p:spPr>
            <a:xfrm rot="10800000" flipH="1">
              <a:off x="-284828" y="1701497"/>
              <a:ext cx="111607" cy="76081"/>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21"/>
            <p:cNvSpPr/>
            <p:nvPr/>
          </p:nvSpPr>
          <p:spPr>
            <a:xfrm rot="10800000" flipH="1">
              <a:off x="-618390" y="445850"/>
              <a:ext cx="782504" cy="181084"/>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21"/>
            <p:cNvSpPr/>
            <p:nvPr/>
          </p:nvSpPr>
          <p:spPr>
            <a:xfrm rot="10800000" flipH="1">
              <a:off x="-788786" y="1772549"/>
              <a:ext cx="1015464" cy="87052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1"/>
            <p:cNvSpPr/>
            <p:nvPr/>
          </p:nvSpPr>
          <p:spPr>
            <a:xfrm rot="10800000" flipH="1">
              <a:off x="-764579" y="1807131"/>
              <a:ext cx="935610" cy="801361"/>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1"/>
            <p:cNvSpPr/>
            <p:nvPr/>
          </p:nvSpPr>
          <p:spPr>
            <a:xfrm rot="10800000" flipH="1">
              <a:off x="-809850" y="1771921"/>
              <a:ext cx="1015464" cy="871154"/>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21"/>
            <p:cNvSpPr/>
            <p:nvPr/>
          </p:nvSpPr>
          <p:spPr>
            <a:xfrm>
              <a:off x="-568987" y="1865963"/>
              <a:ext cx="683700" cy="683700"/>
            </a:xfrm>
            <a:prstGeom prst="mathMultiply">
              <a:avLst>
                <a:gd name="adj1" fmla="val 1275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chemeClr val="lt1"/>
            </a:gs>
            <a:gs pos="41000">
              <a:schemeClr val="lt1"/>
            </a:gs>
            <a:gs pos="100000">
              <a:schemeClr val="accent6"/>
            </a:gs>
          </a:gsLst>
          <a:lin ang="2700006"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334125"/>
            <a:ext cx="7717500" cy="683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1pPr>
            <a:lvl2pPr lvl="1"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2pPr>
            <a:lvl3pPr lvl="2"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3pPr>
            <a:lvl4pPr lvl="3"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4pPr>
            <a:lvl5pPr lvl="4"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5pPr>
            <a:lvl6pPr lvl="5"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6pPr>
            <a:lvl7pPr lvl="6"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7pPr>
            <a:lvl8pPr lvl="7"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8pPr>
            <a:lvl9pPr lvl="8"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1pPr>
            <a:lvl2pPr marL="914400" lvl="1"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2pPr>
            <a:lvl3pPr marL="1371600" lvl="2"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3pPr>
            <a:lvl4pPr marL="1828800" lvl="3"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4pPr>
            <a:lvl5pPr marL="2286000" lvl="4"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5pPr>
            <a:lvl6pPr marL="2743200" lvl="5"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6pPr>
            <a:lvl7pPr marL="3200400" lvl="6"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7pPr>
            <a:lvl8pPr marL="3657600" lvl="7"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8pPr>
            <a:lvl9pPr marL="4114800" lvl="8"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7" r:id="rId8"/>
    <p:sldLayoutId id="2147483658" r:id="rId9"/>
    <p:sldLayoutId id="2147483659" r:id="rId10"/>
    <p:sldLayoutId id="2147483660" r:id="rId11"/>
    <p:sldLayoutId id="2147483662" r:id="rId12"/>
    <p:sldLayoutId id="2147483663" r:id="rId13"/>
    <p:sldLayoutId id="2147483664" r:id="rId14"/>
    <p:sldLayoutId id="2147483665" r:id="rId15"/>
    <p:sldLayoutId id="2147483666" r:id="rId16"/>
    <p:sldLayoutId id="2147483667" r:id="rId1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40">
          <p15:clr>
            <a:srgbClr val="EA4335"/>
          </p15:clr>
        </p15:guide>
        <p15:guide id="2" orient="horz" pos="2900">
          <p15:clr>
            <a:srgbClr val="EA4335"/>
          </p15:clr>
        </p15:guide>
        <p15:guide id="3" pos="449">
          <p15:clr>
            <a:srgbClr val="EA4335"/>
          </p15:clr>
        </p15:guide>
        <p15:guide id="4" pos="5311">
          <p15:clr>
            <a:srgbClr val="EA4335"/>
          </p15:clr>
        </p15:guide>
        <p15:guide id="5" orient="horz" pos="210">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drive.google.com/file/d/1_ps9zi6bAUUT2pMRsgRJlQCfkveUBZXq/view?usp=drive_link" TargetMode="External"/><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12.xml"/><Relationship Id="rId5" Type="http://schemas.openxmlformats.org/officeDocument/2006/relationships/image" Target="../media/image19.png"/><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1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31.xml"/><Relationship Id="rId1" Type="http://schemas.openxmlformats.org/officeDocument/2006/relationships/slideLayout" Target="../slideLayouts/slideLayout1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2.xml"/><Relationship Id="rId1" Type="http://schemas.openxmlformats.org/officeDocument/2006/relationships/slideLayout" Target="../slideLayouts/slideLayout11.xml"/><Relationship Id="rId5" Type="http://schemas.openxmlformats.org/officeDocument/2006/relationships/image" Target="../media/image38.png"/><Relationship Id="rId4" Type="http://schemas.openxmlformats.org/officeDocument/2006/relationships/image" Target="../media/image37.png"/></Relationships>
</file>

<file path=ppt/slides/_rels/slide33.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25"/>
          <p:cNvSpPr txBox="1">
            <a:spLocks noGrp="1"/>
          </p:cNvSpPr>
          <p:nvPr>
            <p:ph type="ctrTitle"/>
          </p:nvPr>
        </p:nvSpPr>
        <p:spPr>
          <a:xfrm>
            <a:off x="680500" y="531550"/>
            <a:ext cx="7782900" cy="1555500"/>
          </a:xfrm>
          <a:prstGeom prst="rect">
            <a:avLst/>
          </a:prstGeom>
        </p:spPr>
        <p:txBody>
          <a:bodyPr spcFirstLastPara="1" wrap="square" lIns="91425" tIns="91425" rIns="91425" bIns="91425" anchor="ctr" anchorCtr="0">
            <a:noAutofit/>
          </a:bodyPr>
          <a:lstStyle/>
          <a:p>
            <a:pPr lvl="0"/>
            <a:r>
              <a:rPr lang="en-US" dirty="0"/>
              <a:t>UK Railway Performance Dashboard</a:t>
            </a:r>
            <a:endParaRPr dirty="0"/>
          </a:p>
        </p:txBody>
      </p:sp>
      <p:sp>
        <p:nvSpPr>
          <p:cNvPr id="461" name="Google Shape;461;p25"/>
          <p:cNvSpPr txBox="1">
            <a:spLocks noGrp="1"/>
          </p:cNvSpPr>
          <p:nvPr>
            <p:ph type="subTitle" idx="1"/>
          </p:nvPr>
        </p:nvSpPr>
        <p:spPr>
          <a:xfrm>
            <a:off x="680500" y="2087050"/>
            <a:ext cx="7782900" cy="393600"/>
          </a:xfrm>
          <a:prstGeom prst="rect">
            <a:avLst/>
          </a:prstGeom>
        </p:spPr>
        <p:txBody>
          <a:bodyPr spcFirstLastPara="1" wrap="square" lIns="91425" tIns="91425" rIns="91425" bIns="91425" anchor="ctr" anchorCtr="0">
            <a:noAutofit/>
          </a:bodyPr>
          <a:lstStyle/>
          <a:p>
            <a:pPr marL="0" lvl="0" indent="0"/>
            <a:r>
              <a:rPr lang="en-US" dirty="0"/>
              <a:t>DEPI Graduation Project | Data Analysis &amp; Power BI Specialist Track</a:t>
            </a:r>
          </a:p>
          <a:p>
            <a:pPr marL="0" lvl="0" indent="0"/>
            <a:r>
              <a:rPr lang="en-US" dirty="0"/>
              <a:t>Supervised by: Dr/ Bassam El-</a:t>
            </a:r>
            <a:r>
              <a:rPr lang="en-US" dirty="0" err="1"/>
              <a:t>Shoraa</a:t>
            </a:r>
            <a:endParaRPr dirty="0"/>
          </a:p>
        </p:txBody>
      </p:sp>
      <p:sp>
        <p:nvSpPr>
          <p:cNvPr id="462" name="Google Shape;462;p25"/>
          <p:cNvSpPr/>
          <p:nvPr/>
        </p:nvSpPr>
        <p:spPr>
          <a:xfrm>
            <a:off x="8629888" y="846675"/>
            <a:ext cx="1045527" cy="217225"/>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25"/>
          <p:cNvSpPr/>
          <p:nvPr/>
        </p:nvSpPr>
        <p:spPr>
          <a:xfrm flipH="1">
            <a:off x="7259900" y="196700"/>
            <a:ext cx="1550376" cy="429723"/>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4" name="Google Shape;464;p25"/>
          <p:cNvGrpSpPr/>
          <p:nvPr/>
        </p:nvGrpSpPr>
        <p:grpSpPr>
          <a:xfrm>
            <a:off x="-657980" y="3079875"/>
            <a:ext cx="11714526" cy="2921397"/>
            <a:chOff x="-657980" y="3079875"/>
            <a:chExt cx="11714526" cy="2921397"/>
          </a:xfrm>
        </p:grpSpPr>
        <p:grpSp>
          <p:nvGrpSpPr>
            <p:cNvPr id="465" name="Google Shape;465;p25"/>
            <p:cNvGrpSpPr/>
            <p:nvPr/>
          </p:nvGrpSpPr>
          <p:grpSpPr>
            <a:xfrm>
              <a:off x="-657980" y="4445837"/>
              <a:ext cx="9966245" cy="1555435"/>
              <a:chOff x="-657980" y="4445837"/>
              <a:chExt cx="9966245" cy="1555435"/>
            </a:xfrm>
          </p:grpSpPr>
          <p:grpSp>
            <p:nvGrpSpPr>
              <p:cNvPr id="466" name="Google Shape;466;p25"/>
              <p:cNvGrpSpPr/>
              <p:nvPr/>
            </p:nvGrpSpPr>
            <p:grpSpPr>
              <a:xfrm flipH="1">
                <a:off x="6319595" y="4445837"/>
                <a:ext cx="2988670" cy="1555435"/>
                <a:chOff x="247500" y="3377600"/>
                <a:chExt cx="2497635" cy="1299879"/>
              </a:xfrm>
            </p:grpSpPr>
            <p:sp>
              <p:nvSpPr>
                <p:cNvPr id="467" name="Google Shape;467;p25"/>
                <p:cNvSpPr/>
                <p:nvPr/>
              </p:nvSpPr>
              <p:spPr>
                <a:xfrm>
                  <a:off x="79350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5"/>
                <p:cNvSpPr/>
                <p:nvPr/>
              </p:nvSpPr>
              <p:spPr>
                <a:xfrm>
                  <a:off x="30388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25"/>
                <p:cNvSpPr/>
                <p:nvPr/>
              </p:nvSpPr>
              <p:spPr>
                <a:xfrm>
                  <a:off x="24750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5"/>
                <p:cNvSpPr/>
                <p:nvPr/>
              </p:nvSpPr>
              <p:spPr>
                <a:xfrm>
                  <a:off x="24750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25"/>
                <p:cNvSpPr/>
                <p:nvPr/>
              </p:nvSpPr>
              <p:spPr>
                <a:xfrm>
                  <a:off x="1408159"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25"/>
                <p:cNvSpPr/>
                <p:nvPr/>
              </p:nvSpPr>
              <p:spPr>
                <a:xfrm>
                  <a:off x="1679410" y="3817847"/>
                  <a:ext cx="153384" cy="181579"/>
                </a:xfrm>
                <a:custGeom>
                  <a:avLst/>
                  <a:gdLst/>
                  <a:ahLst/>
                  <a:cxnLst/>
                  <a:rect l="l" t="t" r="r" b="b"/>
                  <a:pathLst>
                    <a:path w="963" h="1140" extrusionOk="0">
                      <a:moveTo>
                        <a:pt x="1" y="1"/>
                      </a:moveTo>
                      <a:lnTo>
                        <a:pt x="1" y="786"/>
                      </a:lnTo>
                      <a:cubicBezTo>
                        <a:pt x="1" y="985"/>
                        <a:pt x="155" y="1140"/>
                        <a:pt x="35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25"/>
                <p:cNvSpPr/>
                <p:nvPr/>
              </p:nvSpPr>
              <p:spPr>
                <a:xfrm>
                  <a:off x="1468047" y="3999265"/>
                  <a:ext cx="211521" cy="95249"/>
                </a:xfrm>
                <a:custGeom>
                  <a:avLst/>
                  <a:gdLst/>
                  <a:ahLst/>
                  <a:cxnLst/>
                  <a:rect l="l" t="t" r="r" b="b"/>
                  <a:pathLst>
                    <a:path w="1328" h="598" extrusionOk="0">
                      <a:moveTo>
                        <a:pt x="1" y="1"/>
                      </a:moveTo>
                      <a:lnTo>
                        <a:pt x="1" y="598"/>
                      </a:lnTo>
                      <a:lnTo>
                        <a:pt x="1328" y="598"/>
                      </a:lnTo>
                      <a:lnTo>
                        <a:pt x="13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5"/>
                <p:cNvSpPr/>
                <p:nvPr/>
              </p:nvSpPr>
              <p:spPr>
                <a:xfrm>
                  <a:off x="1679410"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5"/>
                <p:cNvSpPr/>
                <p:nvPr/>
              </p:nvSpPr>
              <p:spPr>
                <a:xfrm>
                  <a:off x="1468047" y="4094355"/>
                  <a:ext cx="211521" cy="583124"/>
                </a:xfrm>
                <a:custGeom>
                  <a:avLst/>
                  <a:gdLst/>
                  <a:ahLst/>
                  <a:cxnLst/>
                  <a:rect l="l" t="t" r="r" b="b"/>
                  <a:pathLst>
                    <a:path w="1328" h="3661" extrusionOk="0">
                      <a:moveTo>
                        <a:pt x="1" y="1"/>
                      </a:moveTo>
                      <a:lnTo>
                        <a:pt x="1" y="3661"/>
                      </a:lnTo>
                      <a:lnTo>
                        <a:pt x="1328" y="3661"/>
                      </a:lnTo>
                      <a:lnTo>
                        <a:pt x="13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5"/>
                <p:cNvSpPr/>
                <p:nvPr/>
              </p:nvSpPr>
              <p:spPr>
                <a:xfrm>
                  <a:off x="1679410"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5"/>
                <p:cNvSpPr/>
                <p:nvPr/>
              </p:nvSpPr>
              <p:spPr>
                <a:xfrm>
                  <a:off x="219723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5"/>
                <p:cNvSpPr/>
                <p:nvPr/>
              </p:nvSpPr>
              <p:spPr>
                <a:xfrm>
                  <a:off x="30388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25"/>
                <p:cNvSpPr/>
                <p:nvPr/>
              </p:nvSpPr>
              <p:spPr>
                <a:xfrm>
                  <a:off x="30388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5"/>
                <p:cNvSpPr/>
                <p:nvPr/>
              </p:nvSpPr>
              <p:spPr>
                <a:xfrm>
                  <a:off x="37619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5"/>
                <p:cNvSpPr/>
                <p:nvPr/>
              </p:nvSpPr>
              <p:spPr>
                <a:xfrm>
                  <a:off x="35676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5"/>
                <p:cNvSpPr/>
                <p:nvPr/>
              </p:nvSpPr>
              <p:spPr>
                <a:xfrm>
                  <a:off x="61925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25"/>
                <p:cNvSpPr/>
                <p:nvPr/>
              </p:nvSpPr>
              <p:spPr>
                <a:xfrm>
                  <a:off x="59982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5"/>
                <p:cNvSpPr/>
                <p:nvPr/>
              </p:nvSpPr>
              <p:spPr>
                <a:xfrm>
                  <a:off x="86231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5"/>
                <p:cNvSpPr/>
                <p:nvPr/>
              </p:nvSpPr>
              <p:spPr>
                <a:xfrm>
                  <a:off x="84288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25"/>
                <p:cNvSpPr/>
                <p:nvPr/>
              </p:nvSpPr>
              <p:spPr>
                <a:xfrm>
                  <a:off x="110537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25"/>
                <p:cNvSpPr/>
                <p:nvPr/>
              </p:nvSpPr>
              <p:spPr>
                <a:xfrm>
                  <a:off x="108594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5"/>
                <p:cNvSpPr/>
                <p:nvPr/>
              </p:nvSpPr>
              <p:spPr>
                <a:xfrm>
                  <a:off x="135018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5"/>
                <p:cNvSpPr/>
                <p:nvPr/>
              </p:nvSpPr>
              <p:spPr>
                <a:xfrm>
                  <a:off x="132900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25"/>
                <p:cNvSpPr/>
                <p:nvPr/>
              </p:nvSpPr>
              <p:spPr>
                <a:xfrm>
                  <a:off x="159308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25"/>
                <p:cNvSpPr/>
                <p:nvPr/>
              </p:nvSpPr>
              <p:spPr>
                <a:xfrm>
                  <a:off x="157206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25"/>
                <p:cNvSpPr/>
                <p:nvPr/>
              </p:nvSpPr>
              <p:spPr>
                <a:xfrm>
                  <a:off x="183614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25"/>
                <p:cNvSpPr/>
                <p:nvPr/>
              </p:nvSpPr>
              <p:spPr>
                <a:xfrm>
                  <a:off x="181687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5"/>
                <p:cNvSpPr/>
                <p:nvPr/>
              </p:nvSpPr>
              <p:spPr>
                <a:xfrm>
                  <a:off x="207920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5"/>
                <p:cNvSpPr/>
                <p:nvPr/>
              </p:nvSpPr>
              <p:spPr>
                <a:xfrm>
                  <a:off x="205993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25"/>
                <p:cNvSpPr/>
                <p:nvPr/>
              </p:nvSpPr>
              <p:spPr>
                <a:xfrm>
                  <a:off x="219723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25"/>
                <p:cNvSpPr/>
                <p:nvPr/>
              </p:nvSpPr>
              <p:spPr>
                <a:xfrm>
                  <a:off x="225536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25"/>
                <p:cNvSpPr/>
                <p:nvPr/>
              </p:nvSpPr>
              <p:spPr>
                <a:xfrm>
                  <a:off x="30388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25"/>
                <p:cNvSpPr/>
                <p:nvPr/>
              </p:nvSpPr>
              <p:spPr>
                <a:xfrm>
                  <a:off x="232274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25"/>
                <p:cNvSpPr/>
                <p:nvPr/>
              </p:nvSpPr>
              <p:spPr>
                <a:xfrm>
                  <a:off x="230331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1" name="Google Shape;501;p25"/>
              <p:cNvGrpSpPr/>
              <p:nvPr/>
            </p:nvGrpSpPr>
            <p:grpSpPr>
              <a:xfrm flipH="1">
                <a:off x="3990354" y="4445837"/>
                <a:ext cx="2988670" cy="1555435"/>
                <a:chOff x="2194050" y="3377600"/>
                <a:chExt cx="2497635" cy="1299879"/>
              </a:xfrm>
            </p:grpSpPr>
            <p:sp>
              <p:nvSpPr>
                <p:cNvPr id="502" name="Google Shape;502;p25"/>
                <p:cNvSpPr/>
                <p:nvPr/>
              </p:nvSpPr>
              <p:spPr>
                <a:xfrm>
                  <a:off x="274005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25"/>
                <p:cNvSpPr/>
                <p:nvPr/>
              </p:nvSpPr>
              <p:spPr>
                <a:xfrm>
                  <a:off x="225043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25"/>
                <p:cNvSpPr/>
                <p:nvPr/>
              </p:nvSpPr>
              <p:spPr>
                <a:xfrm>
                  <a:off x="219405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25"/>
                <p:cNvSpPr/>
                <p:nvPr/>
              </p:nvSpPr>
              <p:spPr>
                <a:xfrm>
                  <a:off x="219405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25"/>
                <p:cNvSpPr/>
                <p:nvPr/>
              </p:nvSpPr>
              <p:spPr>
                <a:xfrm>
                  <a:off x="3232138"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25"/>
                <p:cNvSpPr/>
                <p:nvPr/>
              </p:nvSpPr>
              <p:spPr>
                <a:xfrm>
                  <a:off x="3503389" y="3817847"/>
                  <a:ext cx="153384" cy="181579"/>
                </a:xfrm>
                <a:custGeom>
                  <a:avLst/>
                  <a:gdLst/>
                  <a:ahLst/>
                  <a:cxnLst/>
                  <a:rect l="l" t="t" r="r" b="b"/>
                  <a:pathLst>
                    <a:path w="963" h="1140" extrusionOk="0">
                      <a:moveTo>
                        <a:pt x="1" y="1"/>
                      </a:moveTo>
                      <a:lnTo>
                        <a:pt x="1" y="786"/>
                      </a:lnTo>
                      <a:cubicBezTo>
                        <a:pt x="1" y="985"/>
                        <a:pt x="155" y="1140"/>
                        <a:pt x="36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25"/>
                <p:cNvSpPr/>
                <p:nvPr/>
              </p:nvSpPr>
              <p:spPr>
                <a:xfrm>
                  <a:off x="3293779" y="3999265"/>
                  <a:ext cx="209768" cy="95249"/>
                </a:xfrm>
                <a:custGeom>
                  <a:avLst/>
                  <a:gdLst/>
                  <a:ahLst/>
                  <a:cxnLst/>
                  <a:rect l="l" t="t" r="r" b="b"/>
                  <a:pathLst>
                    <a:path w="1317" h="598" extrusionOk="0">
                      <a:moveTo>
                        <a:pt x="1" y="1"/>
                      </a:moveTo>
                      <a:lnTo>
                        <a:pt x="1" y="598"/>
                      </a:lnTo>
                      <a:lnTo>
                        <a:pt x="1317" y="598"/>
                      </a:lnTo>
                      <a:lnTo>
                        <a:pt x="13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5"/>
                <p:cNvSpPr/>
                <p:nvPr/>
              </p:nvSpPr>
              <p:spPr>
                <a:xfrm>
                  <a:off x="3503389"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5"/>
                <p:cNvSpPr/>
                <p:nvPr/>
              </p:nvSpPr>
              <p:spPr>
                <a:xfrm>
                  <a:off x="3293779" y="4094355"/>
                  <a:ext cx="209768" cy="583124"/>
                </a:xfrm>
                <a:custGeom>
                  <a:avLst/>
                  <a:gdLst/>
                  <a:ahLst/>
                  <a:cxnLst/>
                  <a:rect l="l" t="t" r="r" b="b"/>
                  <a:pathLst>
                    <a:path w="1317" h="3661" extrusionOk="0">
                      <a:moveTo>
                        <a:pt x="1" y="1"/>
                      </a:moveTo>
                      <a:lnTo>
                        <a:pt x="1" y="3661"/>
                      </a:lnTo>
                      <a:lnTo>
                        <a:pt x="1317" y="3661"/>
                      </a:lnTo>
                      <a:lnTo>
                        <a:pt x="13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5"/>
                <p:cNvSpPr/>
                <p:nvPr/>
              </p:nvSpPr>
              <p:spPr>
                <a:xfrm>
                  <a:off x="3503389"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5"/>
                <p:cNvSpPr/>
                <p:nvPr/>
              </p:nvSpPr>
              <p:spPr>
                <a:xfrm>
                  <a:off x="414378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5"/>
                <p:cNvSpPr/>
                <p:nvPr/>
              </p:nvSpPr>
              <p:spPr>
                <a:xfrm>
                  <a:off x="225043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5"/>
                <p:cNvSpPr/>
                <p:nvPr/>
              </p:nvSpPr>
              <p:spPr>
                <a:xfrm>
                  <a:off x="225043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5"/>
                <p:cNvSpPr/>
                <p:nvPr/>
              </p:nvSpPr>
              <p:spPr>
                <a:xfrm>
                  <a:off x="256580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5"/>
                <p:cNvSpPr/>
                <p:nvPr/>
              </p:nvSpPr>
              <p:spPr>
                <a:xfrm>
                  <a:off x="254637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5"/>
                <p:cNvSpPr/>
                <p:nvPr/>
              </p:nvSpPr>
              <p:spPr>
                <a:xfrm>
                  <a:off x="280886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5"/>
                <p:cNvSpPr/>
                <p:nvPr/>
              </p:nvSpPr>
              <p:spPr>
                <a:xfrm>
                  <a:off x="278943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25"/>
                <p:cNvSpPr/>
                <p:nvPr/>
              </p:nvSpPr>
              <p:spPr>
                <a:xfrm>
                  <a:off x="305192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5"/>
                <p:cNvSpPr/>
                <p:nvPr/>
              </p:nvSpPr>
              <p:spPr>
                <a:xfrm>
                  <a:off x="303249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5"/>
                <p:cNvSpPr/>
                <p:nvPr/>
              </p:nvSpPr>
              <p:spPr>
                <a:xfrm>
                  <a:off x="329673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25"/>
                <p:cNvSpPr/>
                <p:nvPr/>
              </p:nvSpPr>
              <p:spPr>
                <a:xfrm>
                  <a:off x="327555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25"/>
                <p:cNvSpPr/>
                <p:nvPr/>
              </p:nvSpPr>
              <p:spPr>
                <a:xfrm>
                  <a:off x="353963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5"/>
                <p:cNvSpPr/>
                <p:nvPr/>
              </p:nvSpPr>
              <p:spPr>
                <a:xfrm>
                  <a:off x="351861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5"/>
                <p:cNvSpPr/>
                <p:nvPr/>
              </p:nvSpPr>
              <p:spPr>
                <a:xfrm>
                  <a:off x="378269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5"/>
                <p:cNvSpPr/>
                <p:nvPr/>
              </p:nvSpPr>
              <p:spPr>
                <a:xfrm>
                  <a:off x="376342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5"/>
                <p:cNvSpPr/>
                <p:nvPr/>
              </p:nvSpPr>
              <p:spPr>
                <a:xfrm>
                  <a:off x="402575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25"/>
                <p:cNvSpPr/>
                <p:nvPr/>
              </p:nvSpPr>
              <p:spPr>
                <a:xfrm>
                  <a:off x="400648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25"/>
                <p:cNvSpPr/>
                <p:nvPr/>
              </p:nvSpPr>
              <p:spPr>
                <a:xfrm>
                  <a:off x="414378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5"/>
                <p:cNvSpPr/>
                <p:nvPr/>
              </p:nvSpPr>
              <p:spPr>
                <a:xfrm>
                  <a:off x="420191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5"/>
                <p:cNvSpPr/>
                <p:nvPr/>
              </p:nvSpPr>
              <p:spPr>
                <a:xfrm>
                  <a:off x="225043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2" name="Google Shape;532;p25"/>
              <p:cNvGrpSpPr/>
              <p:nvPr/>
            </p:nvGrpSpPr>
            <p:grpSpPr>
              <a:xfrm flipH="1">
                <a:off x="1671299" y="4445837"/>
                <a:ext cx="2988670" cy="1555435"/>
                <a:chOff x="247500" y="3377600"/>
                <a:chExt cx="2497635" cy="1299879"/>
              </a:xfrm>
            </p:grpSpPr>
            <p:sp>
              <p:nvSpPr>
                <p:cNvPr id="533" name="Google Shape;533;p25"/>
                <p:cNvSpPr/>
                <p:nvPr/>
              </p:nvSpPr>
              <p:spPr>
                <a:xfrm>
                  <a:off x="79350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5"/>
                <p:cNvSpPr/>
                <p:nvPr/>
              </p:nvSpPr>
              <p:spPr>
                <a:xfrm>
                  <a:off x="30388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5"/>
                <p:cNvSpPr/>
                <p:nvPr/>
              </p:nvSpPr>
              <p:spPr>
                <a:xfrm>
                  <a:off x="24750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5"/>
                <p:cNvSpPr/>
                <p:nvPr/>
              </p:nvSpPr>
              <p:spPr>
                <a:xfrm>
                  <a:off x="24750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5"/>
                <p:cNvSpPr/>
                <p:nvPr/>
              </p:nvSpPr>
              <p:spPr>
                <a:xfrm>
                  <a:off x="1408159"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5"/>
                <p:cNvSpPr/>
                <p:nvPr/>
              </p:nvSpPr>
              <p:spPr>
                <a:xfrm>
                  <a:off x="1679410" y="3817847"/>
                  <a:ext cx="153384" cy="181579"/>
                </a:xfrm>
                <a:custGeom>
                  <a:avLst/>
                  <a:gdLst/>
                  <a:ahLst/>
                  <a:cxnLst/>
                  <a:rect l="l" t="t" r="r" b="b"/>
                  <a:pathLst>
                    <a:path w="963" h="1140" extrusionOk="0">
                      <a:moveTo>
                        <a:pt x="1" y="1"/>
                      </a:moveTo>
                      <a:lnTo>
                        <a:pt x="1" y="786"/>
                      </a:lnTo>
                      <a:cubicBezTo>
                        <a:pt x="1" y="985"/>
                        <a:pt x="155" y="1140"/>
                        <a:pt x="35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5"/>
                <p:cNvSpPr/>
                <p:nvPr/>
              </p:nvSpPr>
              <p:spPr>
                <a:xfrm>
                  <a:off x="1468047" y="3999265"/>
                  <a:ext cx="211521" cy="95249"/>
                </a:xfrm>
                <a:custGeom>
                  <a:avLst/>
                  <a:gdLst/>
                  <a:ahLst/>
                  <a:cxnLst/>
                  <a:rect l="l" t="t" r="r" b="b"/>
                  <a:pathLst>
                    <a:path w="1328" h="598" extrusionOk="0">
                      <a:moveTo>
                        <a:pt x="1" y="1"/>
                      </a:moveTo>
                      <a:lnTo>
                        <a:pt x="1" y="598"/>
                      </a:lnTo>
                      <a:lnTo>
                        <a:pt x="1328" y="598"/>
                      </a:lnTo>
                      <a:lnTo>
                        <a:pt x="13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5"/>
                <p:cNvSpPr/>
                <p:nvPr/>
              </p:nvSpPr>
              <p:spPr>
                <a:xfrm>
                  <a:off x="1679410"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5"/>
                <p:cNvSpPr/>
                <p:nvPr/>
              </p:nvSpPr>
              <p:spPr>
                <a:xfrm>
                  <a:off x="1468047" y="4094355"/>
                  <a:ext cx="211521" cy="583124"/>
                </a:xfrm>
                <a:custGeom>
                  <a:avLst/>
                  <a:gdLst/>
                  <a:ahLst/>
                  <a:cxnLst/>
                  <a:rect l="l" t="t" r="r" b="b"/>
                  <a:pathLst>
                    <a:path w="1328" h="3661" extrusionOk="0">
                      <a:moveTo>
                        <a:pt x="1" y="1"/>
                      </a:moveTo>
                      <a:lnTo>
                        <a:pt x="1" y="3661"/>
                      </a:lnTo>
                      <a:lnTo>
                        <a:pt x="1328" y="3661"/>
                      </a:lnTo>
                      <a:lnTo>
                        <a:pt x="13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5"/>
                <p:cNvSpPr/>
                <p:nvPr/>
              </p:nvSpPr>
              <p:spPr>
                <a:xfrm>
                  <a:off x="1679410"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25"/>
                <p:cNvSpPr/>
                <p:nvPr/>
              </p:nvSpPr>
              <p:spPr>
                <a:xfrm>
                  <a:off x="219723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5"/>
                <p:cNvSpPr/>
                <p:nvPr/>
              </p:nvSpPr>
              <p:spPr>
                <a:xfrm>
                  <a:off x="30388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5"/>
                <p:cNvSpPr/>
                <p:nvPr/>
              </p:nvSpPr>
              <p:spPr>
                <a:xfrm>
                  <a:off x="30388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5"/>
                <p:cNvSpPr/>
                <p:nvPr/>
              </p:nvSpPr>
              <p:spPr>
                <a:xfrm>
                  <a:off x="37619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5"/>
                <p:cNvSpPr/>
                <p:nvPr/>
              </p:nvSpPr>
              <p:spPr>
                <a:xfrm>
                  <a:off x="35676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5"/>
                <p:cNvSpPr/>
                <p:nvPr/>
              </p:nvSpPr>
              <p:spPr>
                <a:xfrm>
                  <a:off x="61925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5"/>
                <p:cNvSpPr/>
                <p:nvPr/>
              </p:nvSpPr>
              <p:spPr>
                <a:xfrm>
                  <a:off x="59982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25"/>
                <p:cNvSpPr/>
                <p:nvPr/>
              </p:nvSpPr>
              <p:spPr>
                <a:xfrm>
                  <a:off x="86231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5"/>
                <p:cNvSpPr/>
                <p:nvPr/>
              </p:nvSpPr>
              <p:spPr>
                <a:xfrm>
                  <a:off x="84288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5"/>
                <p:cNvSpPr/>
                <p:nvPr/>
              </p:nvSpPr>
              <p:spPr>
                <a:xfrm>
                  <a:off x="110537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5"/>
                <p:cNvSpPr/>
                <p:nvPr/>
              </p:nvSpPr>
              <p:spPr>
                <a:xfrm>
                  <a:off x="108594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5"/>
                <p:cNvSpPr/>
                <p:nvPr/>
              </p:nvSpPr>
              <p:spPr>
                <a:xfrm>
                  <a:off x="135018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25"/>
                <p:cNvSpPr/>
                <p:nvPr/>
              </p:nvSpPr>
              <p:spPr>
                <a:xfrm>
                  <a:off x="132900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5"/>
                <p:cNvSpPr/>
                <p:nvPr/>
              </p:nvSpPr>
              <p:spPr>
                <a:xfrm>
                  <a:off x="159308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25"/>
                <p:cNvSpPr/>
                <p:nvPr/>
              </p:nvSpPr>
              <p:spPr>
                <a:xfrm>
                  <a:off x="157206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25"/>
                <p:cNvSpPr/>
                <p:nvPr/>
              </p:nvSpPr>
              <p:spPr>
                <a:xfrm>
                  <a:off x="183614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25"/>
                <p:cNvSpPr/>
                <p:nvPr/>
              </p:nvSpPr>
              <p:spPr>
                <a:xfrm>
                  <a:off x="181687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5"/>
                <p:cNvSpPr/>
                <p:nvPr/>
              </p:nvSpPr>
              <p:spPr>
                <a:xfrm>
                  <a:off x="207920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5"/>
                <p:cNvSpPr/>
                <p:nvPr/>
              </p:nvSpPr>
              <p:spPr>
                <a:xfrm>
                  <a:off x="205993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5"/>
                <p:cNvSpPr/>
                <p:nvPr/>
              </p:nvSpPr>
              <p:spPr>
                <a:xfrm>
                  <a:off x="219723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25"/>
                <p:cNvSpPr/>
                <p:nvPr/>
              </p:nvSpPr>
              <p:spPr>
                <a:xfrm>
                  <a:off x="225536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5"/>
                <p:cNvSpPr/>
                <p:nvPr/>
              </p:nvSpPr>
              <p:spPr>
                <a:xfrm>
                  <a:off x="30388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5"/>
                <p:cNvSpPr/>
                <p:nvPr/>
              </p:nvSpPr>
              <p:spPr>
                <a:xfrm>
                  <a:off x="230331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6" name="Google Shape;566;p25"/>
              <p:cNvGrpSpPr/>
              <p:nvPr/>
            </p:nvGrpSpPr>
            <p:grpSpPr>
              <a:xfrm flipH="1">
                <a:off x="-657980" y="4445837"/>
                <a:ext cx="2988670" cy="1555435"/>
                <a:chOff x="247500" y="3377600"/>
                <a:chExt cx="2497635" cy="1299879"/>
              </a:xfrm>
            </p:grpSpPr>
            <p:sp>
              <p:nvSpPr>
                <p:cNvPr id="567" name="Google Shape;567;p25"/>
                <p:cNvSpPr/>
                <p:nvPr/>
              </p:nvSpPr>
              <p:spPr>
                <a:xfrm>
                  <a:off x="79350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25"/>
                <p:cNvSpPr/>
                <p:nvPr/>
              </p:nvSpPr>
              <p:spPr>
                <a:xfrm>
                  <a:off x="30388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25"/>
                <p:cNvSpPr/>
                <p:nvPr/>
              </p:nvSpPr>
              <p:spPr>
                <a:xfrm>
                  <a:off x="24750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25"/>
                <p:cNvSpPr/>
                <p:nvPr/>
              </p:nvSpPr>
              <p:spPr>
                <a:xfrm>
                  <a:off x="24750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25"/>
                <p:cNvSpPr/>
                <p:nvPr/>
              </p:nvSpPr>
              <p:spPr>
                <a:xfrm>
                  <a:off x="1408159"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25"/>
                <p:cNvSpPr/>
                <p:nvPr/>
              </p:nvSpPr>
              <p:spPr>
                <a:xfrm>
                  <a:off x="1679410" y="3817847"/>
                  <a:ext cx="153384" cy="181579"/>
                </a:xfrm>
                <a:custGeom>
                  <a:avLst/>
                  <a:gdLst/>
                  <a:ahLst/>
                  <a:cxnLst/>
                  <a:rect l="l" t="t" r="r" b="b"/>
                  <a:pathLst>
                    <a:path w="963" h="1140" extrusionOk="0">
                      <a:moveTo>
                        <a:pt x="1" y="1"/>
                      </a:moveTo>
                      <a:lnTo>
                        <a:pt x="1" y="786"/>
                      </a:lnTo>
                      <a:cubicBezTo>
                        <a:pt x="1" y="985"/>
                        <a:pt x="155" y="1140"/>
                        <a:pt x="35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25"/>
                <p:cNvSpPr/>
                <p:nvPr/>
              </p:nvSpPr>
              <p:spPr>
                <a:xfrm>
                  <a:off x="1468047" y="3999265"/>
                  <a:ext cx="211521" cy="95249"/>
                </a:xfrm>
                <a:custGeom>
                  <a:avLst/>
                  <a:gdLst/>
                  <a:ahLst/>
                  <a:cxnLst/>
                  <a:rect l="l" t="t" r="r" b="b"/>
                  <a:pathLst>
                    <a:path w="1328" h="598" extrusionOk="0">
                      <a:moveTo>
                        <a:pt x="1" y="1"/>
                      </a:moveTo>
                      <a:lnTo>
                        <a:pt x="1" y="598"/>
                      </a:lnTo>
                      <a:lnTo>
                        <a:pt x="1328" y="598"/>
                      </a:lnTo>
                      <a:lnTo>
                        <a:pt x="13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25"/>
                <p:cNvSpPr/>
                <p:nvPr/>
              </p:nvSpPr>
              <p:spPr>
                <a:xfrm>
                  <a:off x="1679410"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25"/>
                <p:cNvSpPr/>
                <p:nvPr/>
              </p:nvSpPr>
              <p:spPr>
                <a:xfrm>
                  <a:off x="1468047" y="4094355"/>
                  <a:ext cx="211521" cy="583124"/>
                </a:xfrm>
                <a:custGeom>
                  <a:avLst/>
                  <a:gdLst/>
                  <a:ahLst/>
                  <a:cxnLst/>
                  <a:rect l="l" t="t" r="r" b="b"/>
                  <a:pathLst>
                    <a:path w="1328" h="3661" extrusionOk="0">
                      <a:moveTo>
                        <a:pt x="1" y="1"/>
                      </a:moveTo>
                      <a:lnTo>
                        <a:pt x="1" y="3661"/>
                      </a:lnTo>
                      <a:lnTo>
                        <a:pt x="1328" y="3661"/>
                      </a:lnTo>
                      <a:lnTo>
                        <a:pt x="13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25"/>
                <p:cNvSpPr/>
                <p:nvPr/>
              </p:nvSpPr>
              <p:spPr>
                <a:xfrm>
                  <a:off x="1679410"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25"/>
                <p:cNvSpPr/>
                <p:nvPr/>
              </p:nvSpPr>
              <p:spPr>
                <a:xfrm>
                  <a:off x="219723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25"/>
                <p:cNvSpPr/>
                <p:nvPr/>
              </p:nvSpPr>
              <p:spPr>
                <a:xfrm>
                  <a:off x="30388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25"/>
                <p:cNvSpPr/>
                <p:nvPr/>
              </p:nvSpPr>
              <p:spPr>
                <a:xfrm>
                  <a:off x="30388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25"/>
                <p:cNvSpPr/>
                <p:nvPr/>
              </p:nvSpPr>
              <p:spPr>
                <a:xfrm>
                  <a:off x="37619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25"/>
                <p:cNvSpPr/>
                <p:nvPr/>
              </p:nvSpPr>
              <p:spPr>
                <a:xfrm>
                  <a:off x="35676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25"/>
                <p:cNvSpPr/>
                <p:nvPr/>
              </p:nvSpPr>
              <p:spPr>
                <a:xfrm>
                  <a:off x="61925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25"/>
                <p:cNvSpPr/>
                <p:nvPr/>
              </p:nvSpPr>
              <p:spPr>
                <a:xfrm>
                  <a:off x="59982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5"/>
                <p:cNvSpPr/>
                <p:nvPr/>
              </p:nvSpPr>
              <p:spPr>
                <a:xfrm>
                  <a:off x="86231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25"/>
                <p:cNvSpPr/>
                <p:nvPr/>
              </p:nvSpPr>
              <p:spPr>
                <a:xfrm>
                  <a:off x="84288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25"/>
                <p:cNvSpPr/>
                <p:nvPr/>
              </p:nvSpPr>
              <p:spPr>
                <a:xfrm>
                  <a:off x="110537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25"/>
                <p:cNvSpPr/>
                <p:nvPr/>
              </p:nvSpPr>
              <p:spPr>
                <a:xfrm>
                  <a:off x="108594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25"/>
                <p:cNvSpPr/>
                <p:nvPr/>
              </p:nvSpPr>
              <p:spPr>
                <a:xfrm>
                  <a:off x="135018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25"/>
                <p:cNvSpPr/>
                <p:nvPr/>
              </p:nvSpPr>
              <p:spPr>
                <a:xfrm>
                  <a:off x="132900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25"/>
                <p:cNvSpPr/>
                <p:nvPr/>
              </p:nvSpPr>
              <p:spPr>
                <a:xfrm>
                  <a:off x="159308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25"/>
                <p:cNvSpPr/>
                <p:nvPr/>
              </p:nvSpPr>
              <p:spPr>
                <a:xfrm>
                  <a:off x="157206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25"/>
                <p:cNvSpPr/>
                <p:nvPr/>
              </p:nvSpPr>
              <p:spPr>
                <a:xfrm>
                  <a:off x="183614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25"/>
                <p:cNvSpPr/>
                <p:nvPr/>
              </p:nvSpPr>
              <p:spPr>
                <a:xfrm>
                  <a:off x="181687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25"/>
                <p:cNvSpPr/>
                <p:nvPr/>
              </p:nvSpPr>
              <p:spPr>
                <a:xfrm>
                  <a:off x="207920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25"/>
                <p:cNvSpPr/>
                <p:nvPr/>
              </p:nvSpPr>
              <p:spPr>
                <a:xfrm>
                  <a:off x="205993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25"/>
                <p:cNvSpPr/>
                <p:nvPr/>
              </p:nvSpPr>
              <p:spPr>
                <a:xfrm>
                  <a:off x="219723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25"/>
                <p:cNvSpPr/>
                <p:nvPr/>
              </p:nvSpPr>
              <p:spPr>
                <a:xfrm>
                  <a:off x="225536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25"/>
                <p:cNvSpPr/>
                <p:nvPr/>
              </p:nvSpPr>
              <p:spPr>
                <a:xfrm>
                  <a:off x="30388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25"/>
                <p:cNvSpPr/>
                <p:nvPr/>
              </p:nvSpPr>
              <p:spPr>
                <a:xfrm>
                  <a:off x="230331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00" name="Google Shape;600;p25"/>
            <p:cNvGrpSpPr/>
            <p:nvPr/>
          </p:nvGrpSpPr>
          <p:grpSpPr>
            <a:xfrm>
              <a:off x="2217378" y="3079875"/>
              <a:ext cx="8839168" cy="1365825"/>
              <a:chOff x="3779103" y="810625"/>
              <a:chExt cx="8839168" cy="1365825"/>
            </a:xfrm>
          </p:grpSpPr>
          <p:grpSp>
            <p:nvGrpSpPr>
              <p:cNvPr id="601" name="Google Shape;601;p25"/>
              <p:cNvGrpSpPr/>
              <p:nvPr/>
            </p:nvGrpSpPr>
            <p:grpSpPr>
              <a:xfrm flipH="1">
                <a:off x="7862900" y="810625"/>
                <a:ext cx="4755371" cy="1365825"/>
                <a:chOff x="635350" y="2679825"/>
                <a:chExt cx="4755371" cy="1365825"/>
              </a:xfrm>
            </p:grpSpPr>
            <p:sp>
              <p:nvSpPr>
                <p:cNvPr id="602" name="Google Shape;602;p25"/>
                <p:cNvSpPr/>
                <p:nvPr/>
              </p:nvSpPr>
              <p:spPr>
                <a:xfrm>
                  <a:off x="4600667" y="3910889"/>
                  <a:ext cx="742049" cy="134760"/>
                </a:xfrm>
                <a:custGeom>
                  <a:avLst/>
                  <a:gdLst/>
                  <a:ahLst/>
                  <a:cxnLst/>
                  <a:rect l="l" t="t" r="r" b="b"/>
                  <a:pathLst>
                    <a:path w="2566" h="466" extrusionOk="0">
                      <a:moveTo>
                        <a:pt x="608" y="1"/>
                      </a:moveTo>
                      <a:cubicBezTo>
                        <a:pt x="531" y="266"/>
                        <a:pt x="288" y="454"/>
                        <a:pt x="0" y="465"/>
                      </a:cubicBezTo>
                      <a:lnTo>
                        <a:pt x="1858" y="465"/>
                      </a:lnTo>
                      <a:cubicBezTo>
                        <a:pt x="2167" y="454"/>
                        <a:pt x="2444" y="277"/>
                        <a:pt x="256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25"/>
                <p:cNvSpPr/>
                <p:nvPr/>
              </p:nvSpPr>
              <p:spPr>
                <a:xfrm>
                  <a:off x="4600667" y="2679825"/>
                  <a:ext cx="719781" cy="96299"/>
                </a:xfrm>
                <a:custGeom>
                  <a:avLst/>
                  <a:gdLst/>
                  <a:ahLst/>
                  <a:cxnLst/>
                  <a:rect l="l" t="t" r="r" b="b"/>
                  <a:pathLst>
                    <a:path w="2489" h="333" extrusionOk="0">
                      <a:moveTo>
                        <a:pt x="0" y="1"/>
                      </a:moveTo>
                      <a:cubicBezTo>
                        <a:pt x="232" y="1"/>
                        <a:pt x="442" y="133"/>
                        <a:pt x="553" y="332"/>
                      </a:cubicBezTo>
                      <a:lnTo>
                        <a:pt x="2488" y="332"/>
                      </a:lnTo>
                      <a:cubicBezTo>
                        <a:pt x="2344" y="122"/>
                        <a:pt x="2112" y="1"/>
                        <a:pt x="18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25"/>
                <p:cNvSpPr/>
                <p:nvPr/>
              </p:nvSpPr>
              <p:spPr>
                <a:xfrm>
                  <a:off x="4779673" y="3543334"/>
                  <a:ext cx="61018" cy="176114"/>
                </a:xfrm>
                <a:custGeom>
                  <a:avLst/>
                  <a:gdLst/>
                  <a:ahLst/>
                  <a:cxnLst/>
                  <a:rect l="l" t="t" r="r" b="b"/>
                  <a:pathLst>
                    <a:path w="211" h="609" extrusionOk="0">
                      <a:moveTo>
                        <a:pt x="0" y="0"/>
                      </a:moveTo>
                      <a:lnTo>
                        <a:pt x="0" y="608"/>
                      </a:lnTo>
                      <a:lnTo>
                        <a:pt x="210" y="608"/>
                      </a:lnTo>
                      <a:lnTo>
                        <a:pt x="2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25"/>
                <p:cNvSpPr/>
                <p:nvPr/>
              </p:nvSpPr>
              <p:spPr>
                <a:xfrm>
                  <a:off x="4760587" y="2775835"/>
                  <a:ext cx="598035" cy="578948"/>
                </a:xfrm>
                <a:custGeom>
                  <a:avLst/>
                  <a:gdLst/>
                  <a:ahLst/>
                  <a:cxnLst/>
                  <a:rect l="l" t="t" r="r" b="b"/>
                  <a:pathLst>
                    <a:path w="2068" h="2002" extrusionOk="0">
                      <a:moveTo>
                        <a:pt x="0" y="0"/>
                      </a:moveTo>
                      <a:cubicBezTo>
                        <a:pt x="44" y="89"/>
                        <a:pt x="66" y="188"/>
                        <a:pt x="66" y="299"/>
                      </a:cubicBezTo>
                      <a:lnTo>
                        <a:pt x="66" y="2002"/>
                      </a:lnTo>
                      <a:lnTo>
                        <a:pt x="276" y="2002"/>
                      </a:lnTo>
                      <a:lnTo>
                        <a:pt x="276" y="288"/>
                      </a:lnTo>
                      <a:lnTo>
                        <a:pt x="1946" y="288"/>
                      </a:lnTo>
                      <a:cubicBezTo>
                        <a:pt x="1990" y="288"/>
                        <a:pt x="2035" y="299"/>
                        <a:pt x="2068" y="321"/>
                      </a:cubicBezTo>
                      <a:cubicBezTo>
                        <a:pt x="2057" y="210"/>
                        <a:pt x="2001" y="100"/>
                        <a:pt x="19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25"/>
                <p:cNvSpPr/>
                <p:nvPr/>
              </p:nvSpPr>
              <p:spPr>
                <a:xfrm>
                  <a:off x="4779673" y="3354496"/>
                  <a:ext cx="61018" cy="96299"/>
                </a:xfrm>
                <a:custGeom>
                  <a:avLst/>
                  <a:gdLst/>
                  <a:ahLst/>
                  <a:cxnLst/>
                  <a:rect l="l" t="t" r="r" b="b"/>
                  <a:pathLst>
                    <a:path w="211" h="333" extrusionOk="0">
                      <a:moveTo>
                        <a:pt x="0" y="1"/>
                      </a:moveTo>
                      <a:lnTo>
                        <a:pt x="0" y="332"/>
                      </a:lnTo>
                      <a:lnTo>
                        <a:pt x="210" y="332"/>
                      </a:lnTo>
                      <a:lnTo>
                        <a:pt x="21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25"/>
                <p:cNvSpPr/>
                <p:nvPr/>
              </p:nvSpPr>
              <p:spPr>
                <a:xfrm>
                  <a:off x="4776492" y="3814880"/>
                  <a:ext cx="585310" cy="96299"/>
                </a:xfrm>
                <a:custGeom>
                  <a:avLst/>
                  <a:gdLst/>
                  <a:ahLst/>
                  <a:cxnLst/>
                  <a:rect l="l" t="t" r="r" b="b"/>
                  <a:pathLst>
                    <a:path w="2024" h="333" extrusionOk="0">
                      <a:moveTo>
                        <a:pt x="11" y="1"/>
                      </a:moveTo>
                      <a:lnTo>
                        <a:pt x="11" y="167"/>
                      </a:lnTo>
                      <a:cubicBezTo>
                        <a:pt x="11" y="222"/>
                        <a:pt x="11" y="277"/>
                        <a:pt x="0" y="333"/>
                      </a:cubicBezTo>
                      <a:lnTo>
                        <a:pt x="1958" y="333"/>
                      </a:lnTo>
                      <a:cubicBezTo>
                        <a:pt x="1991" y="255"/>
                        <a:pt x="2013" y="167"/>
                        <a:pt x="2024" y="89"/>
                      </a:cubicBezTo>
                      <a:lnTo>
                        <a:pt x="2024" y="89"/>
                      </a:lnTo>
                      <a:cubicBezTo>
                        <a:pt x="1980" y="112"/>
                        <a:pt x="1935" y="134"/>
                        <a:pt x="1880" y="134"/>
                      </a:cubicBezTo>
                      <a:lnTo>
                        <a:pt x="221" y="134"/>
                      </a:lnTo>
                      <a:lnTo>
                        <a:pt x="22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25"/>
                <p:cNvSpPr/>
                <p:nvPr/>
              </p:nvSpPr>
              <p:spPr>
                <a:xfrm>
                  <a:off x="4779675" y="3448925"/>
                  <a:ext cx="61025" cy="96300"/>
                </a:xfrm>
                <a:custGeom>
                  <a:avLst/>
                  <a:gdLst/>
                  <a:ahLst/>
                  <a:cxnLst/>
                  <a:rect l="l" t="t" r="r" b="b"/>
                  <a:pathLst>
                    <a:path w="211" h="322" extrusionOk="0">
                      <a:moveTo>
                        <a:pt x="0" y="0"/>
                      </a:moveTo>
                      <a:lnTo>
                        <a:pt x="0" y="321"/>
                      </a:lnTo>
                      <a:lnTo>
                        <a:pt x="210" y="321"/>
                      </a:lnTo>
                      <a:lnTo>
                        <a:pt x="21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25"/>
                <p:cNvSpPr/>
                <p:nvPr/>
              </p:nvSpPr>
              <p:spPr>
                <a:xfrm>
                  <a:off x="4779673" y="3719159"/>
                  <a:ext cx="61018" cy="96009"/>
                </a:xfrm>
                <a:custGeom>
                  <a:avLst/>
                  <a:gdLst/>
                  <a:ahLst/>
                  <a:cxnLst/>
                  <a:rect l="l" t="t" r="r" b="b"/>
                  <a:pathLst>
                    <a:path w="211" h="332" extrusionOk="0">
                      <a:moveTo>
                        <a:pt x="0" y="0"/>
                      </a:moveTo>
                      <a:lnTo>
                        <a:pt x="0" y="332"/>
                      </a:lnTo>
                      <a:lnTo>
                        <a:pt x="210" y="332"/>
                      </a:lnTo>
                      <a:lnTo>
                        <a:pt x="21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25"/>
                <p:cNvSpPr/>
                <p:nvPr/>
              </p:nvSpPr>
              <p:spPr>
                <a:xfrm>
                  <a:off x="4840402" y="2858831"/>
                  <a:ext cx="550319" cy="994796"/>
                </a:xfrm>
                <a:custGeom>
                  <a:avLst/>
                  <a:gdLst/>
                  <a:ahLst/>
                  <a:cxnLst/>
                  <a:rect l="l" t="t" r="r" b="b"/>
                  <a:pathLst>
                    <a:path w="1903" h="3440" extrusionOk="0">
                      <a:moveTo>
                        <a:pt x="1792" y="399"/>
                      </a:moveTo>
                      <a:lnTo>
                        <a:pt x="1792" y="3097"/>
                      </a:lnTo>
                      <a:lnTo>
                        <a:pt x="354" y="3097"/>
                      </a:lnTo>
                      <a:lnTo>
                        <a:pt x="354" y="399"/>
                      </a:lnTo>
                      <a:close/>
                      <a:moveTo>
                        <a:pt x="0" y="1"/>
                      </a:moveTo>
                      <a:cubicBezTo>
                        <a:pt x="133" y="1"/>
                        <a:pt x="233" y="100"/>
                        <a:pt x="233" y="233"/>
                      </a:cubicBezTo>
                      <a:lnTo>
                        <a:pt x="233" y="3196"/>
                      </a:lnTo>
                      <a:cubicBezTo>
                        <a:pt x="233" y="3329"/>
                        <a:pt x="133" y="3440"/>
                        <a:pt x="0" y="3440"/>
                      </a:cubicBezTo>
                      <a:lnTo>
                        <a:pt x="1670" y="3440"/>
                      </a:lnTo>
                      <a:cubicBezTo>
                        <a:pt x="1792" y="3440"/>
                        <a:pt x="1902" y="3329"/>
                        <a:pt x="1902" y="3196"/>
                      </a:cubicBezTo>
                      <a:lnTo>
                        <a:pt x="1902" y="233"/>
                      </a:lnTo>
                      <a:cubicBezTo>
                        <a:pt x="1902" y="156"/>
                        <a:pt x="1858" y="78"/>
                        <a:pt x="1792" y="34"/>
                      </a:cubicBezTo>
                      <a:cubicBezTo>
                        <a:pt x="1759" y="12"/>
                        <a:pt x="1714" y="1"/>
                        <a:pt x="167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25"/>
                <p:cNvSpPr/>
                <p:nvPr/>
              </p:nvSpPr>
              <p:spPr>
                <a:xfrm>
                  <a:off x="4840402" y="2858831"/>
                  <a:ext cx="67380" cy="994796"/>
                </a:xfrm>
                <a:custGeom>
                  <a:avLst/>
                  <a:gdLst/>
                  <a:ahLst/>
                  <a:cxnLst/>
                  <a:rect l="l" t="t" r="r" b="b"/>
                  <a:pathLst>
                    <a:path w="233" h="3440" extrusionOk="0">
                      <a:moveTo>
                        <a:pt x="0" y="1"/>
                      </a:moveTo>
                      <a:lnTo>
                        <a:pt x="0" y="2046"/>
                      </a:lnTo>
                      <a:lnTo>
                        <a:pt x="0" y="3440"/>
                      </a:lnTo>
                      <a:cubicBezTo>
                        <a:pt x="133" y="3440"/>
                        <a:pt x="233" y="3329"/>
                        <a:pt x="233" y="3196"/>
                      </a:cubicBezTo>
                      <a:lnTo>
                        <a:pt x="233" y="233"/>
                      </a:lnTo>
                      <a:cubicBezTo>
                        <a:pt x="233" y="100"/>
                        <a:pt x="133" y="1"/>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25"/>
                <p:cNvSpPr/>
                <p:nvPr/>
              </p:nvSpPr>
              <p:spPr>
                <a:xfrm>
                  <a:off x="5332885" y="2973927"/>
                  <a:ext cx="28918" cy="780510"/>
                </a:xfrm>
                <a:custGeom>
                  <a:avLst/>
                  <a:gdLst/>
                  <a:ahLst/>
                  <a:cxnLst/>
                  <a:rect l="l" t="t" r="r" b="b"/>
                  <a:pathLst>
                    <a:path w="100" h="2699" extrusionOk="0">
                      <a:moveTo>
                        <a:pt x="0" y="1"/>
                      </a:moveTo>
                      <a:lnTo>
                        <a:pt x="0" y="2699"/>
                      </a:lnTo>
                      <a:lnTo>
                        <a:pt x="100" y="2699"/>
                      </a:lnTo>
                      <a:lnTo>
                        <a:pt x="10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25"/>
                <p:cNvSpPr/>
                <p:nvPr/>
              </p:nvSpPr>
              <p:spPr>
                <a:xfrm>
                  <a:off x="4942774" y="2973927"/>
                  <a:ext cx="390400" cy="780510"/>
                </a:xfrm>
                <a:custGeom>
                  <a:avLst/>
                  <a:gdLst/>
                  <a:ahLst/>
                  <a:cxnLst/>
                  <a:rect l="l" t="t" r="r" b="b"/>
                  <a:pathLst>
                    <a:path w="1350" h="2699" extrusionOk="0">
                      <a:moveTo>
                        <a:pt x="0" y="1"/>
                      </a:moveTo>
                      <a:lnTo>
                        <a:pt x="0" y="2699"/>
                      </a:lnTo>
                      <a:lnTo>
                        <a:pt x="1349" y="2699"/>
                      </a:lnTo>
                      <a:lnTo>
                        <a:pt x="13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25"/>
                <p:cNvSpPr/>
                <p:nvPr/>
              </p:nvSpPr>
              <p:spPr>
                <a:xfrm>
                  <a:off x="635350" y="2862012"/>
                  <a:ext cx="54656" cy="988434"/>
                </a:xfrm>
                <a:custGeom>
                  <a:avLst/>
                  <a:gdLst/>
                  <a:ahLst/>
                  <a:cxnLst/>
                  <a:rect l="l" t="t" r="r" b="b"/>
                  <a:pathLst>
                    <a:path w="189" h="3418" extrusionOk="0">
                      <a:moveTo>
                        <a:pt x="189" y="1"/>
                      </a:moveTo>
                      <a:cubicBezTo>
                        <a:pt x="78" y="23"/>
                        <a:pt x="1" y="111"/>
                        <a:pt x="1" y="222"/>
                      </a:cubicBezTo>
                      <a:lnTo>
                        <a:pt x="1" y="3185"/>
                      </a:lnTo>
                      <a:cubicBezTo>
                        <a:pt x="1" y="3296"/>
                        <a:pt x="78" y="3395"/>
                        <a:pt x="189" y="3418"/>
                      </a:cubicBezTo>
                      <a:lnTo>
                        <a:pt x="189" y="2975"/>
                      </a:lnTo>
                      <a:lnTo>
                        <a:pt x="189" y="2964"/>
                      </a:lnTo>
                      <a:lnTo>
                        <a:pt x="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25"/>
                <p:cNvSpPr/>
                <p:nvPr/>
              </p:nvSpPr>
              <p:spPr>
                <a:xfrm>
                  <a:off x="689717" y="3719159"/>
                  <a:ext cx="4090233" cy="96009"/>
                </a:xfrm>
                <a:custGeom>
                  <a:avLst/>
                  <a:gdLst/>
                  <a:ahLst/>
                  <a:cxnLst/>
                  <a:rect l="l" t="t" r="r" b="b"/>
                  <a:pathLst>
                    <a:path w="14144" h="332" extrusionOk="0">
                      <a:moveTo>
                        <a:pt x="1" y="0"/>
                      </a:moveTo>
                      <a:lnTo>
                        <a:pt x="1" y="332"/>
                      </a:lnTo>
                      <a:lnTo>
                        <a:pt x="14143" y="332"/>
                      </a:lnTo>
                      <a:lnTo>
                        <a:pt x="1414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25"/>
                <p:cNvSpPr/>
                <p:nvPr/>
              </p:nvSpPr>
              <p:spPr>
                <a:xfrm>
                  <a:off x="689717" y="3546515"/>
                  <a:ext cx="4090233" cy="172933"/>
                </a:xfrm>
                <a:custGeom>
                  <a:avLst/>
                  <a:gdLst/>
                  <a:ahLst/>
                  <a:cxnLst/>
                  <a:rect l="l" t="t" r="r" b="b"/>
                  <a:pathLst>
                    <a:path w="14144" h="598" extrusionOk="0">
                      <a:moveTo>
                        <a:pt x="1" y="0"/>
                      </a:moveTo>
                      <a:lnTo>
                        <a:pt x="1" y="597"/>
                      </a:lnTo>
                      <a:lnTo>
                        <a:pt x="14143" y="597"/>
                      </a:lnTo>
                      <a:lnTo>
                        <a:pt x="141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25"/>
                <p:cNvSpPr/>
                <p:nvPr/>
              </p:nvSpPr>
              <p:spPr>
                <a:xfrm>
                  <a:off x="689717" y="3814880"/>
                  <a:ext cx="4093414" cy="96299"/>
                </a:xfrm>
                <a:custGeom>
                  <a:avLst/>
                  <a:gdLst/>
                  <a:ahLst/>
                  <a:cxnLst/>
                  <a:rect l="l" t="t" r="r" b="b"/>
                  <a:pathLst>
                    <a:path w="14155" h="333" extrusionOk="0">
                      <a:moveTo>
                        <a:pt x="1" y="1"/>
                      </a:moveTo>
                      <a:lnTo>
                        <a:pt x="1" y="167"/>
                      </a:lnTo>
                      <a:cubicBezTo>
                        <a:pt x="1" y="222"/>
                        <a:pt x="1" y="277"/>
                        <a:pt x="12" y="333"/>
                      </a:cubicBezTo>
                      <a:lnTo>
                        <a:pt x="14132" y="333"/>
                      </a:lnTo>
                      <a:cubicBezTo>
                        <a:pt x="14143" y="277"/>
                        <a:pt x="14154" y="222"/>
                        <a:pt x="14154" y="167"/>
                      </a:cubicBezTo>
                      <a:lnTo>
                        <a:pt x="141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25"/>
                <p:cNvSpPr/>
                <p:nvPr/>
              </p:nvSpPr>
              <p:spPr>
                <a:xfrm>
                  <a:off x="692898" y="3910889"/>
                  <a:ext cx="4083871" cy="134760"/>
                </a:xfrm>
                <a:custGeom>
                  <a:avLst/>
                  <a:gdLst/>
                  <a:ahLst/>
                  <a:cxnLst/>
                  <a:rect l="l" t="t" r="r" b="b"/>
                  <a:pathLst>
                    <a:path w="14122" h="466" extrusionOk="0">
                      <a:moveTo>
                        <a:pt x="1" y="1"/>
                      </a:moveTo>
                      <a:cubicBezTo>
                        <a:pt x="78" y="266"/>
                        <a:pt x="321" y="454"/>
                        <a:pt x="609" y="465"/>
                      </a:cubicBezTo>
                      <a:lnTo>
                        <a:pt x="13513" y="465"/>
                      </a:lnTo>
                      <a:cubicBezTo>
                        <a:pt x="13801" y="454"/>
                        <a:pt x="14044" y="266"/>
                        <a:pt x="1412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25"/>
                <p:cNvSpPr/>
                <p:nvPr/>
              </p:nvSpPr>
              <p:spPr>
                <a:xfrm>
                  <a:off x="689717" y="3354496"/>
                  <a:ext cx="4090233" cy="96299"/>
                </a:xfrm>
                <a:custGeom>
                  <a:avLst/>
                  <a:gdLst/>
                  <a:ahLst/>
                  <a:cxnLst/>
                  <a:rect l="l" t="t" r="r" b="b"/>
                  <a:pathLst>
                    <a:path w="14144" h="333" extrusionOk="0">
                      <a:moveTo>
                        <a:pt x="1" y="1"/>
                      </a:moveTo>
                      <a:lnTo>
                        <a:pt x="1" y="332"/>
                      </a:lnTo>
                      <a:lnTo>
                        <a:pt x="14143" y="332"/>
                      </a:lnTo>
                      <a:lnTo>
                        <a:pt x="141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25"/>
                <p:cNvSpPr/>
                <p:nvPr/>
              </p:nvSpPr>
              <p:spPr>
                <a:xfrm>
                  <a:off x="689717" y="3450505"/>
                  <a:ext cx="4090233" cy="96299"/>
                </a:xfrm>
                <a:custGeom>
                  <a:avLst/>
                  <a:gdLst/>
                  <a:ahLst/>
                  <a:cxnLst/>
                  <a:rect l="l" t="t" r="r" b="b"/>
                  <a:pathLst>
                    <a:path w="14144" h="333" extrusionOk="0">
                      <a:moveTo>
                        <a:pt x="1" y="0"/>
                      </a:moveTo>
                      <a:lnTo>
                        <a:pt x="1" y="332"/>
                      </a:lnTo>
                      <a:lnTo>
                        <a:pt x="14143" y="332"/>
                      </a:lnTo>
                      <a:lnTo>
                        <a:pt x="1414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25"/>
                <p:cNvSpPr/>
                <p:nvPr/>
              </p:nvSpPr>
              <p:spPr>
                <a:xfrm>
                  <a:off x="686536" y="2775835"/>
                  <a:ext cx="4093414" cy="578948"/>
                </a:xfrm>
                <a:custGeom>
                  <a:avLst/>
                  <a:gdLst/>
                  <a:ahLst/>
                  <a:cxnLst/>
                  <a:rect l="l" t="t" r="r" b="b"/>
                  <a:pathLst>
                    <a:path w="14155" h="2002" extrusionOk="0">
                      <a:moveTo>
                        <a:pt x="78" y="0"/>
                      </a:moveTo>
                      <a:cubicBezTo>
                        <a:pt x="34" y="89"/>
                        <a:pt x="12" y="188"/>
                        <a:pt x="1" y="288"/>
                      </a:cubicBezTo>
                      <a:lnTo>
                        <a:pt x="12" y="2002"/>
                      </a:lnTo>
                      <a:lnTo>
                        <a:pt x="14154" y="2002"/>
                      </a:lnTo>
                      <a:lnTo>
                        <a:pt x="14154" y="299"/>
                      </a:lnTo>
                      <a:cubicBezTo>
                        <a:pt x="14154" y="188"/>
                        <a:pt x="14132" y="89"/>
                        <a:pt x="140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25"/>
                <p:cNvSpPr/>
                <p:nvPr/>
              </p:nvSpPr>
              <p:spPr>
                <a:xfrm>
                  <a:off x="709092" y="2679825"/>
                  <a:ext cx="4051771" cy="96299"/>
                </a:xfrm>
                <a:custGeom>
                  <a:avLst/>
                  <a:gdLst/>
                  <a:ahLst/>
                  <a:cxnLst/>
                  <a:rect l="l" t="t" r="r" b="b"/>
                  <a:pathLst>
                    <a:path w="14011" h="333" extrusionOk="0">
                      <a:moveTo>
                        <a:pt x="553" y="1"/>
                      </a:moveTo>
                      <a:cubicBezTo>
                        <a:pt x="321" y="1"/>
                        <a:pt x="100" y="122"/>
                        <a:pt x="0" y="332"/>
                      </a:cubicBezTo>
                      <a:lnTo>
                        <a:pt x="14010" y="332"/>
                      </a:lnTo>
                      <a:cubicBezTo>
                        <a:pt x="13899" y="133"/>
                        <a:pt x="13689" y="1"/>
                        <a:pt x="134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25"/>
                <p:cNvSpPr/>
                <p:nvPr/>
              </p:nvSpPr>
              <p:spPr>
                <a:xfrm>
                  <a:off x="1246111" y="2775835"/>
                  <a:ext cx="326490" cy="1039331"/>
                </a:xfrm>
                <a:custGeom>
                  <a:avLst/>
                  <a:gdLst/>
                  <a:ahLst/>
                  <a:cxnLst/>
                  <a:rect l="l" t="t" r="r" b="b"/>
                  <a:pathLst>
                    <a:path w="1129" h="3594" extrusionOk="0">
                      <a:moveTo>
                        <a:pt x="1" y="0"/>
                      </a:moveTo>
                      <a:lnTo>
                        <a:pt x="1" y="3594"/>
                      </a:lnTo>
                      <a:lnTo>
                        <a:pt x="1129" y="3594"/>
                      </a:lnTo>
                      <a:lnTo>
                        <a:pt x="1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25"/>
                <p:cNvSpPr/>
                <p:nvPr/>
              </p:nvSpPr>
              <p:spPr>
                <a:xfrm>
                  <a:off x="1546864" y="2775835"/>
                  <a:ext cx="25737" cy="1039331"/>
                </a:xfrm>
                <a:custGeom>
                  <a:avLst/>
                  <a:gdLst/>
                  <a:ahLst/>
                  <a:cxnLst/>
                  <a:rect l="l" t="t" r="r" b="b"/>
                  <a:pathLst>
                    <a:path w="89" h="3594" extrusionOk="0">
                      <a:moveTo>
                        <a:pt x="0" y="0"/>
                      </a:moveTo>
                      <a:lnTo>
                        <a:pt x="0" y="3594"/>
                      </a:lnTo>
                      <a:lnTo>
                        <a:pt x="89" y="3594"/>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25"/>
                <p:cNvSpPr/>
                <p:nvPr/>
              </p:nvSpPr>
              <p:spPr>
                <a:xfrm>
                  <a:off x="1220662" y="2775835"/>
                  <a:ext cx="25737" cy="1039331"/>
                </a:xfrm>
                <a:custGeom>
                  <a:avLst/>
                  <a:gdLst/>
                  <a:ahLst/>
                  <a:cxnLst/>
                  <a:rect l="l" t="t" r="r" b="b"/>
                  <a:pathLst>
                    <a:path w="89" h="3594" extrusionOk="0">
                      <a:moveTo>
                        <a:pt x="0" y="0"/>
                      </a:moveTo>
                      <a:lnTo>
                        <a:pt x="0" y="3594"/>
                      </a:lnTo>
                      <a:lnTo>
                        <a:pt x="89" y="3594"/>
                      </a:lnTo>
                      <a:lnTo>
                        <a:pt x="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25"/>
                <p:cNvSpPr/>
                <p:nvPr/>
              </p:nvSpPr>
              <p:spPr>
                <a:xfrm>
                  <a:off x="1901695" y="2775835"/>
                  <a:ext cx="326490" cy="1039331"/>
                </a:xfrm>
                <a:custGeom>
                  <a:avLst/>
                  <a:gdLst/>
                  <a:ahLst/>
                  <a:cxnLst/>
                  <a:rect l="l" t="t" r="r" b="b"/>
                  <a:pathLst>
                    <a:path w="1129" h="3594" extrusionOk="0">
                      <a:moveTo>
                        <a:pt x="1" y="0"/>
                      </a:moveTo>
                      <a:lnTo>
                        <a:pt x="1" y="3594"/>
                      </a:lnTo>
                      <a:lnTo>
                        <a:pt x="1128" y="3594"/>
                      </a:lnTo>
                      <a:lnTo>
                        <a:pt x="11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25"/>
                <p:cNvSpPr/>
                <p:nvPr/>
              </p:nvSpPr>
              <p:spPr>
                <a:xfrm>
                  <a:off x="2202159" y="2775835"/>
                  <a:ext cx="26027" cy="1039331"/>
                </a:xfrm>
                <a:custGeom>
                  <a:avLst/>
                  <a:gdLst/>
                  <a:ahLst/>
                  <a:cxnLst/>
                  <a:rect l="l" t="t" r="r" b="b"/>
                  <a:pathLst>
                    <a:path w="90" h="3594" extrusionOk="0">
                      <a:moveTo>
                        <a:pt x="1" y="0"/>
                      </a:moveTo>
                      <a:lnTo>
                        <a:pt x="1" y="3594"/>
                      </a:lnTo>
                      <a:lnTo>
                        <a:pt x="89" y="3594"/>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25"/>
                <p:cNvSpPr/>
                <p:nvPr/>
              </p:nvSpPr>
              <p:spPr>
                <a:xfrm>
                  <a:off x="1876247" y="2775835"/>
                  <a:ext cx="25737" cy="1039331"/>
                </a:xfrm>
                <a:custGeom>
                  <a:avLst/>
                  <a:gdLst/>
                  <a:ahLst/>
                  <a:cxnLst/>
                  <a:rect l="l" t="t" r="r" b="b"/>
                  <a:pathLst>
                    <a:path w="89" h="3594" extrusionOk="0">
                      <a:moveTo>
                        <a:pt x="0" y="0"/>
                      </a:moveTo>
                      <a:lnTo>
                        <a:pt x="0" y="3594"/>
                      </a:lnTo>
                      <a:lnTo>
                        <a:pt x="89" y="3594"/>
                      </a:lnTo>
                      <a:lnTo>
                        <a:pt x="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25"/>
                <p:cNvSpPr/>
                <p:nvPr/>
              </p:nvSpPr>
              <p:spPr>
                <a:xfrm>
                  <a:off x="2560460" y="2775835"/>
                  <a:ext cx="323309" cy="1039331"/>
                </a:xfrm>
                <a:custGeom>
                  <a:avLst/>
                  <a:gdLst/>
                  <a:ahLst/>
                  <a:cxnLst/>
                  <a:rect l="l" t="t" r="r" b="b"/>
                  <a:pathLst>
                    <a:path w="1118" h="3594" extrusionOk="0">
                      <a:moveTo>
                        <a:pt x="0" y="0"/>
                      </a:moveTo>
                      <a:lnTo>
                        <a:pt x="0" y="3594"/>
                      </a:lnTo>
                      <a:lnTo>
                        <a:pt x="1117" y="3594"/>
                      </a:lnTo>
                      <a:lnTo>
                        <a:pt x="111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25"/>
                <p:cNvSpPr/>
                <p:nvPr/>
              </p:nvSpPr>
              <p:spPr>
                <a:xfrm>
                  <a:off x="2857743" y="2775835"/>
                  <a:ext cx="26027" cy="1039331"/>
                </a:xfrm>
                <a:custGeom>
                  <a:avLst/>
                  <a:gdLst/>
                  <a:ahLst/>
                  <a:cxnLst/>
                  <a:rect l="l" t="t" r="r" b="b"/>
                  <a:pathLst>
                    <a:path w="90" h="3594" extrusionOk="0">
                      <a:moveTo>
                        <a:pt x="1" y="0"/>
                      </a:moveTo>
                      <a:lnTo>
                        <a:pt x="1" y="3594"/>
                      </a:lnTo>
                      <a:lnTo>
                        <a:pt x="89" y="3594"/>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25"/>
                <p:cNvSpPr/>
                <p:nvPr/>
              </p:nvSpPr>
              <p:spPr>
                <a:xfrm>
                  <a:off x="2534723" y="2775835"/>
                  <a:ext cx="26027" cy="1039331"/>
                </a:xfrm>
                <a:custGeom>
                  <a:avLst/>
                  <a:gdLst/>
                  <a:ahLst/>
                  <a:cxnLst/>
                  <a:rect l="l" t="t" r="r" b="b"/>
                  <a:pathLst>
                    <a:path w="90" h="3594" extrusionOk="0">
                      <a:moveTo>
                        <a:pt x="1" y="0"/>
                      </a:moveTo>
                      <a:lnTo>
                        <a:pt x="1" y="3594"/>
                      </a:lnTo>
                      <a:lnTo>
                        <a:pt x="89" y="3594"/>
                      </a:lnTo>
                      <a:lnTo>
                        <a:pt x="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25"/>
                <p:cNvSpPr/>
                <p:nvPr/>
              </p:nvSpPr>
              <p:spPr>
                <a:xfrm>
                  <a:off x="987289" y="2910017"/>
                  <a:ext cx="32100" cy="323309"/>
                </a:xfrm>
                <a:custGeom>
                  <a:avLst/>
                  <a:gdLst/>
                  <a:ahLst/>
                  <a:cxnLst/>
                  <a:rect l="l" t="t" r="r" b="b"/>
                  <a:pathLst>
                    <a:path w="111" h="1118" extrusionOk="0">
                      <a:moveTo>
                        <a:pt x="77" y="1"/>
                      </a:moveTo>
                      <a:cubicBezTo>
                        <a:pt x="33" y="1"/>
                        <a:pt x="0" y="34"/>
                        <a:pt x="0" y="89"/>
                      </a:cubicBezTo>
                      <a:lnTo>
                        <a:pt x="0" y="1040"/>
                      </a:lnTo>
                      <a:cubicBezTo>
                        <a:pt x="0" y="1084"/>
                        <a:pt x="33" y="1117"/>
                        <a:pt x="77" y="1117"/>
                      </a:cubicBezTo>
                      <a:lnTo>
                        <a:pt x="111" y="1117"/>
                      </a:lnTo>
                      <a:cubicBezTo>
                        <a:pt x="66" y="1117"/>
                        <a:pt x="33" y="1084"/>
                        <a:pt x="33" y="1040"/>
                      </a:cubicBezTo>
                      <a:lnTo>
                        <a:pt x="33" y="89"/>
                      </a:lnTo>
                      <a:cubicBezTo>
                        <a:pt x="33" y="34"/>
                        <a:pt x="66" y="1"/>
                        <a:pt x="1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25"/>
                <p:cNvSpPr/>
                <p:nvPr/>
              </p:nvSpPr>
              <p:spPr>
                <a:xfrm>
                  <a:off x="1116553" y="2910017"/>
                  <a:ext cx="32389" cy="323309"/>
                </a:xfrm>
                <a:custGeom>
                  <a:avLst/>
                  <a:gdLst/>
                  <a:ahLst/>
                  <a:cxnLst/>
                  <a:rect l="l" t="t" r="r" b="b"/>
                  <a:pathLst>
                    <a:path w="112" h="1118" extrusionOk="0">
                      <a:moveTo>
                        <a:pt x="0" y="1"/>
                      </a:moveTo>
                      <a:cubicBezTo>
                        <a:pt x="45" y="1"/>
                        <a:pt x="78" y="34"/>
                        <a:pt x="78" y="89"/>
                      </a:cubicBezTo>
                      <a:lnTo>
                        <a:pt x="78" y="1040"/>
                      </a:lnTo>
                      <a:cubicBezTo>
                        <a:pt x="78" y="1084"/>
                        <a:pt x="45" y="1117"/>
                        <a:pt x="0" y="1117"/>
                      </a:cubicBezTo>
                      <a:lnTo>
                        <a:pt x="34" y="1117"/>
                      </a:lnTo>
                      <a:cubicBezTo>
                        <a:pt x="78" y="1117"/>
                        <a:pt x="111" y="1084"/>
                        <a:pt x="111" y="1040"/>
                      </a:cubicBezTo>
                      <a:lnTo>
                        <a:pt x="111" y="89"/>
                      </a:lnTo>
                      <a:cubicBezTo>
                        <a:pt x="111" y="34"/>
                        <a:pt x="78" y="1"/>
                        <a:pt x="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25"/>
                <p:cNvSpPr/>
                <p:nvPr/>
              </p:nvSpPr>
              <p:spPr>
                <a:xfrm>
                  <a:off x="993651" y="2910017"/>
                  <a:ext cx="144014" cy="323309"/>
                </a:xfrm>
                <a:custGeom>
                  <a:avLst/>
                  <a:gdLst/>
                  <a:ahLst/>
                  <a:cxnLst/>
                  <a:rect l="l" t="t" r="r" b="b"/>
                  <a:pathLst>
                    <a:path w="498" h="1118" extrusionOk="0">
                      <a:moveTo>
                        <a:pt x="89" y="1"/>
                      </a:moveTo>
                      <a:cubicBezTo>
                        <a:pt x="44" y="1"/>
                        <a:pt x="0" y="34"/>
                        <a:pt x="0" y="78"/>
                      </a:cubicBezTo>
                      <a:lnTo>
                        <a:pt x="0" y="1040"/>
                      </a:lnTo>
                      <a:cubicBezTo>
                        <a:pt x="0" y="1084"/>
                        <a:pt x="44" y="1117"/>
                        <a:pt x="89" y="1117"/>
                      </a:cubicBezTo>
                      <a:lnTo>
                        <a:pt x="420" y="1117"/>
                      </a:lnTo>
                      <a:cubicBezTo>
                        <a:pt x="465" y="1117"/>
                        <a:pt x="498" y="1084"/>
                        <a:pt x="498" y="1040"/>
                      </a:cubicBezTo>
                      <a:lnTo>
                        <a:pt x="498" y="78"/>
                      </a:lnTo>
                      <a:cubicBezTo>
                        <a:pt x="498" y="34"/>
                        <a:pt x="465" y="1"/>
                        <a:pt x="42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25"/>
                <p:cNvSpPr/>
                <p:nvPr/>
              </p:nvSpPr>
              <p:spPr>
                <a:xfrm>
                  <a:off x="1313202" y="2910017"/>
                  <a:ext cx="35570" cy="323309"/>
                </a:xfrm>
                <a:custGeom>
                  <a:avLst/>
                  <a:gdLst/>
                  <a:ahLst/>
                  <a:cxnLst/>
                  <a:rect l="l" t="t" r="r" b="b"/>
                  <a:pathLst>
                    <a:path w="123" h="1118" extrusionOk="0">
                      <a:moveTo>
                        <a:pt x="78" y="1"/>
                      </a:moveTo>
                      <a:cubicBezTo>
                        <a:pt x="34" y="1"/>
                        <a:pt x="1" y="34"/>
                        <a:pt x="1" y="89"/>
                      </a:cubicBezTo>
                      <a:lnTo>
                        <a:pt x="1" y="1040"/>
                      </a:lnTo>
                      <a:cubicBezTo>
                        <a:pt x="1" y="1084"/>
                        <a:pt x="34" y="1117"/>
                        <a:pt x="78" y="1117"/>
                      </a:cubicBezTo>
                      <a:lnTo>
                        <a:pt x="123" y="1117"/>
                      </a:lnTo>
                      <a:cubicBezTo>
                        <a:pt x="78" y="1117"/>
                        <a:pt x="34" y="1084"/>
                        <a:pt x="34" y="1040"/>
                      </a:cubicBezTo>
                      <a:lnTo>
                        <a:pt x="34" y="89"/>
                      </a:lnTo>
                      <a:cubicBezTo>
                        <a:pt x="34" y="34"/>
                        <a:pt x="78" y="1"/>
                        <a:pt x="1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25"/>
                <p:cNvSpPr/>
                <p:nvPr/>
              </p:nvSpPr>
              <p:spPr>
                <a:xfrm>
                  <a:off x="1444492" y="2910017"/>
                  <a:ext cx="32100" cy="323309"/>
                </a:xfrm>
                <a:custGeom>
                  <a:avLst/>
                  <a:gdLst/>
                  <a:ahLst/>
                  <a:cxnLst/>
                  <a:rect l="l" t="t" r="r" b="b"/>
                  <a:pathLst>
                    <a:path w="111" h="1118" extrusionOk="0">
                      <a:moveTo>
                        <a:pt x="0" y="1"/>
                      </a:moveTo>
                      <a:cubicBezTo>
                        <a:pt x="45" y="1"/>
                        <a:pt x="78" y="34"/>
                        <a:pt x="78" y="89"/>
                      </a:cubicBezTo>
                      <a:lnTo>
                        <a:pt x="78" y="1040"/>
                      </a:lnTo>
                      <a:cubicBezTo>
                        <a:pt x="78" y="1084"/>
                        <a:pt x="45" y="1117"/>
                        <a:pt x="0" y="1117"/>
                      </a:cubicBezTo>
                      <a:lnTo>
                        <a:pt x="33" y="1117"/>
                      </a:lnTo>
                      <a:cubicBezTo>
                        <a:pt x="78" y="1117"/>
                        <a:pt x="111" y="1084"/>
                        <a:pt x="111" y="1040"/>
                      </a:cubicBezTo>
                      <a:lnTo>
                        <a:pt x="111" y="89"/>
                      </a:lnTo>
                      <a:cubicBezTo>
                        <a:pt x="111" y="34"/>
                        <a:pt x="78" y="1"/>
                        <a:pt x="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25"/>
                <p:cNvSpPr/>
                <p:nvPr/>
              </p:nvSpPr>
              <p:spPr>
                <a:xfrm>
                  <a:off x="1323034" y="2910017"/>
                  <a:ext cx="144014" cy="323309"/>
                </a:xfrm>
                <a:custGeom>
                  <a:avLst/>
                  <a:gdLst/>
                  <a:ahLst/>
                  <a:cxnLst/>
                  <a:rect l="l" t="t" r="r" b="b"/>
                  <a:pathLst>
                    <a:path w="498" h="1118" extrusionOk="0">
                      <a:moveTo>
                        <a:pt x="89" y="1"/>
                      </a:moveTo>
                      <a:cubicBezTo>
                        <a:pt x="44" y="1"/>
                        <a:pt x="0" y="34"/>
                        <a:pt x="0" y="78"/>
                      </a:cubicBezTo>
                      <a:lnTo>
                        <a:pt x="0" y="1040"/>
                      </a:lnTo>
                      <a:cubicBezTo>
                        <a:pt x="0" y="1084"/>
                        <a:pt x="44" y="1117"/>
                        <a:pt x="89" y="1117"/>
                      </a:cubicBezTo>
                      <a:lnTo>
                        <a:pt x="420" y="1117"/>
                      </a:lnTo>
                      <a:cubicBezTo>
                        <a:pt x="465" y="1117"/>
                        <a:pt x="498" y="1084"/>
                        <a:pt x="498" y="1040"/>
                      </a:cubicBezTo>
                      <a:lnTo>
                        <a:pt x="498" y="78"/>
                      </a:lnTo>
                      <a:cubicBezTo>
                        <a:pt x="498" y="34"/>
                        <a:pt x="465" y="1"/>
                        <a:pt x="42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25"/>
                <p:cNvSpPr/>
                <p:nvPr/>
              </p:nvSpPr>
              <p:spPr>
                <a:xfrm>
                  <a:off x="1642584" y="2910017"/>
                  <a:ext cx="35570" cy="323887"/>
                </a:xfrm>
                <a:custGeom>
                  <a:avLst/>
                  <a:gdLst/>
                  <a:ahLst/>
                  <a:cxnLst/>
                  <a:rect l="l" t="t" r="r" b="b"/>
                  <a:pathLst>
                    <a:path w="123" h="1120" extrusionOk="0">
                      <a:moveTo>
                        <a:pt x="78" y="1"/>
                      </a:moveTo>
                      <a:cubicBezTo>
                        <a:pt x="34" y="1"/>
                        <a:pt x="1" y="34"/>
                        <a:pt x="1" y="89"/>
                      </a:cubicBezTo>
                      <a:lnTo>
                        <a:pt x="1" y="1040"/>
                      </a:lnTo>
                      <a:cubicBezTo>
                        <a:pt x="1" y="1084"/>
                        <a:pt x="34" y="1117"/>
                        <a:pt x="78" y="1117"/>
                      </a:cubicBezTo>
                      <a:lnTo>
                        <a:pt x="90" y="1117"/>
                      </a:lnTo>
                      <a:cubicBezTo>
                        <a:pt x="54" y="1109"/>
                        <a:pt x="34" y="1075"/>
                        <a:pt x="34" y="1040"/>
                      </a:cubicBezTo>
                      <a:lnTo>
                        <a:pt x="34" y="89"/>
                      </a:lnTo>
                      <a:cubicBezTo>
                        <a:pt x="34" y="34"/>
                        <a:pt x="67" y="1"/>
                        <a:pt x="111" y="1"/>
                      </a:cubicBezTo>
                      <a:close/>
                      <a:moveTo>
                        <a:pt x="90" y="1117"/>
                      </a:moveTo>
                      <a:cubicBezTo>
                        <a:pt x="95" y="1119"/>
                        <a:pt x="100" y="1119"/>
                        <a:pt x="106" y="1119"/>
                      </a:cubicBezTo>
                      <a:cubicBezTo>
                        <a:pt x="111" y="1119"/>
                        <a:pt x="117" y="1119"/>
                        <a:pt x="123" y="111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25"/>
                <p:cNvSpPr/>
                <p:nvPr/>
              </p:nvSpPr>
              <p:spPr>
                <a:xfrm>
                  <a:off x="1770694" y="2910017"/>
                  <a:ext cx="35281" cy="323309"/>
                </a:xfrm>
                <a:custGeom>
                  <a:avLst/>
                  <a:gdLst/>
                  <a:ahLst/>
                  <a:cxnLst/>
                  <a:rect l="l" t="t" r="r" b="b"/>
                  <a:pathLst>
                    <a:path w="122" h="1118" extrusionOk="0">
                      <a:moveTo>
                        <a:pt x="0" y="1"/>
                      </a:moveTo>
                      <a:cubicBezTo>
                        <a:pt x="44" y="1"/>
                        <a:pt x="89" y="34"/>
                        <a:pt x="89" y="89"/>
                      </a:cubicBezTo>
                      <a:lnTo>
                        <a:pt x="89" y="1040"/>
                      </a:lnTo>
                      <a:cubicBezTo>
                        <a:pt x="89" y="1084"/>
                        <a:pt x="44" y="1117"/>
                        <a:pt x="0" y="1117"/>
                      </a:cubicBezTo>
                      <a:lnTo>
                        <a:pt x="44" y="1117"/>
                      </a:lnTo>
                      <a:cubicBezTo>
                        <a:pt x="89" y="1117"/>
                        <a:pt x="122" y="1084"/>
                        <a:pt x="122" y="1040"/>
                      </a:cubicBezTo>
                      <a:lnTo>
                        <a:pt x="122" y="89"/>
                      </a:lnTo>
                      <a:cubicBezTo>
                        <a:pt x="122" y="34"/>
                        <a:pt x="89" y="1"/>
                        <a:pt x="4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25"/>
                <p:cNvSpPr/>
                <p:nvPr/>
              </p:nvSpPr>
              <p:spPr>
                <a:xfrm>
                  <a:off x="1652417" y="2910017"/>
                  <a:ext cx="144014" cy="323309"/>
                </a:xfrm>
                <a:custGeom>
                  <a:avLst/>
                  <a:gdLst/>
                  <a:ahLst/>
                  <a:cxnLst/>
                  <a:rect l="l" t="t" r="r" b="b"/>
                  <a:pathLst>
                    <a:path w="498" h="1118" extrusionOk="0">
                      <a:moveTo>
                        <a:pt x="77" y="1"/>
                      </a:moveTo>
                      <a:cubicBezTo>
                        <a:pt x="33" y="1"/>
                        <a:pt x="0" y="34"/>
                        <a:pt x="0" y="78"/>
                      </a:cubicBezTo>
                      <a:lnTo>
                        <a:pt x="0" y="1040"/>
                      </a:lnTo>
                      <a:cubicBezTo>
                        <a:pt x="0" y="1084"/>
                        <a:pt x="33" y="1117"/>
                        <a:pt x="77" y="1117"/>
                      </a:cubicBezTo>
                      <a:lnTo>
                        <a:pt x="409" y="1117"/>
                      </a:lnTo>
                      <a:cubicBezTo>
                        <a:pt x="453" y="1117"/>
                        <a:pt x="498" y="1084"/>
                        <a:pt x="498" y="1040"/>
                      </a:cubicBezTo>
                      <a:lnTo>
                        <a:pt x="498" y="78"/>
                      </a:lnTo>
                      <a:cubicBezTo>
                        <a:pt x="498" y="34"/>
                        <a:pt x="453" y="1"/>
                        <a:pt x="40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25"/>
                <p:cNvSpPr/>
                <p:nvPr/>
              </p:nvSpPr>
              <p:spPr>
                <a:xfrm>
                  <a:off x="1968786" y="2910017"/>
                  <a:ext cx="35570" cy="323309"/>
                </a:xfrm>
                <a:custGeom>
                  <a:avLst/>
                  <a:gdLst/>
                  <a:ahLst/>
                  <a:cxnLst/>
                  <a:rect l="l" t="t" r="r" b="b"/>
                  <a:pathLst>
                    <a:path w="123" h="1118" extrusionOk="0">
                      <a:moveTo>
                        <a:pt x="89" y="1"/>
                      </a:moveTo>
                      <a:cubicBezTo>
                        <a:pt x="45" y="1"/>
                        <a:pt x="1" y="34"/>
                        <a:pt x="1" y="89"/>
                      </a:cubicBezTo>
                      <a:lnTo>
                        <a:pt x="1" y="1040"/>
                      </a:lnTo>
                      <a:cubicBezTo>
                        <a:pt x="1" y="1084"/>
                        <a:pt x="45" y="1117"/>
                        <a:pt x="89" y="1117"/>
                      </a:cubicBezTo>
                      <a:lnTo>
                        <a:pt x="122" y="1117"/>
                      </a:lnTo>
                      <a:cubicBezTo>
                        <a:pt x="78" y="1117"/>
                        <a:pt x="45" y="1084"/>
                        <a:pt x="45" y="1040"/>
                      </a:cubicBezTo>
                      <a:lnTo>
                        <a:pt x="45" y="89"/>
                      </a:lnTo>
                      <a:cubicBezTo>
                        <a:pt x="45"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25"/>
                <p:cNvSpPr/>
                <p:nvPr/>
              </p:nvSpPr>
              <p:spPr>
                <a:xfrm>
                  <a:off x="2100076" y="2910017"/>
                  <a:ext cx="35281" cy="323309"/>
                </a:xfrm>
                <a:custGeom>
                  <a:avLst/>
                  <a:gdLst/>
                  <a:ahLst/>
                  <a:cxnLst/>
                  <a:rect l="l" t="t" r="r" b="b"/>
                  <a:pathLst>
                    <a:path w="122" h="1118" extrusionOk="0">
                      <a:moveTo>
                        <a:pt x="0" y="1"/>
                      </a:moveTo>
                      <a:cubicBezTo>
                        <a:pt x="44" y="1"/>
                        <a:pt x="89" y="34"/>
                        <a:pt x="89" y="89"/>
                      </a:cubicBezTo>
                      <a:lnTo>
                        <a:pt x="89" y="1040"/>
                      </a:lnTo>
                      <a:cubicBezTo>
                        <a:pt x="89" y="1084"/>
                        <a:pt x="44" y="1117"/>
                        <a:pt x="0" y="1117"/>
                      </a:cubicBezTo>
                      <a:lnTo>
                        <a:pt x="33" y="1117"/>
                      </a:lnTo>
                      <a:cubicBezTo>
                        <a:pt x="78" y="1117"/>
                        <a:pt x="122" y="1084"/>
                        <a:pt x="122" y="1040"/>
                      </a:cubicBezTo>
                      <a:lnTo>
                        <a:pt x="122" y="89"/>
                      </a:lnTo>
                      <a:cubicBezTo>
                        <a:pt x="122" y="34"/>
                        <a:pt x="78" y="1"/>
                        <a:pt x="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25"/>
                <p:cNvSpPr/>
                <p:nvPr/>
              </p:nvSpPr>
              <p:spPr>
                <a:xfrm>
                  <a:off x="1981510" y="2910017"/>
                  <a:ext cx="144303" cy="323309"/>
                </a:xfrm>
                <a:custGeom>
                  <a:avLst/>
                  <a:gdLst/>
                  <a:ahLst/>
                  <a:cxnLst/>
                  <a:rect l="l" t="t" r="r" b="b"/>
                  <a:pathLst>
                    <a:path w="499" h="1118" extrusionOk="0">
                      <a:moveTo>
                        <a:pt x="78" y="1"/>
                      </a:moveTo>
                      <a:cubicBezTo>
                        <a:pt x="34" y="1"/>
                        <a:pt x="1" y="34"/>
                        <a:pt x="1" y="78"/>
                      </a:cubicBezTo>
                      <a:lnTo>
                        <a:pt x="1" y="1040"/>
                      </a:lnTo>
                      <a:cubicBezTo>
                        <a:pt x="1" y="1084"/>
                        <a:pt x="34" y="1117"/>
                        <a:pt x="78" y="1117"/>
                      </a:cubicBezTo>
                      <a:lnTo>
                        <a:pt x="410" y="1117"/>
                      </a:lnTo>
                      <a:cubicBezTo>
                        <a:pt x="454" y="1117"/>
                        <a:pt x="499" y="1084"/>
                        <a:pt x="499" y="1040"/>
                      </a:cubicBezTo>
                      <a:lnTo>
                        <a:pt x="499" y="78"/>
                      </a:lnTo>
                      <a:cubicBezTo>
                        <a:pt x="499" y="34"/>
                        <a:pt x="454" y="1"/>
                        <a:pt x="4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25"/>
                <p:cNvSpPr/>
                <p:nvPr/>
              </p:nvSpPr>
              <p:spPr>
                <a:xfrm>
                  <a:off x="2298169" y="2910017"/>
                  <a:ext cx="35570" cy="323309"/>
                </a:xfrm>
                <a:custGeom>
                  <a:avLst/>
                  <a:gdLst/>
                  <a:ahLst/>
                  <a:cxnLst/>
                  <a:rect l="l" t="t" r="r" b="b"/>
                  <a:pathLst>
                    <a:path w="123" h="1118" extrusionOk="0">
                      <a:moveTo>
                        <a:pt x="78" y="1"/>
                      </a:moveTo>
                      <a:cubicBezTo>
                        <a:pt x="34" y="1"/>
                        <a:pt x="1" y="34"/>
                        <a:pt x="1" y="89"/>
                      </a:cubicBezTo>
                      <a:lnTo>
                        <a:pt x="1" y="1040"/>
                      </a:lnTo>
                      <a:cubicBezTo>
                        <a:pt x="1" y="1084"/>
                        <a:pt x="34" y="1117"/>
                        <a:pt x="78" y="1117"/>
                      </a:cubicBezTo>
                      <a:lnTo>
                        <a:pt x="122" y="1117"/>
                      </a:lnTo>
                      <a:cubicBezTo>
                        <a:pt x="78" y="1117"/>
                        <a:pt x="34" y="1084"/>
                        <a:pt x="34" y="1040"/>
                      </a:cubicBezTo>
                      <a:lnTo>
                        <a:pt x="34" y="89"/>
                      </a:lnTo>
                      <a:cubicBezTo>
                        <a:pt x="34"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25"/>
                <p:cNvSpPr/>
                <p:nvPr/>
              </p:nvSpPr>
              <p:spPr>
                <a:xfrm>
                  <a:off x="2429459" y="2910017"/>
                  <a:ext cx="32100" cy="323309"/>
                </a:xfrm>
                <a:custGeom>
                  <a:avLst/>
                  <a:gdLst/>
                  <a:ahLst/>
                  <a:cxnLst/>
                  <a:rect l="l" t="t" r="r" b="b"/>
                  <a:pathLst>
                    <a:path w="111" h="1118" extrusionOk="0">
                      <a:moveTo>
                        <a:pt x="0" y="1"/>
                      </a:moveTo>
                      <a:cubicBezTo>
                        <a:pt x="44" y="1"/>
                        <a:pt x="77" y="34"/>
                        <a:pt x="77" y="89"/>
                      </a:cubicBezTo>
                      <a:lnTo>
                        <a:pt x="77" y="1040"/>
                      </a:lnTo>
                      <a:cubicBezTo>
                        <a:pt x="77" y="1084"/>
                        <a:pt x="44" y="1117"/>
                        <a:pt x="0" y="1117"/>
                      </a:cubicBezTo>
                      <a:lnTo>
                        <a:pt x="33" y="1117"/>
                      </a:lnTo>
                      <a:cubicBezTo>
                        <a:pt x="77" y="1117"/>
                        <a:pt x="111" y="1084"/>
                        <a:pt x="111" y="1040"/>
                      </a:cubicBezTo>
                      <a:lnTo>
                        <a:pt x="111" y="89"/>
                      </a:lnTo>
                      <a:cubicBezTo>
                        <a:pt x="111" y="34"/>
                        <a:pt x="77" y="1"/>
                        <a:pt x="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25"/>
                <p:cNvSpPr/>
                <p:nvPr/>
              </p:nvSpPr>
              <p:spPr>
                <a:xfrm>
                  <a:off x="2307712" y="2910017"/>
                  <a:ext cx="144303" cy="323309"/>
                </a:xfrm>
                <a:custGeom>
                  <a:avLst/>
                  <a:gdLst/>
                  <a:ahLst/>
                  <a:cxnLst/>
                  <a:rect l="l" t="t" r="r" b="b"/>
                  <a:pathLst>
                    <a:path w="499" h="1118" extrusionOk="0">
                      <a:moveTo>
                        <a:pt x="89" y="1"/>
                      </a:moveTo>
                      <a:cubicBezTo>
                        <a:pt x="45" y="1"/>
                        <a:pt x="1" y="34"/>
                        <a:pt x="1" y="78"/>
                      </a:cubicBezTo>
                      <a:lnTo>
                        <a:pt x="1" y="1040"/>
                      </a:lnTo>
                      <a:cubicBezTo>
                        <a:pt x="1" y="1084"/>
                        <a:pt x="45" y="1117"/>
                        <a:pt x="89" y="1117"/>
                      </a:cubicBezTo>
                      <a:lnTo>
                        <a:pt x="421" y="1117"/>
                      </a:lnTo>
                      <a:cubicBezTo>
                        <a:pt x="465" y="1117"/>
                        <a:pt x="498" y="1084"/>
                        <a:pt x="498" y="1040"/>
                      </a:cubicBezTo>
                      <a:lnTo>
                        <a:pt x="498" y="78"/>
                      </a:lnTo>
                      <a:cubicBezTo>
                        <a:pt x="498" y="34"/>
                        <a:pt x="465" y="1"/>
                        <a:pt x="4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25"/>
                <p:cNvSpPr/>
                <p:nvPr/>
              </p:nvSpPr>
              <p:spPr>
                <a:xfrm>
                  <a:off x="2624370" y="2910017"/>
                  <a:ext cx="35570" cy="323309"/>
                </a:xfrm>
                <a:custGeom>
                  <a:avLst/>
                  <a:gdLst/>
                  <a:ahLst/>
                  <a:cxnLst/>
                  <a:rect l="l" t="t" r="r" b="b"/>
                  <a:pathLst>
                    <a:path w="123" h="1118" extrusionOk="0">
                      <a:moveTo>
                        <a:pt x="89" y="1"/>
                      </a:moveTo>
                      <a:cubicBezTo>
                        <a:pt x="45" y="1"/>
                        <a:pt x="1" y="34"/>
                        <a:pt x="1" y="89"/>
                      </a:cubicBezTo>
                      <a:lnTo>
                        <a:pt x="1" y="1040"/>
                      </a:lnTo>
                      <a:cubicBezTo>
                        <a:pt x="1" y="1084"/>
                        <a:pt x="45" y="1117"/>
                        <a:pt x="89" y="1117"/>
                      </a:cubicBezTo>
                      <a:lnTo>
                        <a:pt x="122" y="1117"/>
                      </a:lnTo>
                      <a:cubicBezTo>
                        <a:pt x="78" y="1117"/>
                        <a:pt x="34" y="1084"/>
                        <a:pt x="45" y="1040"/>
                      </a:cubicBezTo>
                      <a:lnTo>
                        <a:pt x="45" y="89"/>
                      </a:lnTo>
                      <a:cubicBezTo>
                        <a:pt x="34"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25"/>
                <p:cNvSpPr/>
                <p:nvPr/>
              </p:nvSpPr>
              <p:spPr>
                <a:xfrm>
                  <a:off x="2755372" y="2910017"/>
                  <a:ext cx="35570" cy="323309"/>
                </a:xfrm>
                <a:custGeom>
                  <a:avLst/>
                  <a:gdLst/>
                  <a:ahLst/>
                  <a:cxnLst/>
                  <a:rect l="l" t="t" r="r" b="b"/>
                  <a:pathLst>
                    <a:path w="123" h="1118" extrusionOk="0">
                      <a:moveTo>
                        <a:pt x="1" y="1"/>
                      </a:moveTo>
                      <a:cubicBezTo>
                        <a:pt x="45" y="1"/>
                        <a:pt x="78" y="34"/>
                        <a:pt x="78" y="89"/>
                      </a:cubicBezTo>
                      <a:lnTo>
                        <a:pt x="78" y="1040"/>
                      </a:lnTo>
                      <a:cubicBezTo>
                        <a:pt x="78" y="1084"/>
                        <a:pt x="45" y="1117"/>
                        <a:pt x="1" y="1117"/>
                      </a:cubicBezTo>
                      <a:lnTo>
                        <a:pt x="34" y="1117"/>
                      </a:lnTo>
                      <a:cubicBezTo>
                        <a:pt x="78" y="1117"/>
                        <a:pt x="123" y="1084"/>
                        <a:pt x="123" y="1040"/>
                      </a:cubicBezTo>
                      <a:lnTo>
                        <a:pt x="123" y="89"/>
                      </a:lnTo>
                      <a:cubicBezTo>
                        <a:pt x="123" y="45"/>
                        <a:pt x="89" y="1"/>
                        <a:pt x="4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25"/>
                <p:cNvSpPr/>
                <p:nvPr/>
              </p:nvSpPr>
              <p:spPr>
                <a:xfrm>
                  <a:off x="2637095" y="2910017"/>
                  <a:ext cx="144303" cy="323309"/>
                </a:xfrm>
                <a:custGeom>
                  <a:avLst/>
                  <a:gdLst/>
                  <a:ahLst/>
                  <a:cxnLst/>
                  <a:rect l="l" t="t" r="r" b="b"/>
                  <a:pathLst>
                    <a:path w="499" h="1118" extrusionOk="0">
                      <a:moveTo>
                        <a:pt x="78" y="1"/>
                      </a:moveTo>
                      <a:cubicBezTo>
                        <a:pt x="34" y="1"/>
                        <a:pt x="1" y="34"/>
                        <a:pt x="1" y="78"/>
                      </a:cubicBezTo>
                      <a:lnTo>
                        <a:pt x="1" y="1040"/>
                      </a:lnTo>
                      <a:cubicBezTo>
                        <a:pt x="1" y="1084"/>
                        <a:pt x="34" y="1117"/>
                        <a:pt x="78" y="1117"/>
                      </a:cubicBezTo>
                      <a:lnTo>
                        <a:pt x="410" y="1117"/>
                      </a:lnTo>
                      <a:cubicBezTo>
                        <a:pt x="465" y="1117"/>
                        <a:pt x="498" y="1084"/>
                        <a:pt x="498" y="1040"/>
                      </a:cubicBezTo>
                      <a:lnTo>
                        <a:pt x="498" y="78"/>
                      </a:lnTo>
                      <a:cubicBezTo>
                        <a:pt x="498" y="34"/>
                        <a:pt x="465" y="1"/>
                        <a:pt x="4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25"/>
                <p:cNvSpPr/>
                <p:nvPr/>
              </p:nvSpPr>
              <p:spPr>
                <a:xfrm>
                  <a:off x="2953753" y="2910017"/>
                  <a:ext cx="35570" cy="323309"/>
                </a:xfrm>
                <a:custGeom>
                  <a:avLst/>
                  <a:gdLst/>
                  <a:ahLst/>
                  <a:cxnLst/>
                  <a:rect l="l" t="t" r="r" b="b"/>
                  <a:pathLst>
                    <a:path w="123" h="1118" extrusionOk="0">
                      <a:moveTo>
                        <a:pt x="89" y="1"/>
                      </a:moveTo>
                      <a:cubicBezTo>
                        <a:pt x="45" y="1"/>
                        <a:pt x="0" y="34"/>
                        <a:pt x="12" y="89"/>
                      </a:cubicBezTo>
                      <a:lnTo>
                        <a:pt x="12" y="1040"/>
                      </a:lnTo>
                      <a:cubicBezTo>
                        <a:pt x="0" y="1084"/>
                        <a:pt x="45" y="1117"/>
                        <a:pt x="89" y="1117"/>
                      </a:cubicBezTo>
                      <a:lnTo>
                        <a:pt x="122" y="1117"/>
                      </a:lnTo>
                      <a:cubicBezTo>
                        <a:pt x="78" y="1117"/>
                        <a:pt x="45" y="1084"/>
                        <a:pt x="45" y="1040"/>
                      </a:cubicBezTo>
                      <a:lnTo>
                        <a:pt x="45" y="89"/>
                      </a:lnTo>
                      <a:cubicBezTo>
                        <a:pt x="45"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25"/>
                <p:cNvSpPr/>
                <p:nvPr/>
              </p:nvSpPr>
              <p:spPr>
                <a:xfrm>
                  <a:off x="3084754" y="2910017"/>
                  <a:ext cx="35570" cy="323309"/>
                </a:xfrm>
                <a:custGeom>
                  <a:avLst/>
                  <a:gdLst/>
                  <a:ahLst/>
                  <a:cxnLst/>
                  <a:rect l="l" t="t" r="r" b="b"/>
                  <a:pathLst>
                    <a:path w="123" h="1118" extrusionOk="0">
                      <a:moveTo>
                        <a:pt x="1" y="1"/>
                      </a:moveTo>
                      <a:cubicBezTo>
                        <a:pt x="45" y="1"/>
                        <a:pt x="89" y="34"/>
                        <a:pt x="89" y="89"/>
                      </a:cubicBezTo>
                      <a:lnTo>
                        <a:pt x="89" y="1040"/>
                      </a:lnTo>
                      <a:cubicBezTo>
                        <a:pt x="89" y="1084"/>
                        <a:pt x="45" y="1117"/>
                        <a:pt x="1" y="1117"/>
                      </a:cubicBezTo>
                      <a:lnTo>
                        <a:pt x="34" y="1117"/>
                      </a:lnTo>
                      <a:cubicBezTo>
                        <a:pt x="78" y="1117"/>
                        <a:pt x="122" y="1084"/>
                        <a:pt x="122" y="1040"/>
                      </a:cubicBezTo>
                      <a:lnTo>
                        <a:pt x="122" y="89"/>
                      </a:lnTo>
                      <a:cubicBezTo>
                        <a:pt x="122" y="34"/>
                        <a:pt x="78" y="1"/>
                        <a:pt x="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25"/>
                <p:cNvSpPr/>
                <p:nvPr/>
              </p:nvSpPr>
              <p:spPr>
                <a:xfrm>
                  <a:off x="2966477" y="2910017"/>
                  <a:ext cx="141122" cy="323309"/>
                </a:xfrm>
                <a:custGeom>
                  <a:avLst/>
                  <a:gdLst/>
                  <a:ahLst/>
                  <a:cxnLst/>
                  <a:rect l="l" t="t" r="r" b="b"/>
                  <a:pathLst>
                    <a:path w="488" h="1118" extrusionOk="0">
                      <a:moveTo>
                        <a:pt x="78" y="1"/>
                      </a:moveTo>
                      <a:cubicBezTo>
                        <a:pt x="34" y="1"/>
                        <a:pt x="1" y="34"/>
                        <a:pt x="1" y="78"/>
                      </a:cubicBezTo>
                      <a:lnTo>
                        <a:pt x="1" y="1040"/>
                      </a:lnTo>
                      <a:cubicBezTo>
                        <a:pt x="1" y="1084"/>
                        <a:pt x="34" y="1117"/>
                        <a:pt x="78" y="1117"/>
                      </a:cubicBezTo>
                      <a:lnTo>
                        <a:pt x="410" y="1117"/>
                      </a:lnTo>
                      <a:cubicBezTo>
                        <a:pt x="454" y="1117"/>
                        <a:pt x="487" y="1084"/>
                        <a:pt x="487" y="1040"/>
                      </a:cubicBezTo>
                      <a:lnTo>
                        <a:pt x="487" y="78"/>
                      </a:lnTo>
                      <a:cubicBezTo>
                        <a:pt x="487" y="34"/>
                        <a:pt x="454" y="1"/>
                        <a:pt x="4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25"/>
                <p:cNvSpPr/>
                <p:nvPr/>
              </p:nvSpPr>
              <p:spPr>
                <a:xfrm>
                  <a:off x="3216045" y="2775835"/>
                  <a:ext cx="326490" cy="1039331"/>
                </a:xfrm>
                <a:custGeom>
                  <a:avLst/>
                  <a:gdLst/>
                  <a:ahLst/>
                  <a:cxnLst/>
                  <a:rect l="l" t="t" r="r" b="b"/>
                  <a:pathLst>
                    <a:path w="1129" h="3594" extrusionOk="0">
                      <a:moveTo>
                        <a:pt x="0" y="0"/>
                      </a:moveTo>
                      <a:lnTo>
                        <a:pt x="0" y="3594"/>
                      </a:lnTo>
                      <a:lnTo>
                        <a:pt x="1128" y="3594"/>
                      </a:lnTo>
                      <a:lnTo>
                        <a:pt x="11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25"/>
                <p:cNvSpPr/>
                <p:nvPr/>
              </p:nvSpPr>
              <p:spPr>
                <a:xfrm>
                  <a:off x="3516509" y="2775835"/>
                  <a:ext cx="26027" cy="1039331"/>
                </a:xfrm>
                <a:custGeom>
                  <a:avLst/>
                  <a:gdLst/>
                  <a:ahLst/>
                  <a:cxnLst/>
                  <a:rect l="l" t="t" r="r" b="b"/>
                  <a:pathLst>
                    <a:path w="90" h="3594" extrusionOk="0">
                      <a:moveTo>
                        <a:pt x="1" y="0"/>
                      </a:moveTo>
                      <a:lnTo>
                        <a:pt x="1" y="3594"/>
                      </a:lnTo>
                      <a:lnTo>
                        <a:pt x="89" y="3594"/>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25"/>
                <p:cNvSpPr/>
                <p:nvPr/>
              </p:nvSpPr>
              <p:spPr>
                <a:xfrm>
                  <a:off x="3190307" y="2775835"/>
                  <a:ext cx="26027" cy="1039331"/>
                </a:xfrm>
                <a:custGeom>
                  <a:avLst/>
                  <a:gdLst/>
                  <a:ahLst/>
                  <a:cxnLst/>
                  <a:rect l="l" t="t" r="r" b="b"/>
                  <a:pathLst>
                    <a:path w="90" h="3594" extrusionOk="0">
                      <a:moveTo>
                        <a:pt x="1" y="0"/>
                      </a:moveTo>
                      <a:lnTo>
                        <a:pt x="1" y="3594"/>
                      </a:lnTo>
                      <a:lnTo>
                        <a:pt x="89" y="3594"/>
                      </a:lnTo>
                      <a:lnTo>
                        <a:pt x="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25"/>
                <p:cNvSpPr/>
                <p:nvPr/>
              </p:nvSpPr>
              <p:spPr>
                <a:xfrm>
                  <a:off x="3874810" y="2775835"/>
                  <a:ext cx="323020" cy="1039331"/>
                </a:xfrm>
                <a:custGeom>
                  <a:avLst/>
                  <a:gdLst/>
                  <a:ahLst/>
                  <a:cxnLst/>
                  <a:rect l="l" t="t" r="r" b="b"/>
                  <a:pathLst>
                    <a:path w="1117" h="3594" extrusionOk="0">
                      <a:moveTo>
                        <a:pt x="0" y="0"/>
                      </a:moveTo>
                      <a:lnTo>
                        <a:pt x="0" y="3594"/>
                      </a:lnTo>
                      <a:lnTo>
                        <a:pt x="1117" y="3594"/>
                      </a:lnTo>
                      <a:lnTo>
                        <a:pt x="111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25"/>
                <p:cNvSpPr/>
                <p:nvPr/>
              </p:nvSpPr>
              <p:spPr>
                <a:xfrm>
                  <a:off x="4172093" y="2775835"/>
                  <a:ext cx="25737" cy="1039331"/>
                </a:xfrm>
                <a:custGeom>
                  <a:avLst/>
                  <a:gdLst/>
                  <a:ahLst/>
                  <a:cxnLst/>
                  <a:rect l="l" t="t" r="r" b="b"/>
                  <a:pathLst>
                    <a:path w="89" h="3594" extrusionOk="0">
                      <a:moveTo>
                        <a:pt x="0" y="0"/>
                      </a:moveTo>
                      <a:lnTo>
                        <a:pt x="0" y="3594"/>
                      </a:lnTo>
                      <a:lnTo>
                        <a:pt x="89" y="3594"/>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25"/>
                <p:cNvSpPr/>
                <p:nvPr/>
              </p:nvSpPr>
              <p:spPr>
                <a:xfrm>
                  <a:off x="3849073" y="2775835"/>
                  <a:ext cx="26027" cy="1039331"/>
                </a:xfrm>
                <a:custGeom>
                  <a:avLst/>
                  <a:gdLst/>
                  <a:ahLst/>
                  <a:cxnLst/>
                  <a:rect l="l" t="t" r="r" b="b"/>
                  <a:pathLst>
                    <a:path w="90" h="3594" extrusionOk="0">
                      <a:moveTo>
                        <a:pt x="1" y="0"/>
                      </a:moveTo>
                      <a:lnTo>
                        <a:pt x="1" y="3594"/>
                      </a:lnTo>
                      <a:lnTo>
                        <a:pt x="89" y="3594"/>
                      </a:lnTo>
                      <a:lnTo>
                        <a:pt x="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25"/>
                <p:cNvSpPr/>
                <p:nvPr/>
              </p:nvSpPr>
              <p:spPr>
                <a:xfrm>
                  <a:off x="3283136" y="2910017"/>
                  <a:ext cx="35570" cy="323309"/>
                </a:xfrm>
                <a:custGeom>
                  <a:avLst/>
                  <a:gdLst/>
                  <a:ahLst/>
                  <a:cxnLst/>
                  <a:rect l="l" t="t" r="r" b="b"/>
                  <a:pathLst>
                    <a:path w="123" h="1118" extrusionOk="0">
                      <a:moveTo>
                        <a:pt x="89" y="1"/>
                      </a:moveTo>
                      <a:cubicBezTo>
                        <a:pt x="45" y="1"/>
                        <a:pt x="0" y="34"/>
                        <a:pt x="0" y="89"/>
                      </a:cubicBezTo>
                      <a:lnTo>
                        <a:pt x="0" y="1040"/>
                      </a:lnTo>
                      <a:cubicBezTo>
                        <a:pt x="0" y="1084"/>
                        <a:pt x="45" y="1117"/>
                        <a:pt x="89" y="1117"/>
                      </a:cubicBezTo>
                      <a:lnTo>
                        <a:pt x="122" y="1117"/>
                      </a:lnTo>
                      <a:cubicBezTo>
                        <a:pt x="78" y="1117"/>
                        <a:pt x="45" y="1084"/>
                        <a:pt x="45" y="1040"/>
                      </a:cubicBezTo>
                      <a:lnTo>
                        <a:pt x="45" y="89"/>
                      </a:lnTo>
                      <a:cubicBezTo>
                        <a:pt x="45"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25"/>
                <p:cNvSpPr/>
                <p:nvPr/>
              </p:nvSpPr>
              <p:spPr>
                <a:xfrm>
                  <a:off x="3414137" y="2910017"/>
                  <a:ext cx="35570" cy="323309"/>
                </a:xfrm>
                <a:custGeom>
                  <a:avLst/>
                  <a:gdLst/>
                  <a:ahLst/>
                  <a:cxnLst/>
                  <a:rect l="l" t="t" r="r" b="b"/>
                  <a:pathLst>
                    <a:path w="123" h="1118" extrusionOk="0">
                      <a:moveTo>
                        <a:pt x="1" y="1"/>
                      </a:moveTo>
                      <a:cubicBezTo>
                        <a:pt x="45" y="1"/>
                        <a:pt x="89" y="34"/>
                        <a:pt x="89" y="89"/>
                      </a:cubicBezTo>
                      <a:lnTo>
                        <a:pt x="89" y="1040"/>
                      </a:lnTo>
                      <a:cubicBezTo>
                        <a:pt x="89" y="1084"/>
                        <a:pt x="45" y="1117"/>
                        <a:pt x="1" y="1117"/>
                      </a:cubicBezTo>
                      <a:lnTo>
                        <a:pt x="34" y="1117"/>
                      </a:lnTo>
                      <a:cubicBezTo>
                        <a:pt x="78" y="1117"/>
                        <a:pt x="122" y="1084"/>
                        <a:pt x="122" y="1040"/>
                      </a:cubicBezTo>
                      <a:lnTo>
                        <a:pt x="122" y="89"/>
                      </a:lnTo>
                      <a:cubicBezTo>
                        <a:pt x="122" y="34"/>
                        <a:pt x="78" y="1"/>
                        <a:pt x="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5"/>
                <p:cNvSpPr/>
                <p:nvPr/>
              </p:nvSpPr>
              <p:spPr>
                <a:xfrm>
                  <a:off x="3295860" y="2910017"/>
                  <a:ext cx="144303" cy="323309"/>
                </a:xfrm>
                <a:custGeom>
                  <a:avLst/>
                  <a:gdLst/>
                  <a:ahLst/>
                  <a:cxnLst/>
                  <a:rect l="l" t="t" r="r" b="b"/>
                  <a:pathLst>
                    <a:path w="499" h="1118" extrusionOk="0">
                      <a:moveTo>
                        <a:pt x="78" y="1"/>
                      </a:moveTo>
                      <a:cubicBezTo>
                        <a:pt x="34" y="1"/>
                        <a:pt x="1" y="34"/>
                        <a:pt x="1" y="78"/>
                      </a:cubicBezTo>
                      <a:lnTo>
                        <a:pt x="1" y="1040"/>
                      </a:lnTo>
                      <a:cubicBezTo>
                        <a:pt x="1" y="1084"/>
                        <a:pt x="34" y="1117"/>
                        <a:pt x="78" y="1117"/>
                      </a:cubicBezTo>
                      <a:lnTo>
                        <a:pt x="410" y="1117"/>
                      </a:lnTo>
                      <a:cubicBezTo>
                        <a:pt x="454" y="1117"/>
                        <a:pt x="498" y="1084"/>
                        <a:pt x="498" y="1040"/>
                      </a:cubicBezTo>
                      <a:lnTo>
                        <a:pt x="498" y="78"/>
                      </a:lnTo>
                      <a:cubicBezTo>
                        <a:pt x="498" y="34"/>
                        <a:pt x="454" y="1"/>
                        <a:pt x="4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25"/>
                <p:cNvSpPr/>
                <p:nvPr/>
              </p:nvSpPr>
              <p:spPr>
                <a:xfrm>
                  <a:off x="3612519" y="2910017"/>
                  <a:ext cx="35281" cy="323309"/>
                </a:xfrm>
                <a:custGeom>
                  <a:avLst/>
                  <a:gdLst/>
                  <a:ahLst/>
                  <a:cxnLst/>
                  <a:rect l="l" t="t" r="r" b="b"/>
                  <a:pathLst>
                    <a:path w="122" h="1118" extrusionOk="0">
                      <a:moveTo>
                        <a:pt x="78" y="1"/>
                      </a:moveTo>
                      <a:cubicBezTo>
                        <a:pt x="34" y="1"/>
                        <a:pt x="0" y="34"/>
                        <a:pt x="0" y="89"/>
                      </a:cubicBezTo>
                      <a:lnTo>
                        <a:pt x="0" y="1040"/>
                      </a:lnTo>
                      <a:cubicBezTo>
                        <a:pt x="0" y="1084"/>
                        <a:pt x="34" y="1117"/>
                        <a:pt x="78" y="1117"/>
                      </a:cubicBezTo>
                      <a:lnTo>
                        <a:pt x="111" y="1117"/>
                      </a:lnTo>
                      <a:cubicBezTo>
                        <a:pt x="67" y="1117"/>
                        <a:pt x="34" y="1084"/>
                        <a:pt x="34" y="1040"/>
                      </a:cubicBezTo>
                      <a:lnTo>
                        <a:pt x="34" y="89"/>
                      </a:lnTo>
                      <a:cubicBezTo>
                        <a:pt x="34"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25"/>
                <p:cNvSpPr/>
                <p:nvPr/>
              </p:nvSpPr>
              <p:spPr>
                <a:xfrm>
                  <a:off x="3743520" y="2910017"/>
                  <a:ext cx="35570" cy="323309"/>
                </a:xfrm>
                <a:custGeom>
                  <a:avLst/>
                  <a:gdLst/>
                  <a:ahLst/>
                  <a:cxnLst/>
                  <a:rect l="l" t="t" r="r" b="b"/>
                  <a:pathLst>
                    <a:path w="123" h="1118" extrusionOk="0">
                      <a:moveTo>
                        <a:pt x="1" y="1"/>
                      </a:moveTo>
                      <a:cubicBezTo>
                        <a:pt x="45" y="1"/>
                        <a:pt x="89" y="34"/>
                        <a:pt x="89" y="89"/>
                      </a:cubicBezTo>
                      <a:lnTo>
                        <a:pt x="89" y="1040"/>
                      </a:lnTo>
                      <a:cubicBezTo>
                        <a:pt x="89" y="1084"/>
                        <a:pt x="45" y="1117"/>
                        <a:pt x="1" y="1117"/>
                      </a:cubicBezTo>
                      <a:lnTo>
                        <a:pt x="45" y="1117"/>
                      </a:lnTo>
                      <a:cubicBezTo>
                        <a:pt x="89" y="1117"/>
                        <a:pt x="122" y="1084"/>
                        <a:pt x="122" y="1040"/>
                      </a:cubicBezTo>
                      <a:lnTo>
                        <a:pt x="122" y="89"/>
                      </a:lnTo>
                      <a:cubicBezTo>
                        <a:pt x="122" y="34"/>
                        <a:pt x="89" y="1"/>
                        <a:pt x="4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25"/>
                <p:cNvSpPr/>
                <p:nvPr/>
              </p:nvSpPr>
              <p:spPr>
                <a:xfrm>
                  <a:off x="3622062" y="2910017"/>
                  <a:ext cx="144303" cy="323309"/>
                </a:xfrm>
                <a:custGeom>
                  <a:avLst/>
                  <a:gdLst/>
                  <a:ahLst/>
                  <a:cxnLst/>
                  <a:rect l="l" t="t" r="r" b="b"/>
                  <a:pathLst>
                    <a:path w="499" h="1118" extrusionOk="0">
                      <a:moveTo>
                        <a:pt x="89" y="1"/>
                      </a:moveTo>
                      <a:cubicBezTo>
                        <a:pt x="45" y="1"/>
                        <a:pt x="1" y="34"/>
                        <a:pt x="1" y="78"/>
                      </a:cubicBezTo>
                      <a:lnTo>
                        <a:pt x="1" y="1040"/>
                      </a:lnTo>
                      <a:cubicBezTo>
                        <a:pt x="1" y="1084"/>
                        <a:pt x="45" y="1117"/>
                        <a:pt x="89" y="1117"/>
                      </a:cubicBezTo>
                      <a:lnTo>
                        <a:pt x="421" y="1117"/>
                      </a:lnTo>
                      <a:cubicBezTo>
                        <a:pt x="465" y="1117"/>
                        <a:pt x="498" y="1084"/>
                        <a:pt x="498" y="1040"/>
                      </a:cubicBezTo>
                      <a:lnTo>
                        <a:pt x="498" y="78"/>
                      </a:lnTo>
                      <a:cubicBezTo>
                        <a:pt x="498" y="34"/>
                        <a:pt x="465" y="1"/>
                        <a:pt x="4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25"/>
                <p:cNvSpPr/>
                <p:nvPr/>
              </p:nvSpPr>
              <p:spPr>
                <a:xfrm>
                  <a:off x="3941901" y="2910017"/>
                  <a:ext cx="32100" cy="323309"/>
                </a:xfrm>
                <a:custGeom>
                  <a:avLst/>
                  <a:gdLst/>
                  <a:ahLst/>
                  <a:cxnLst/>
                  <a:rect l="l" t="t" r="r" b="b"/>
                  <a:pathLst>
                    <a:path w="111" h="1118" extrusionOk="0">
                      <a:moveTo>
                        <a:pt x="78" y="1"/>
                      </a:moveTo>
                      <a:cubicBezTo>
                        <a:pt x="33" y="1"/>
                        <a:pt x="0" y="34"/>
                        <a:pt x="0" y="89"/>
                      </a:cubicBezTo>
                      <a:lnTo>
                        <a:pt x="0" y="1040"/>
                      </a:lnTo>
                      <a:cubicBezTo>
                        <a:pt x="0" y="1084"/>
                        <a:pt x="33" y="1117"/>
                        <a:pt x="78" y="1117"/>
                      </a:cubicBezTo>
                      <a:lnTo>
                        <a:pt x="111" y="1117"/>
                      </a:lnTo>
                      <a:cubicBezTo>
                        <a:pt x="67" y="1117"/>
                        <a:pt x="33" y="1084"/>
                        <a:pt x="33" y="1040"/>
                      </a:cubicBezTo>
                      <a:lnTo>
                        <a:pt x="33" y="89"/>
                      </a:lnTo>
                      <a:cubicBezTo>
                        <a:pt x="33" y="34"/>
                        <a:pt x="67" y="1"/>
                        <a:pt x="1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25"/>
                <p:cNvSpPr/>
                <p:nvPr/>
              </p:nvSpPr>
              <p:spPr>
                <a:xfrm>
                  <a:off x="4072903" y="2910017"/>
                  <a:ext cx="32389" cy="323309"/>
                </a:xfrm>
                <a:custGeom>
                  <a:avLst/>
                  <a:gdLst/>
                  <a:ahLst/>
                  <a:cxnLst/>
                  <a:rect l="l" t="t" r="r" b="b"/>
                  <a:pathLst>
                    <a:path w="112" h="1118" extrusionOk="0">
                      <a:moveTo>
                        <a:pt x="1" y="1"/>
                      </a:moveTo>
                      <a:cubicBezTo>
                        <a:pt x="45" y="1"/>
                        <a:pt x="78" y="34"/>
                        <a:pt x="78" y="89"/>
                      </a:cubicBezTo>
                      <a:lnTo>
                        <a:pt x="78" y="1040"/>
                      </a:lnTo>
                      <a:cubicBezTo>
                        <a:pt x="78" y="1084"/>
                        <a:pt x="45" y="1117"/>
                        <a:pt x="1" y="1117"/>
                      </a:cubicBezTo>
                      <a:lnTo>
                        <a:pt x="34" y="1117"/>
                      </a:lnTo>
                      <a:cubicBezTo>
                        <a:pt x="78" y="1117"/>
                        <a:pt x="111" y="1084"/>
                        <a:pt x="111" y="1040"/>
                      </a:cubicBezTo>
                      <a:lnTo>
                        <a:pt x="111" y="89"/>
                      </a:lnTo>
                      <a:cubicBezTo>
                        <a:pt x="111" y="34"/>
                        <a:pt x="78" y="1"/>
                        <a:pt x="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25"/>
                <p:cNvSpPr/>
                <p:nvPr/>
              </p:nvSpPr>
              <p:spPr>
                <a:xfrm>
                  <a:off x="3951444" y="2910017"/>
                  <a:ext cx="144303" cy="323309"/>
                </a:xfrm>
                <a:custGeom>
                  <a:avLst/>
                  <a:gdLst/>
                  <a:ahLst/>
                  <a:cxnLst/>
                  <a:rect l="l" t="t" r="r" b="b"/>
                  <a:pathLst>
                    <a:path w="499" h="1118" extrusionOk="0">
                      <a:moveTo>
                        <a:pt x="78" y="1"/>
                      </a:moveTo>
                      <a:cubicBezTo>
                        <a:pt x="34" y="1"/>
                        <a:pt x="0" y="34"/>
                        <a:pt x="0" y="78"/>
                      </a:cubicBezTo>
                      <a:lnTo>
                        <a:pt x="0" y="1040"/>
                      </a:lnTo>
                      <a:cubicBezTo>
                        <a:pt x="0" y="1084"/>
                        <a:pt x="34" y="1117"/>
                        <a:pt x="78" y="1117"/>
                      </a:cubicBezTo>
                      <a:lnTo>
                        <a:pt x="410" y="1117"/>
                      </a:lnTo>
                      <a:cubicBezTo>
                        <a:pt x="465" y="1117"/>
                        <a:pt x="498" y="1084"/>
                        <a:pt x="498" y="1040"/>
                      </a:cubicBezTo>
                      <a:lnTo>
                        <a:pt x="498" y="78"/>
                      </a:lnTo>
                      <a:cubicBezTo>
                        <a:pt x="498" y="34"/>
                        <a:pt x="465" y="1"/>
                        <a:pt x="4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25"/>
                <p:cNvSpPr/>
                <p:nvPr/>
              </p:nvSpPr>
              <p:spPr>
                <a:xfrm>
                  <a:off x="4268103" y="2910017"/>
                  <a:ext cx="35281" cy="323309"/>
                </a:xfrm>
                <a:custGeom>
                  <a:avLst/>
                  <a:gdLst/>
                  <a:ahLst/>
                  <a:cxnLst/>
                  <a:rect l="l" t="t" r="r" b="b"/>
                  <a:pathLst>
                    <a:path w="122" h="1118" extrusionOk="0">
                      <a:moveTo>
                        <a:pt x="89" y="1"/>
                      </a:moveTo>
                      <a:cubicBezTo>
                        <a:pt x="44" y="1"/>
                        <a:pt x="0" y="34"/>
                        <a:pt x="11" y="89"/>
                      </a:cubicBezTo>
                      <a:lnTo>
                        <a:pt x="11" y="1040"/>
                      </a:lnTo>
                      <a:cubicBezTo>
                        <a:pt x="0" y="1084"/>
                        <a:pt x="44" y="1117"/>
                        <a:pt x="89" y="1117"/>
                      </a:cubicBezTo>
                      <a:lnTo>
                        <a:pt x="122" y="1117"/>
                      </a:lnTo>
                      <a:cubicBezTo>
                        <a:pt x="78" y="1117"/>
                        <a:pt x="44" y="1084"/>
                        <a:pt x="44" y="1040"/>
                      </a:cubicBezTo>
                      <a:lnTo>
                        <a:pt x="44" y="89"/>
                      </a:lnTo>
                      <a:cubicBezTo>
                        <a:pt x="44"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25"/>
                <p:cNvSpPr/>
                <p:nvPr/>
              </p:nvSpPr>
              <p:spPr>
                <a:xfrm>
                  <a:off x="4399104" y="2910017"/>
                  <a:ext cx="35570" cy="323309"/>
                </a:xfrm>
                <a:custGeom>
                  <a:avLst/>
                  <a:gdLst/>
                  <a:ahLst/>
                  <a:cxnLst/>
                  <a:rect l="l" t="t" r="r" b="b"/>
                  <a:pathLst>
                    <a:path w="123" h="1118" extrusionOk="0">
                      <a:moveTo>
                        <a:pt x="1" y="1"/>
                      </a:moveTo>
                      <a:cubicBezTo>
                        <a:pt x="45" y="1"/>
                        <a:pt x="89" y="34"/>
                        <a:pt x="89" y="89"/>
                      </a:cubicBezTo>
                      <a:lnTo>
                        <a:pt x="89" y="1040"/>
                      </a:lnTo>
                      <a:cubicBezTo>
                        <a:pt x="89" y="1084"/>
                        <a:pt x="45" y="1117"/>
                        <a:pt x="1" y="1117"/>
                      </a:cubicBezTo>
                      <a:lnTo>
                        <a:pt x="45" y="1117"/>
                      </a:lnTo>
                      <a:cubicBezTo>
                        <a:pt x="89" y="1117"/>
                        <a:pt x="122" y="1084"/>
                        <a:pt x="122" y="1040"/>
                      </a:cubicBezTo>
                      <a:lnTo>
                        <a:pt x="122" y="89"/>
                      </a:lnTo>
                      <a:cubicBezTo>
                        <a:pt x="122" y="34"/>
                        <a:pt x="89" y="1"/>
                        <a:pt x="4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25"/>
                <p:cNvSpPr/>
                <p:nvPr/>
              </p:nvSpPr>
              <p:spPr>
                <a:xfrm>
                  <a:off x="4280827" y="2910017"/>
                  <a:ext cx="144014" cy="323309"/>
                </a:xfrm>
                <a:custGeom>
                  <a:avLst/>
                  <a:gdLst/>
                  <a:ahLst/>
                  <a:cxnLst/>
                  <a:rect l="l" t="t" r="r" b="b"/>
                  <a:pathLst>
                    <a:path w="498" h="1118" extrusionOk="0">
                      <a:moveTo>
                        <a:pt x="78" y="1"/>
                      </a:moveTo>
                      <a:cubicBezTo>
                        <a:pt x="34" y="1"/>
                        <a:pt x="0" y="34"/>
                        <a:pt x="0" y="78"/>
                      </a:cubicBezTo>
                      <a:lnTo>
                        <a:pt x="0" y="1040"/>
                      </a:lnTo>
                      <a:cubicBezTo>
                        <a:pt x="0" y="1084"/>
                        <a:pt x="34" y="1117"/>
                        <a:pt x="78" y="1117"/>
                      </a:cubicBezTo>
                      <a:lnTo>
                        <a:pt x="410" y="1117"/>
                      </a:lnTo>
                      <a:cubicBezTo>
                        <a:pt x="454" y="1117"/>
                        <a:pt x="498" y="1084"/>
                        <a:pt x="498" y="1040"/>
                      </a:cubicBezTo>
                      <a:lnTo>
                        <a:pt x="498" y="78"/>
                      </a:lnTo>
                      <a:cubicBezTo>
                        <a:pt x="498" y="34"/>
                        <a:pt x="454" y="1"/>
                        <a:pt x="4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25"/>
                <p:cNvSpPr/>
                <p:nvPr/>
              </p:nvSpPr>
              <p:spPr>
                <a:xfrm>
                  <a:off x="824188" y="3575144"/>
                  <a:ext cx="326490" cy="118566"/>
                </a:xfrm>
                <a:custGeom>
                  <a:avLst/>
                  <a:gdLst/>
                  <a:ahLst/>
                  <a:cxnLst/>
                  <a:rect l="l" t="t" r="r" b="b"/>
                  <a:pathLst>
                    <a:path w="1129" h="410" extrusionOk="0">
                      <a:moveTo>
                        <a:pt x="0" y="1"/>
                      </a:moveTo>
                      <a:lnTo>
                        <a:pt x="0" y="410"/>
                      </a:lnTo>
                      <a:lnTo>
                        <a:pt x="1128" y="410"/>
                      </a:lnTo>
                      <a:lnTo>
                        <a:pt x="112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25"/>
                <p:cNvSpPr/>
                <p:nvPr/>
              </p:nvSpPr>
              <p:spPr>
                <a:xfrm>
                  <a:off x="1124653" y="3575144"/>
                  <a:ext cx="26027" cy="118566"/>
                </a:xfrm>
                <a:custGeom>
                  <a:avLst/>
                  <a:gdLst/>
                  <a:ahLst/>
                  <a:cxnLst/>
                  <a:rect l="l" t="t" r="r" b="b"/>
                  <a:pathLst>
                    <a:path w="90" h="410" extrusionOk="0">
                      <a:moveTo>
                        <a:pt x="1" y="1"/>
                      </a:moveTo>
                      <a:lnTo>
                        <a:pt x="1" y="410"/>
                      </a:lnTo>
                      <a:lnTo>
                        <a:pt x="89" y="410"/>
                      </a:lnTo>
                      <a:lnTo>
                        <a:pt x="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25"/>
                <p:cNvSpPr/>
                <p:nvPr/>
              </p:nvSpPr>
              <p:spPr>
                <a:xfrm>
                  <a:off x="798451" y="3575144"/>
                  <a:ext cx="26027" cy="118566"/>
                </a:xfrm>
                <a:custGeom>
                  <a:avLst/>
                  <a:gdLst/>
                  <a:ahLst/>
                  <a:cxnLst/>
                  <a:rect l="l" t="t" r="r" b="b"/>
                  <a:pathLst>
                    <a:path w="90" h="410" extrusionOk="0">
                      <a:moveTo>
                        <a:pt x="1" y="1"/>
                      </a:moveTo>
                      <a:lnTo>
                        <a:pt x="1" y="410"/>
                      </a:lnTo>
                      <a:lnTo>
                        <a:pt x="89" y="410"/>
                      </a:lnTo>
                      <a:lnTo>
                        <a:pt x="8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25"/>
                <p:cNvSpPr/>
                <p:nvPr/>
              </p:nvSpPr>
              <p:spPr>
                <a:xfrm>
                  <a:off x="910366" y="3616787"/>
                  <a:ext cx="64199" cy="35570"/>
                </a:xfrm>
                <a:custGeom>
                  <a:avLst/>
                  <a:gdLst/>
                  <a:ahLst/>
                  <a:cxnLst/>
                  <a:rect l="l" t="t" r="r" b="b"/>
                  <a:pathLst>
                    <a:path w="222" h="123" extrusionOk="0">
                      <a:moveTo>
                        <a:pt x="1" y="0"/>
                      </a:moveTo>
                      <a:lnTo>
                        <a:pt x="1" y="122"/>
                      </a:lnTo>
                      <a:lnTo>
                        <a:pt x="222" y="122"/>
                      </a:lnTo>
                      <a:lnTo>
                        <a:pt x="222" y="0"/>
                      </a:lnTo>
                      <a:close/>
                    </a:path>
                  </a:pathLst>
                </a:custGeom>
                <a:solidFill>
                  <a:srgbClr val="E845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25"/>
                <p:cNvSpPr/>
                <p:nvPr/>
              </p:nvSpPr>
              <p:spPr>
                <a:xfrm>
                  <a:off x="974276" y="3616787"/>
                  <a:ext cx="67669" cy="35570"/>
                </a:xfrm>
                <a:custGeom>
                  <a:avLst/>
                  <a:gdLst/>
                  <a:ahLst/>
                  <a:cxnLst/>
                  <a:rect l="l" t="t" r="r" b="b"/>
                  <a:pathLst>
                    <a:path w="234" h="123" extrusionOk="0">
                      <a:moveTo>
                        <a:pt x="1" y="0"/>
                      </a:moveTo>
                      <a:lnTo>
                        <a:pt x="1" y="122"/>
                      </a:lnTo>
                      <a:lnTo>
                        <a:pt x="233" y="122"/>
                      </a:lnTo>
                      <a:lnTo>
                        <a:pt x="233" y="0"/>
                      </a:lnTo>
                      <a:close/>
                    </a:path>
                  </a:pathLst>
                </a:custGeom>
                <a:solidFill>
                  <a:srgbClr val="ED6A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25"/>
                <p:cNvSpPr/>
                <p:nvPr/>
              </p:nvSpPr>
              <p:spPr>
                <a:xfrm>
                  <a:off x="894461" y="3616787"/>
                  <a:ext cx="147484" cy="51475"/>
                </a:xfrm>
                <a:custGeom>
                  <a:avLst/>
                  <a:gdLst/>
                  <a:ahLst/>
                  <a:cxnLst/>
                  <a:rect l="l" t="t" r="r" b="b"/>
                  <a:pathLst>
                    <a:path w="510" h="178" extrusionOk="0">
                      <a:moveTo>
                        <a:pt x="0" y="0"/>
                      </a:moveTo>
                      <a:lnTo>
                        <a:pt x="0" y="177"/>
                      </a:lnTo>
                      <a:lnTo>
                        <a:pt x="509" y="177"/>
                      </a:lnTo>
                      <a:lnTo>
                        <a:pt x="509" y="133"/>
                      </a:lnTo>
                      <a:lnTo>
                        <a:pt x="56" y="133"/>
                      </a:lnTo>
                      <a:lnTo>
                        <a:pt x="5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25"/>
                <p:cNvSpPr/>
                <p:nvPr/>
              </p:nvSpPr>
              <p:spPr>
                <a:xfrm>
                  <a:off x="4303095" y="3575144"/>
                  <a:ext cx="326490" cy="118566"/>
                </a:xfrm>
                <a:custGeom>
                  <a:avLst/>
                  <a:gdLst/>
                  <a:ahLst/>
                  <a:cxnLst/>
                  <a:rect l="l" t="t" r="r" b="b"/>
                  <a:pathLst>
                    <a:path w="1129" h="410" extrusionOk="0">
                      <a:moveTo>
                        <a:pt x="1" y="1"/>
                      </a:moveTo>
                      <a:lnTo>
                        <a:pt x="1" y="410"/>
                      </a:lnTo>
                      <a:lnTo>
                        <a:pt x="1129" y="410"/>
                      </a:lnTo>
                      <a:lnTo>
                        <a:pt x="112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25"/>
                <p:cNvSpPr/>
                <p:nvPr/>
              </p:nvSpPr>
              <p:spPr>
                <a:xfrm>
                  <a:off x="4603848" y="3575144"/>
                  <a:ext cx="25737" cy="118566"/>
                </a:xfrm>
                <a:custGeom>
                  <a:avLst/>
                  <a:gdLst/>
                  <a:ahLst/>
                  <a:cxnLst/>
                  <a:rect l="l" t="t" r="r" b="b"/>
                  <a:pathLst>
                    <a:path w="89" h="410" extrusionOk="0">
                      <a:moveTo>
                        <a:pt x="0" y="1"/>
                      </a:moveTo>
                      <a:lnTo>
                        <a:pt x="0" y="410"/>
                      </a:lnTo>
                      <a:lnTo>
                        <a:pt x="89" y="410"/>
                      </a:lnTo>
                      <a:lnTo>
                        <a:pt x="8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25"/>
                <p:cNvSpPr/>
                <p:nvPr/>
              </p:nvSpPr>
              <p:spPr>
                <a:xfrm>
                  <a:off x="4277646" y="3575144"/>
                  <a:ext cx="25737" cy="118566"/>
                </a:xfrm>
                <a:custGeom>
                  <a:avLst/>
                  <a:gdLst/>
                  <a:ahLst/>
                  <a:cxnLst/>
                  <a:rect l="l" t="t" r="r" b="b"/>
                  <a:pathLst>
                    <a:path w="89" h="410" extrusionOk="0">
                      <a:moveTo>
                        <a:pt x="0" y="1"/>
                      </a:moveTo>
                      <a:lnTo>
                        <a:pt x="0" y="410"/>
                      </a:lnTo>
                      <a:lnTo>
                        <a:pt x="89" y="410"/>
                      </a:lnTo>
                      <a:lnTo>
                        <a:pt x="8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25"/>
                <p:cNvSpPr/>
                <p:nvPr/>
              </p:nvSpPr>
              <p:spPr>
                <a:xfrm>
                  <a:off x="4389561" y="3616787"/>
                  <a:ext cx="64199" cy="35570"/>
                </a:xfrm>
                <a:custGeom>
                  <a:avLst/>
                  <a:gdLst/>
                  <a:ahLst/>
                  <a:cxnLst/>
                  <a:rect l="l" t="t" r="r" b="b"/>
                  <a:pathLst>
                    <a:path w="222" h="123" extrusionOk="0">
                      <a:moveTo>
                        <a:pt x="0" y="0"/>
                      </a:moveTo>
                      <a:lnTo>
                        <a:pt x="0" y="122"/>
                      </a:lnTo>
                      <a:lnTo>
                        <a:pt x="221" y="122"/>
                      </a:lnTo>
                      <a:lnTo>
                        <a:pt x="2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25"/>
                <p:cNvSpPr/>
                <p:nvPr/>
              </p:nvSpPr>
              <p:spPr>
                <a:xfrm>
                  <a:off x="4453471" y="3616787"/>
                  <a:ext cx="67380" cy="35570"/>
                </a:xfrm>
                <a:custGeom>
                  <a:avLst/>
                  <a:gdLst/>
                  <a:ahLst/>
                  <a:cxnLst/>
                  <a:rect l="l" t="t" r="r" b="b"/>
                  <a:pathLst>
                    <a:path w="233" h="123" extrusionOk="0">
                      <a:moveTo>
                        <a:pt x="0" y="0"/>
                      </a:moveTo>
                      <a:lnTo>
                        <a:pt x="0" y="122"/>
                      </a:lnTo>
                      <a:lnTo>
                        <a:pt x="233" y="122"/>
                      </a:lnTo>
                      <a:lnTo>
                        <a:pt x="2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25"/>
                <p:cNvSpPr/>
                <p:nvPr/>
              </p:nvSpPr>
              <p:spPr>
                <a:xfrm>
                  <a:off x="4373656" y="3616787"/>
                  <a:ext cx="147195" cy="51475"/>
                </a:xfrm>
                <a:custGeom>
                  <a:avLst/>
                  <a:gdLst/>
                  <a:ahLst/>
                  <a:cxnLst/>
                  <a:rect l="l" t="t" r="r" b="b"/>
                  <a:pathLst>
                    <a:path w="509" h="178" extrusionOk="0">
                      <a:moveTo>
                        <a:pt x="0" y="0"/>
                      </a:moveTo>
                      <a:lnTo>
                        <a:pt x="0" y="177"/>
                      </a:lnTo>
                      <a:lnTo>
                        <a:pt x="509" y="177"/>
                      </a:lnTo>
                      <a:lnTo>
                        <a:pt x="509" y="133"/>
                      </a:lnTo>
                      <a:lnTo>
                        <a:pt x="55" y="133"/>
                      </a:lnTo>
                      <a:lnTo>
                        <a:pt x="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3" name="Google Shape;683;p25"/>
              <p:cNvGrpSpPr/>
              <p:nvPr/>
            </p:nvGrpSpPr>
            <p:grpSpPr>
              <a:xfrm>
                <a:off x="3779103" y="810636"/>
                <a:ext cx="4281911" cy="1365808"/>
                <a:chOff x="4284336" y="2590450"/>
                <a:chExt cx="3552274" cy="1133075"/>
              </a:xfrm>
            </p:grpSpPr>
            <p:sp>
              <p:nvSpPr>
                <p:cNvPr id="684" name="Google Shape;684;p25"/>
                <p:cNvSpPr/>
                <p:nvPr/>
              </p:nvSpPr>
              <p:spPr>
                <a:xfrm flipH="1">
                  <a:off x="7791268" y="2741591"/>
                  <a:ext cx="45342" cy="819995"/>
                </a:xfrm>
                <a:custGeom>
                  <a:avLst/>
                  <a:gdLst/>
                  <a:ahLst/>
                  <a:cxnLst/>
                  <a:rect l="l" t="t" r="r" b="b"/>
                  <a:pathLst>
                    <a:path w="189" h="3418" extrusionOk="0">
                      <a:moveTo>
                        <a:pt x="189" y="1"/>
                      </a:moveTo>
                      <a:cubicBezTo>
                        <a:pt x="78" y="23"/>
                        <a:pt x="1" y="111"/>
                        <a:pt x="1" y="222"/>
                      </a:cubicBezTo>
                      <a:lnTo>
                        <a:pt x="1" y="3185"/>
                      </a:lnTo>
                      <a:cubicBezTo>
                        <a:pt x="1" y="3296"/>
                        <a:pt x="78" y="3395"/>
                        <a:pt x="189" y="3418"/>
                      </a:cubicBezTo>
                      <a:lnTo>
                        <a:pt x="189" y="2975"/>
                      </a:lnTo>
                      <a:lnTo>
                        <a:pt x="189" y="2964"/>
                      </a:lnTo>
                      <a:lnTo>
                        <a:pt x="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25"/>
                <p:cNvSpPr/>
                <p:nvPr/>
              </p:nvSpPr>
              <p:spPr>
                <a:xfrm flipH="1">
                  <a:off x="4300170" y="3611729"/>
                  <a:ext cx="3016326" cy="111796"/>
                </a:xfrm>
                <a:custGeom>
                  <a:avLst/>
                  <a:gdLst/>
                  <a:ahLst/>
                  <a:cxnLst/>
                  <a:rect l="l" t="t" r="r" b="b"/>
                  <a:pathLst>
                    <a:path w="12573" h="466" extrusionOk="0">
                      <a:moveTo>
                        <a:pt x="0" y="1"/>
                      </a:moveTo>
                      <a:cubicBezTo>
                        <a:pt x="122" y="277"/>
                        <a:pt x="398" y="454"/>
                        <a:pt x="708" y="465"/>
                      </a:cubicBezTo>
                      <a:lnTo>
                        <a:pt x="11865" y="465"/>
                      </a:lnTo>
                      <a:cubicBezTo>
                        <a:pt x="12175" y="465"/>
                        <a:pt x="12451" y="277"/>
                        <a:pt x="12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25"/>
                <p:cNvSpPr/>
                <p:nvPr/>
              </p:nvSpPr>
              <p:spPr>
                <a:xfrm flipH="1">
                  <a:off x="4284336" y="2590450"/>
                  <a:ext cx="3013687" cy="1021515"/>
                </a:xfrm>
                <a:custGeom>
                  <a:avLst/>
                  <a:gdLst/>
                  <a:ahLst/>
                  <a:cxnLst/>
                  <a:rect l="l" t="t" r="r" b="b"/>
                  <a:pathLst>
                    <a:path w="12562" h="4258" extrusionOk="0">
                      <a:moveTo>
                        <a:pt x="631" y="1"/>
                      </a:moveTo>
                      <a:cubicBezTo>
                        <a:pt x="377" y="1"/>
                        <a:pt x="144" y="122"/>
                        <a:pt x="1" y="332"/>
                      </a:cubicBezTo>
                      <a:lnTo>
                        <a:pt x="8625" y="332"/>
                      </a:lnTo>
                      <a:cubicBezTo>
                        <a:pt x="10616" y="332"/>
                        <a:pt x="12230" y="1947"/>
                        <a:pt x="12230" y="3948"/>
                      </a:cubicBezTo>
                      <a:cubicBezTo>
                        <a:pt x="12230" y="4059"/>
                        <a:pt x="12186" y="4169"/>
                        <a:pt x="12109" y="4258"/>
                      </a:cubicBezTo>
                      <a:lnTo>
                        <a:pt x="12496" y="4258"/>
                      </a:lnTo>
                      <a:cubicBezTo>
                        <a:pt x="12540" y="4158"/>
                        <a:pt x="12562" y="4048"/>
                        <a:pt x="12562" y="3948"/>
                      </a:cubicBezTo>
                      <a:cubicBezTo>
                        <a:pt x="12562" y="1770"/>
                        <a:pt x="10793" y="1"/>
                        <a:pt x="86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25"/>
                <p:cNvSpPr/>
                <p:nvPr/>
              </p:nvSpPr>
              <p:spPr>
                <a:xfrm flipH="1">
                  <a:off x="4393013" y="3150150"/>
                  <a:ext cx="2939556" cy="461817"/>
                </a:xfrm>
                <a:custGeom>
                  <a:avLst/>
                  <a:gdLst/>
                  <a:ahLst/>
                  <a:cxnLst/>
                  <a:rect l="l" t="t" r="r" b="b"/>
                  <a:pathLst>
                    <a:path w="12253" h="1925" extrusionOk="0">
                      <a:moveTo>
                        <a:pt x="1" y="1"/>
                      </a:moveTo>
                      <a:lnTo>
                        <a:pt x="1" y="1615"/>
                      </a:lnTo>
                      <a:cubicBezTo>
                        <a:pt x="1" y="1715"/>
                        <a:pt x="23" y="1825"/>
                        <a:pt x="67" y="1925"/>
                      </a:cubicBezTo>
                      <a:lnTo>
                        <a:pt x="12253" y="1925"/>
                      </a:lnTo>
                      <a:cubicBezTo>
                        <a:pt x="11545" y="730"/>
                        <a:pt x="10251" y="1"/>
                        <a:pt x="8869" y="1"/>
                      </a:cubicBezTo>
                      <a:close/>
                    </a:path>
                  </a:pathLst>
                </a:custGeom>
                <a:solidFill>
                  <a:srgbClr val="F0F0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25"/>
                <p:cNvSpPr/>
                <p:nvPr/>
              </p:nvSpPr>
              <p:spPr>
                <a:xfrm flipH="1">
                  <a:off x="4361106" y="2670099"/>
                  <a:ext cx="2971463" cy="941867"/>
                </a:xfrm>
                <a:custGeom>
                  <a:avLst/>
                  <a:gdLst/>
                  <a:ahLst/>
                  <a:cxnLst/>
                  <a:rect l="l" t="t" r="r" b="b"/>
                  <a:pathLst>
                    <a:path w="12386" h="3926" extrusionOk="0">
                      <a:moveTo>
                        <a:pt x="145" y="0"/>
                      </a:moveTo>
                      <a:cubicBezTo>
                        <a:pt x="45" y="133"/>
                        <a:pt x="1" y="288"/>
                        <a:pt x="1" y="443"/>
                      </a:cubicBezTo>
                      <a:lnTo>
                        <a:pt x="1" y="2002"/>
                      </a:lnTo>
                      <a:lnTo>
                        <a:pt x="321" y="2002"/>
                      </a:lnTo>
                      <a:lnTo>
                        <a:pt x="10295" y="3926"/>
                      </a:lnTo>
                      <a:lnTo>
                        <a:pt x="12253" y="3926"/>
                      </a:lnTo>
                      <a:cubicBezTo>
                        <a:pt x="12341" y="3837"/>
                        <a:pt x="12385" y="3727"/>
                        <a:pt x="12374" y="3616"/>
                      </a:cubicBezTo>
                      <a:cubicBezTo>
                        <a:pt x="12374" y="1615"/>
                        <a:pt x="10760" y="0"/>
                        <a:pt x="876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25"/>
                <p:cNvSpPr/>
                <p:nvPr/>
              </p:nvSpPr>
              <p:spPr>
                <a:xfrm flipH="1">
                  <a:off x="4393013" y="2670099"/>
                  <a:ext cx="2968584" cy="941867"/>
                </a:xfrm>
                <a:custGeom>
                  <a:avLst/>
                  <a:gdLst/>
                  <a:ahLst/>
                  <a:cxnLst/>
                  <a:rect l="l" t="t" r="r" b="b"/>
                  <a:pathLst>
                    <a:path w="12374" h="3926" extrusionOk="0">
                      <a:moveTo>
                        <a:pt x="133" y="0"/>
                      </a:moveTo>
                      <a:cubicBezTo>
                        <a:pt x="44" y="133"/>
                        <a:pt x="0" y="288"/>
                        <a:pt x="0" y="443"/>
                      </a:cubicBezTo>
                      <a:lnTo>
                        <a:pt x="0" y="2002"/>
                      </a:lnTo>
                      <a:lnTo>
                        <a:pt x="321" y="2002"/>
                      </a:lnTo>
                      <a:lnTo>
                        <a:pt x="10416" y="3926"/>
                      </a:lnTo>
                      <a:lnTo>
                        <a:pt x="12252" y="3926"/>
                      </a:lnTo>
                      <a:cubicBezTo>
                        <a:pt x="12329" y="3837"/>
                        <a:pt x="12374" y="3727"/>
                        <a:pt x="12374" y="3616"/>
                      </a:cubicBezTo>
                      <a:cubicBezTo>
                        <a:pt x="12374" y="1615"/>
                        <a:pt x="10759" y="0"/>
                        <a:pt x="875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25"/>
                <p:cNvSpPr/>
                <p:nvPr/>
              </p:nvSpPr>
              <p:spPr>
                <a:xfrm flipH="1">
                  <a:off x="4300169" y="3484339"/>
                  <a:ext cx="501641" cy="127629"/>
                </a:xfrm>
                <a:custGeom>
                  <a:avLst/>
                  <a:gdLst/>
                  <a:ahLst/>
                  <a:cxnLst/>
                  <a:rect l="l" t="t" r="r" b="b"/>
                  <a:pathLst>
                    <a:path w="2091" h="532" extrusionOk="0">
                      <a:moveTo>
                        <a:pt x="1" y="1"/>
                      </a:moveTo>
                      <a:lnTo>
                        <a:pt x="1" y="532"/>
                      </a:lnTo>
                      <a:lnTo>
                        <a:pt x="2091" y="532"/>
                      </a:lnTo>
                      <a:lnTo>
                        <a:pt x="20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25"/>
                <p:cNvSpPr/>
                <p:nvPr/>
              </p:nvSpPr>
              <p:spPr>
                <a:xfrm flipH="1">
                  <a:off x="4822682" y="2632913"/>
                  <a:ext cx="504280" cy="124991"/>
                </a:xfrm>
                <a:custGeom>
                  <a:avLst/>
                  <a:gdLst/>
                  <a:ahLst/>
                  <a:cxnLst/>
                  <a:rect l="l" t="t" r="r" b="b"/>
                  <a:pathLst>
                    <a:path w="2102" h="521" extrusionOk="0">
                      <a:moveTo>
                        <a:pt x="0" y="0"/>
                      </a:moveTo>
                      <a:lnTo>
                        <a:pt x="0" y="520"/>
                      </a:lnTo>
                      <a:lnTo>
                        <a:pt x="2101" y="520"/>
                      </a:lnTo>
                      <a:lnTo>
                        <a:pt x="115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25"/>
                <p:cNvSpPr/>
                <p:nvPr/>
              </p:nvSpPr>
              <p:spPr>
                <a:xfrm flipH="1">
                  <a:off x="4676821" y="2590450"/>
                  <a:ext cx="3013687" cy="1021515"/>
                </a:xfrm>
                <a:custGeom>
                  <a:avLst/>
                  <a:gdLst/>
                  <a:ahLst/>
                  <a:cxnLst/>
                  <a:rect l="l" t="t" r="r" b="b"/>
                  <a:pathLst>
                    <a:path w="12562" h="4258" extrusionOk="0">
                      <a:moveTo>
                        <a:pt x="630" y="1"/>
                      </a:moveTo>
                      <a:cubicBezTo>
                        <a:pt x="376" y="1"/>
                        <a:pt x="144" y="122"/>
                        <a:pt x="0" y="332"/>
                      </a:cubicBezTo>
                      <a:lnTo>
                        <a:pt x="8625" y="332"/>
                      </a:lnTo>
                      <a:cubicBezTo>
                        <a:pt x="10615" y="332"/>
                        <a:pt x="12230" y="1947"/>
                        <a:pt x="12230" y="3948"/>
                      </a:cubicBezTo>
                      <a:cubicBezTo>
                        <a:pt x="12230" y="4059"/>
                        <a:pt x="12185" y="4169"/>
                        <a:pt x="12108" y="4258"/>
                      </a:cubicBezTo>
                      <a:lnTo>
                        <a:pt x="12495" y="4258"/>
                      </a:lnTo>
                      <a:cubicBezTo>
                        <a:pt x="12539" y="4158"/>
                        <a:pt x="12561" y="4048"/>
                        <a:pt x="12561" y="3948"/>
                      </a:cubicBezTo>
                      <a:cubicBezTo>
                        <a:pt x="12561" y="1770"/>
                        <a:pt x="10803" y="1"/>
                        <a:pt x="86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25"/>
                <p:cNvSpPr/>
                <p:nvPr/>
              </p:nvSpPr>
              <p:spPr>
                <a:xfrm flipH="1">
                  <a:off x="4769664" y="3611729"/>
                  <a:ext cx="3016565" cy="111796"/>
                </a:xfrm>
                <a:custGeom>
                  <a:avLst/>
                  <a:gdLst/>
                  <a:ahLst/>
                  <a:cxnLst/>
                  <a:rect l="l" t="t" r="r" b="b"/>
                  <a:pathLst>
                    <a:path w="12574" h="466" extrusionOk="0">
                      <a:moveTo>
                        <a:pt x="1" y="1"/>
                      </a:moveTo>
                      <a:cubicBezTo>
                        <a:pt x="123" y="277"/>
                        <a:pt x="399" y="454"/>
                        <a:pt x="709" y="465"/>
                      </a:cubicBezTo>
                      <a:lnTo>
                        <a:pt x="11866" y="465"/>
                      </a:lnTo>
                      <a:cubicBezTo>
                        <a:pt x="12175" y="465"/>
                        <a:pt x="12452" y="277"/>
                        <a:pt x="125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25"/>
                <p:cNvSpPr/>
                <p:nvPr/>
              </p:nvSpPr>
              <p:spPr>
                <a:xfrm flipH="1">
                  <a:off x="4753831" y="2590450"/>
                  <a:ext cx="3013687" cy="1021515"/>
                </a:xfrm>
                <a:custGeom>
                  <a:avLst/>
                  <a:gdLst/>
                  <a:ahLst/>
                  <a:cxnLst/>
                  <a:rect l="l" t="t" r="r" b="b"/>
                  <a:pathLst>
                    <a:path w="12562" h="4258" extrusionOk="0">
                      <a:moveTo>
                        <a:pt x="631" y="1"/>
                      </a:moveTo>
                      <a:cubicBezTo>
                        <a:pt x="376" y="1"/>
                        <a:pt x="144" y="122"/>
                        <a:pt x="0" y="332"/>
                      </a:cubicBezTo>
                      <a:lnTo>
                        <a:pt x="8625" y="332"/>
                      </a:lnTo>
                      <a:cubicBezTo>
                        <a:pt x="10616" y="332"/>
                        <a:pt x="12230" y="1947"/>
                        <a:pt x="12230" y="3948"/>
                      </a:cubicBezTo>
                      <a:cubicBezTo>
                        <a:pt x="12230" y="4059"/>
                        <a:pt x="12186" y="4169"/>
                        <a:pt x="12108" y="4258"/>
                      </a:cubicBezTo>
                      <a:lnTo>
                        <a:pt x="12495" y="4258"/>
                      </a:lnTo>
                      <a:cubicBezTo>
                        <a:pt x="12540" y="4158"/>
                        <a:pt x="12562" y="4048"/>
                        <a:pt x="12562" y="3948"/>
                      </a:cubicBezTo>
                      <a:cubicBezTo>
                        <a:pt x="12562" y="1770"/>
                        <a:pt x="10793" y="1"/>
                        <a:pt x="86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25"/>
                <p:cNvSpPr/>
                <p:nvPr/>
              </p:nvSpPr>
              <p:spPr>
                <a:xfrm flipH="1">
                  <a:off x="4862508" y="3150150"/>
                  <a:ext cx="2939556" cy="461817"/>
                </a:xfrm>
                <a:custGeom>
                  <a:avLst/>
                  <a:gdLst/>
                  <a:ahLst/>
                  <a:cxnLst/>
                  <a:rect l="l" t="t" r="r" b="b"/>
                  <a:pathLst>
                    <a:path w="12253" h="1925" extrusionOk="0">
                      <a:moveTo>
                        <a:pt x="1" y="1"/>
                      </a:moveTo>
                      <a:lnTo>
                        <a:pt x="1" y="1615"/>
                      </a:lnTo>
                      <a:cubicBezTo>
                        <a:pt x="1" y="1715"/>
                        <a:pt x="23" y="1825"/>
                        <a:pt x="67" y="1925"/>
                      </a:cubicBezTo>
                      <a:lnTo>
                        <a:pt x="12252" y="1925"/>
                      </a:lnTo>
                      <a:cubicBezTo>
                        <a:pt x="11534" y="730"/>
                        <a:pt x="10251" y="1"/>
                        <a:pt x="88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25"/>
                <p:cNvSpPr/>
                <p:nvPr/>
              </p:nvSpPr>
              <p:spPr>
                <a:xfrm flipH="1">
                  <a:off x="4833239" y="2670099"/>
                  <a:ext cx="2968824" cy="941867"/>
                </a:xfrm>
                <a:custGeom>
                  <a:avLst/>
                  <a:gdLst/>
                  <a:ahLst/>
                  <a:cxnLst/>
                  <a:rect l="l" t="t" r="r" b="b"/>
                  <a:pathLst>
                    <a:path w="12375" h="3926" extrusionOk="0">
                      <a:moveTo>
                        <a:pt x="144" y="0"/>
                      </a:moveTo>
                      <a:cubicBezTo>
                        <a:pt x="45" y="133"/>
                        <a:pt x="1" y="288"/>
                        <a:pt x="1" y="443"/>
                      </a:cubicBezTo>
                      <a:lnTo>
                        <a:pt x="1" y="2002"/>
                      </a:lnTo>
                      <a:lnTo>
                        <a:pt x="8869" y="2002"/>
                      </a:lnTo>
                      <a:cubicBezTo>
                        <a:pt x="10251" y="2002"/>
                        <a:pt x="11534" y="2731"/>
                        <a:pt x="12252" y="3926"/>
                      </a:cubicBezTo>
                      <a:cubicBezTo>
                        <a:pt x="12330" y="3837"/>
                        <a:pt x="12374" y="3727"/>
                        <a:pt x="12374" y="3616"/>
                      </a:cubicBezTo>
                      <a:cubicBezTo>
                        <a:pt x="12374" y="1615"/>
                        <a:pt x="10760" y="0"/>
                        <a:pt x="87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25"/>
                <p:cNvSpPr/>
                <p:nvPr/>
              </p:nvSpPr>
              <p:spPr>
                <a:xfrm flipH="1">
                  <a:off x="4862508" y="3150150"/>
                  <a:ext cx="2939556" cy="461817"/>
                </a:xfrm>
                <a:custGeom>
                  <a:avLst/>
                  <a:gdLst/>
                  <a:ahLst/>
                  <a:cxnLst/>
                  <a:rect l="l" t="t" r="r" b="b"/>
                  <a:pathLst>
                    <a:path w="12253" h="1925" extrusionOk="0">
                      <a:moveTo>
                        <a:pt x="1" y="1"/>
                      </a:moveTo>
                      <a:lnTo>
                        <a:pt x="1" y="332"/>
                      </a:lnTo>
                      <a:lnTo>
                        <a:pt x="8869" y="332"/>
                      </a:lnTo>
                      <a:cubicBezTo>
                        <a:pt x="9919" y="332"/>
                        <a:pt x="10925" y="786"/>
                        <a:pt x="11611" y="1593"/>
                      </a:cubicBezTo>
                      <a:lnTo>
                        <a:pt x="1" y="1593"/>
                      </a:lnTo>
                      <a:lnTo>
                        <a:pt x="1" y="1615"/>
                      </a:lnTo>
                      <a:cubicBezTo>
                        <a:pt x="1" y="1715"/>
                        <a:pt x="23" y="1825"/>
                        <a:pt x="67" y="1925"/>
                      </a:cubicBezTo>
                      <a:lnTo>
                        <a:pt x="12252" y="1925"/>
                      </a:lnTo>
                      <a:cubicBezTo>
                        <a:pt x="11534" y="730"/>
                        <a:pt x="10251" y="1"/>
                        <a:pt x="88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25"/>
                <p:cNvSpPr/>
                <p:nvPr/>
              </p:nvSpPr>
              <p:spPr>
                <a:xfrm flipH="1">
                  <a:off x="5016287" y="3229799"/>
                  <a:ext cx="2785777" cy="302520"/>
                </a:xfrm>
                <a:custGeom>
                  <a:avLst/>
                  <a:gdLst/>
                  <a:ahLst/>
                  <a:cxnLst/>
                  <a:rect l="l" t="t" r="r" b="b"/>
                  <a:pathLst>
                    <a:path w="11612" h="1261" extrusionOk="0">
                      <a:moveTo>
                        <a:pt x="1" y="0"/>
                      </a:moveTo>
                      <a:lnTo>
                        <a:pt x="1" y="332"/>
                      </a:lnTo>
                      <a:lnTo>
                        <a:pt x="8869" y="332"/>
                      </a:lnTo>
                      <a:cubicBezTo>
                        <a:pt x="8885" y="332"/>
                        <a:pt x="8902" y="332"/>
                        <a:pt x="8918" y="332"/>
                      </a:cubicBezTo>
                      <a:cubicBezTo>
                        <a:pt x="9586" y="332"/>
                        <a:pt x="10231" y="551"/>
                        <a:pt x="10782" y="929"/>
                      </a:cubicBezTo>
                      <a:lnTo>
                        <a:pt x="10782" y="940"/>
                      </a:lnTo>
                      <a:lnTo>
                        <a:pt x="1" y="940"/>
                      </a:lnTo>
                      <a:lnTo>
                        <a:pt x="1" y="1261"/>
                      </a:lnTo>
                      <a:lnTo>
                        <a:pt x="11611" y="1261"/>
                      </a:lnTo>
                      <a:cubicBezTo>
                        <a:pt x="10925" y="454"/>
                        <a:pt x="9919" y="0"/>
                        <a:pt x="886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25"/>
                <p:cNvSpPr/>
                <p:nvPr/>
              </p:nvSpPr>
              <p:spPr>
                <a:xfrm flipH="1">
                  <a:off x="4968545" y="2781415"/>
                  <a:ext cx="626392" cy="538827"/>
                </a:xfrm>
                <a:custGeom>
                  <a:avLst/>
                  <a:gdLst/>
                  <a:ahLst/>
                  <a:cxnLst/>
                  <a:rect l="l" t="t" r="r" b="b"/>
                  <a:pathLst>
                    <a:path w="2611" h="2246" extrusionOk="0">
                      <a:moveTo>
                        <a:pt x="1" y="1"/>
                      </a:moveTo>
                      <a:lnTo>
                        <a:pt x="1" y="12"/>
                      </a:lnTo>
                      <a:cubicBezTo>
                        <a:pt x="1173" y="200"/>
                        <a:pt x="2135" y="1029"/>
                        <a:pt x="2511" y="2157"/>
                      </a:cubicBezTo>
                      <a:lnTo>
                        <a:pt x="2610" y="2245"/>
                      </a:lnTo>
                      <a:cubicBezTo>
                        <a:pt x="2599" y="2212"/>
                        <a:pt x="2588" y="2190"/>
                        <a:pt x="2588" y="2168"/>
                      </a:cubicBezTo>
                      <a:cubicBezTo>
                        <a:pt x="2212" y="1029"/>
                        <a:pt x="1239" y="200"/>
                        <a:pt x="56" y="12"/>
                      </a:cubicBezTo>
                      <a:lnTo>
                        <a:pt x="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25"/>
                <p:cNvSpPr/>
                <p:nvPr/>
              </p:nvSpPr>
              <p:spPr>
                <a:xfrm flipH="1">
                  <a:off x="4992535" y="2784054"/>
                  <a:ext cx="602401" cy="514836"/>
                </a:xfrm>
                <a:custGeom>
                  <a:avLst/>
                  <a:gdLst/>
                  <a:ahLst/>
                  <a:cxnLst/>
                  <a:rect l="l" t="t" r="r" b="b"/>
                  <a:pathLst>
                    <a:path w="2511" h="2146" extrusionOk="0">
                      <a:moveTo>
                        <a:pt x="1" y="1"/>
                      </a:moveTo>
                      <a:lnTo>
                        <a:pt x="1" y="1106"/>
                      </a:lnTo>
                      <a:cubicBezTo>
                        <a:pt x="929" y="1184"/>
                        <a:pt x="1803" y="1549"/>
                        <a:pt x="2511" y="2146"/>
                      </a:cubicBezTo>
                      <a:lnTo>
                        <a:pt x="2488" y="2091"/>
                      </a:lnTo>
                      <a:cubicBezTo>
                        <a:pt x="1792" y="1527"/>
                        <a:pt x="940" y="1184"/>
                        <a:pt x="45" y="1106"/>
                      </a:cubicBezTo>
                      <a:lnTo>
                        <a:pt x="45" y="12"/>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25"/>
                <p:cNvSpPr/>
                <p:nvPr/>
              </p:nvSpPr>
              <p:spPr>
                <a:xfrm flipH="1">
                  <a:off x="4997813" y="2786693"/>
                  <a:ext cx="586568" cy="499002"/>
                </a:xfrm>
                <a:custGeom>
                  <a:avLst/>
                  <a:gdLst/>
                  <a:ahLst/>
                  <a:cxnLst/>
                  <a:rect l="l" t="t" r="r" b="b"/>
                  <a:pathLst>
                    <a:path w="2445" h="2080" extrusionOk="0">
                      <a:moveTo>
                        <a:pt x="1" y="1"/>
                      </a:moveTo>
                      <a:lnTo>
                        <a:pt x="1" y="1095"/>
                      </a:lnTo>
                      <a:cubicBezTo>
                        <a:pt x="896" y="1173"/>
                        <a:pt x="1748" y="1516"/>
                        <a:pt x="2444" y="2080"/>
                      </a:cubicBezTo>
                      <a:cubicBezTo>
                        <a:pt x="2069" y="996"/>
                        <a:pt x="1129" y="211"/>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25"/>
                <p:cNvSpPr/>
                <p:nvPr/>
              </p:nvSpPr>
              <p:spPr>
                <a:xfrm flipH="1">
                  <a:off x="7016614" y="2670099"/>
                  <a:ext cx="268214" cy="862219"/>
                </a:xfrm>
                <a:custGeom>
                  <a:avLst/>
                  <a:gdLst/>
                  <a:ahLst/>
                  <a:cxnLst/>
                  <a:rect l="l" t="t" r="r" b="b"/>
                  <a:pathLst>
                    <a:path w="1118" h="3594" extrusionOk="0">
                      <a:moveTo>
                        <a:pt x="1" y="0"/>
                      </a:moveTo>
                      <a:lnTo>
                        <a:pt x="1" y="3594"/>
                      </a:lnTo>
                      <a:lnTo>
                        <a:pt x="1118" y="3594"/>
                      </a:lnTo>
                      <a:lnTo>
                        <a:pt x="11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25"/>
                <p:cNvSpPr/>
                <p:nvPr/>
              </p:nvSpPr>
              <p:spPr>
                <a:xfrm flipH="1">
                  <a:off x="7016614" y="2670099"/>
                  <a:ext cx="21352" cy="862219"/>
                </a:xfrm>
                <a:custGeom>
                  <a:avLst/>
                  <a:gdLst/>
                  <a:ahLst/>
                  <a:cxnLst/>
                  <a:rect l="l" t="t" r="r" b="b"/>
                  <a:pathLst>
                    <a:path w="89" h="3594" extrusionOk="0">
                      <a:moveTo>
                        <a:pt x="0" y="0"/>
                      </a:moveTo>
                      <a:lnTo>
                        <a:pt x="0" y="3594"/>
                      </a:lnTo>
                      <a:lnTo>
                        <a:pt x="89" y="3594"/>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25"/>
                <p:cNvSpPr/>
                <p:nvPr/>
              </p:nvSpPr>
              <p:spPr>
                <a:xfrm flipH="1">
                  <a:off x="7284588" y="2670099"/>
                  <a:ext cx="21352" cy="862219"/>
                </a:xfrm>
                <a:custGeom>
                  <a:avLst/>
                  <a:gdLst/>
                  <a:ahLst/>
                  <a:cxnLst/>
                  <a:rect l="l" t="t" r="r" b="b"/>
                  <a:pathLst>
                    <a:path w="89" h="3594" extrusionOk="0">
                      <a:moveTo>
                        <a:pt x="0" y="0"/>
                      </a:moveTo>
                      <a:lnTo>
                        <a:pt x="0" y="3594"/>
                      </a:lnTo>
                      <a:lnTo>
                        <a:pt x="89" y="3594"/>
                      </a:lnTo>
                      <a:lnTo>
                        <a:pt x="8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25"/>
                <p:cNvSpPr/>
                <p:nvPr/>
              </p:nvSpPr>
              <p:spPr>
                <a:xfrm flipH="1">
                  <a:off x="6470111" y="2670099"/>
                  <a:ext cx="270853" cy="862219"/>
                </a:xfrm>
                <a:custGeom>
                  <a:avLst/>
                  <a:gdLst/>
                  <a:ahLst/>
                  <a:cxnLst/>
                  <a:rect l="l" t="t" r="r" b="b"/>
                  <a:pathLst>
                    <a:path w="1129" h="3594" extrusionOk="0">
                      <a:moveTo>
                        <a:pt x="1" y="0"/>
                      </a:moveTo>
                      <a:lnTo>
                        <a:pt x="1" y="3594"/>
                      </a:lnTo>
                      <a:lnTo>
                        <a:pt x="1129" y="3594"/>
                      </a:lnTo>
                      <a:lnTo>
                        <a:pt x="1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25"/>
                <p:cNvSpPr/>
                <p:nvPr/>
              </p:nvSpPr>
              <p:spPr>
                <a:xfrm flipH="1">
                  <a:off x="6470110" y="2670099"/>
                  <a:ext cx="21352" cy="862219"/>
                </a:xfrm>
                <a:custGeom>
                  <a:avLst/>
                  <a:gdLst/>
                  <a:ahLst/>
                  <a:cxnLst/>
                  <a:rect l="l" t="t" r="r" b="b"/>
                  <a:pathLst>
                    <a:path w="89" h="3594" extrusionOk="0">
                      <a:moveTo>
                        <a:pt x="0" y="0"/>
                      </a:moveTo>
                      <a:lnTo>
                        <a:pt x="0" y="3594"/>
                      </a:lnTo>
                      <a:lnTo>
                        <a:pt x="89" y="3594"/>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25"/>
                <p:cNvSpPr/>
                <p:nvPr/>
              </p:nvSpPr>
              <p:spPr>
                <a:xfrm flipH="1">
                  <a:off x="6740723" y="2670099"/>
                  <a:ext cx="21352" cy="862219"/>
                </a:xfrm>
                <a:custGeom>
                  <a:avLst/>
                  <a:gdLst/>
                  <a:ahLst/>
                  <a:cxnLst/>
                  <a:rect l="l" t="t" r="r" b="b"/>
                  <a:pathLst>
                    <a:path w="89" h="3594" extrusionOk="0">
                      <a:moveTo>
                        <a:pt x="0" y="0"/>
                      </a:moveTo>
                      <a:lnTo>
                        <a:pt x="0" y="3594"/>
                      </a:lnTo>
                      <a:lnTo>
                        <a:pt x="89" y="3594"/>
                      </a:lnTo>
                      <a:lnTo>
                        <a:pt x="8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25"/>
                <p:cNvSpPr/>
                <p:nvPr/>
              </p:nvSpPr>
              <p:spPr>
                <a:xfrm flipH="1">
                  <a:off x="5926246" y="2670099"/>
                  <a:ext cx="270853" cy="862219"/>
                </a:xfrm>
                <a:custGeom>
                  <a:avLst/>
                  <a:gdLst/>
                  <a:ahLst/>
                  <a:cxnLst/>
                  <a:rect l="l" t="t" r="r" b="b"/>
                  <a:pathLst>
                    <a:path w="1129" h="3594" extrusionOk="0">
                      <a:moveTo>
                        <a:pt x="0" y="0"/>
                      </a:moveTo>
                      <a:lnTo>
                        <a:pt x="0" y="3594"/>
                      </a:lnTo>
                      <a:lnTo>
                        <a:pt x="1128" y="3594"/>
                      </a:lnTo>
                      <a:lnTo>
                        <a:pt x="11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25"/>
                <p:cNvSpPr/>
                <p:nvPr/>
              </p:nvSpPr>
              <p:spPr>
                <a:xfrm flipH="1">
                  <a:off x="5926246" y="2670099"/>
                  <a:ext cx="21591" cy="862219"/>
                </a:xfrm>
                <a:custGeom>
                  <a:avLst/>
                  <a:gdLst/>
                  <a:ahLst/>
                  <a:cxnLst/>
                  <a:rect l="l" t="t" r="r" b="b"/>
                  <a:pathLst>
                    <a:path w="90" h="3594" extrusionOk="0">
                      <a:moveTo>
                        <a:pt x="1" y="0"/>
                      </a:moveTo>
                      <a:lnTo>
                        <a:pt x="1" y="3594"/>
                      </a:lnTo>
                      <a:lnTo>
                        <a:pt x="89" y="3594"/>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25"/>
                <p:cNvSpPr/>
                <p:nvPr/>
              </p:nvSpPr>
              <p:spPr>
                <a:xfrm flipH="1">
                  <a:off x="6196859" y="2670099"/>
                  <a:ext cx="21591" cy="862219"/>
                </a:xfrm>
                <a:custGeom>
                  <a:avLst/>
                  <a:gdLst/>
                  <a:ahLst/>
                  <a:cxnLst/>
                  <a:rect l="l" t="t" r="r" b="b"/>
                  <a:pathLst>
                    <a:path w="90" h="3594" extrusionOk="0">
                      <a:moveTo>
                        <a:pt x="1" y="0"/>
                      </a:moveTo>
                      <a:lnTo>
                        <a:pt x="1" y="3594"/>
                      </a:lnTo>
                      <a:lnTo>
                        <a:pt x="89" y="3594"/>
                      </a:lnTo>
                      <a:lnTo>
                        <a:pt x="8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25"/>
                <p:cNvSpPr/>
                <p:nvPr/>
              </p:nvSpPr>
              <p:spPr>
                <a:xfrm flipH="1">
                  <a:off x="7472914" y="2781415"/>
                  <a:ext cx="29268" cy="268214"/>
                </a:xfrm>
                <a:custGeom>
                  <a:avLst/>
                  <a:gdLst/>
                  <a:ahLst/>
                  <a:cxnLst/>
                  <a:rect l="l" t="t" r="r" b="b"/>
                  <a:pathLst>
                    <a:path w="122" h="1118" extrusionOk="0">
                      <a:moveTo>
                        <a:pt x="89" y="1"/>
                      </a:moveTo>
                      <a:cubicBezTo>
                        <a:pt x="33" y="1"/>
                        <a:pt x="0" y="34"/>
                        <a:pt x="0" y="89"/>
                      </a:cubicBezTo>
                      <a:lnTo>
                        <a:pt x="0" y="1040"/>
                      </a:lnTo>
                      <a:cubicBezTo>
                        <a:pt x="0" y="1084"/>
                        <a:pt x="33" y="1117"/>
                        <a:pt x="89" y="1117"/>
                      </a:cubicBezTo>
                      <a:lnTo>
                        <a:pt x="122" y="1117"/>
                      </a:lnTo>
                      <a:cubicBezTo>
                        <a:pt x="78" y="1117"/>
                        <a:pt x="33" y="1084"/>
                        <a:pt x="33" y="1040"/>
                      </a:cubicBezTo>
                      <a:lnTo>
                        <a:pt x="33" y="89"/>
                      </a:lnTo>
                      <a:cubicBezTo>
                        <a:pt x="33"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25"/>
                <p:cNvSpPr/>
                <p:nvPr/>
              </p:nvSpPr>
              <p:spPr>
                <a:xfrm flipH="1">
                  <a:off x="7363997" y="2781415"/>
                  <a:ext cx="29508" cy="268214"/>
                </a:xfrm>
                <a:custGeom>
                  <a:avLst/>
                  <a:gdLst/>
                  <a:ahLst/>
                  <a:cxnLst/>
                  <a:rect l="l" t="t" r="r" b="b"/>
                  <a:pathLst>
                    <a:path w="123" h="1118" extrusionOk="0">
                      <a:moveTo>
                        <a:pt x="0" y="1"/>
                      </a:moveTo>
                      <a:cubicBezTo>
                        <a:pt x="45" y="1"/>
                        <a:pt x="78" y="34"/>
                        <a:pt x="78" y="89"/>
                      </a:cubicBezTo>
                      <a:lnTo>
                        <a:pt x="78" y="1040"/>
                      </a:lnTo>
                      <a:cubicBezTo>
                        <a:pt x="78" y="1084"/>
                        <a:pt x="45" y="1117"/>
                        <a:pt x="0" y="1117"/>
                      </a:cubicBezTo>
                      <a:lnTo>
                        <a:pt x="34" y="1117"/>
                      </a:lnTo>
                      <a:cubicBezTo>
                        <a:pt x="78" y="1117"/>
                        <a:pt x="122" y="1084"/>
                        <a:pt x="122" y="1040"/>
                      </a:cubicBezTo>
                      <a:lnTo>
                        <a:pt x="122" y="89"/>
                      </a:lnTo>
                      <a:cubicBezTo>
                        <a:pt x="111" y="34"/>
                        <a:pt x="78" y="1"/>
                        <a:pt x="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25"/>
                <p:cNvSpPr/>
                <p:nvPr/>
              </p:nvSpPr>
              <p:spPr>
                <a:xfrm flipH="1">
                  <a:off x="7374793" y="2781415"/>
                  <a:ext cx="119473" cy="268214"/>
                </a:xfrm>
                <a:custGeom>
                  <a:avLst/>
                  <a:gdLst/>
                  <a:ahLst/>
                  <a:cxnLst/>
                  <a:rect l="l" t="t" r="r" b="b"/>
                  <a:pathLst>
                    <a:path w="498" h="1118" extrusionOk="0">
                      <a:moveTo>
                        <a:pt x="89" y="1"/>
                      </a:moveTo>
                      <a:cubicBezTo>
                        <a:pt x="45" y="1"/>
                        <a:pt x="0" y="34"/>
                        <a:pt x="0" y="78"/>
                      </a:cubicBezTo>
                      <a:lnTo>
                        <a:pt x="0" y="1040"/>
                      </a:lnTo>
                      <a:cubicBezTo>
                        <a:pt x="0" y="1084"/>
                        <a:pt x="45" y="1117"/>
                        <a:pt x="89" y="1117"/>
                      </a:cubicBezTo>
                      <a:lnTo>
                        <a:pt x="420" y="1117"/>
                      </a:lnTo>
                      <a:cubicBezTo>
                        <a:pt x="465" y="1117"/>
                        <a:pt x="498" y="1084"/>
                        <a:pt x="498" y="1040"/>
                      </a:cubicBezTo>
                      <a:lnTo>
                        <a:pt x="498" y="78"/>
                      </a:lnTo>
                      <a:cubicBezTo>
                        <a:pt x="498" y="34"/>
                        <a:pt x="465" y="1"/>
                        <a:pt x="42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25"/>
                <p:cNvSpPr/>
                <p:nvPr/>
              </p:nvSpPr>
              <p:spPr>
                <a:xfrm flipH="1">
                  <a:off x="7202301" y="2781415"/>
                  <a:ext cx="26629" cy="268214"/>
                </a:xfrm>
                <a:custGeom>
                  <a:avLst/>
                  <a:gdLst/>
                  <a:ahLst/>
                  <a:cxnLst/>
                  <a:rect l="l" t="t" r="r" b="b"/>
                  <a:pathLst>
                    <a:path w="111" h="1118" extrusionOk="0">
                      <a:moveTo>
                        <a:pt x="77" y="1"/>
                      </a:moveTo>
                      <a:cubicBezTo>
                        <a:pt x="33" y="1"/>
                        <a:pt x="0" y="34"/>
                        <a:pt x="0" y="89"/>
                      </a:cubicBezTo>
                      <a:lnTo>
                        <a:pt x="0" y="1040"/>
                      </a:lnTo>
                      <a:cubicBezTo>
                        <a:pt x="0" y="1084"/>
                        <a:pt x="33" y="1117"/>
                        <a:pt x="77" y="1117"/>
                      </a:cubicBezTo>
                      <a:lnTo>
                        <a:pt x="111" y="1117"/>
                      </a:lnTo>
                      <a:cubicBezTo>
                        <a:pt x="66" y="1117"/>
                        <a:pt x="33" y="1084"/>
                        <a:pt x="33" y="1040"/>
                      </a:cubicBezTo>
                      <a:lnTo>
                        <a:pt x="33" y="89"/>
                      </a:lnTo>
                      <a:cubicBezTo>
                        <a:pt x="33" y="34"/>
                        <a:pt x="66" y="1"/>
                        <a:pt x="1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25"/>
                <p:cNvSpPr/>
                <p:nvPr/>
              </p:nvSpPr>
              <p:spPr>
                <a:xfrm flipH="1">
                  <a:off x="7093624" y="2781415"/>
                  <a:ext cx="26629" cy="268214"/>
                </a:xfrm>
                <a:custGeom>
                  <a:avLst/>
                  <a:gdLst/>
                  <a:ahLst/>
                  <a:cxnLst/>
                  <a:rect l="l" t="t" r="r" b="b"/>
                  <a:pathLst>
                    <a:path w="111" h="1118" extrusionOk="0">
                      <a:moveTo>
                        <a:pt x="0" y="1"/>
                      </a:moveTo>
                      <a:cubicBezTo>
                        <a:pt x="45" y="1"/>
                        <a:pt x="78" y="34"/>
                        <a:pt x="78" y="89"/>
                      </a:cubicBezTo>
                      <a:lnTo>
                        <a:pt x="78" y="1040"/>
                      </a:lnTo>
                      <a:cubicBezTo>
                        <a:pt x="78" y="1084"/>
                        <a:pt x="45" y="1117"/>
                        <a:pt x="0" y="1117"/>
                      </a:cubicBezTo>
                      <a:lnTo>
                        <a:pt x="34" y="1117"/>
                      </a:lnTo>
                      <a:cubicBezTo>
                        <a:pt x="78" y="1117"/>
                        <a:pt x="111" y="1084"/>
                        <a:pt x="111" y="1040"/>
                      </a:cubicBezTo>
                      <a:lnTo>
                        <a:pt x="111" y="89"/>
                      </a:lnTo>
                      <a:cubicBezTo>
                        <a:pt x="111" y="34"/>
                        <a:pt x="78" y="1"/>
                        <a:pt x="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25"/>
                <p:cNvSpPr/>
                <p:nvPr/>
              </p:nvSpPr>
              <p:spPr>
                <a:xfrm flipH="1">
                  <a:off x="7101541" y="2781415"/>
                  <a:ext cx="119473" cy="268214"/>
                </a:xfrm>
                <a:custGeom>
                  <a:avLst/>
                  <a:gdLst/>
                  <a:ahLst/>
                  <a:cxnLst/>
                  <a:rect l="l" t="t" r="r" b="b"/>
                  <a:pathLst>
                    <a:path w="498" h="1118" extrusionOk="0">
                      <a:moveTo>
                        <a:pt x="78" y="1"/>
                      </a:moveTo>
                      <a:cubicBezTo>
                        <a:pt x="33" y="1"/>
                        <a:pt x="0" y="34"/>
                        <a:pt x="0" y="78"/>
                      </a:cubicBezTo>
                      <a:lnTo>
                        <a:pt x="0" y="1040"/>
                      </a:lnTo>
                      <a:cubicBezTo>
                        <a:pt x="0" y="1084"/>
                        <a:pt x="33" y="1117"/>
                        <a:pt x="78" y="1117"/>
                      </a:cubicBezTo>
                      <a:lnTo>
                        <a:pt x="420" y="1117"/>
                      </a:lnTo>
                      <a:cubicBezTo>
                        <a:pt x="465" y="1117"/>
                        <a:pt x="498" y="1084"/>
                        <a:pt x="498" y="1040"/>
                      </a:cubicBezTo>
                      <a:lnTo>
                        <a:pt x="498" y="78"/>
                      </a:lnTo>
                      <a:cubicBezTo>
                        <a:pt x="498" y="34"/>
                        <a:pt x="465" y="1"/>
                        <a:pt x="42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25"/>
                <p:cNvSpPr/>
                <p:nvPr/>
              </p:nvSpPr>
              <p:spPr>
                <a:xfrm flipH="1">
                  <a:off x="6929049" y="2781415"/>
                  <a:ext cx="29508" cy="268214"/>
                </a:xfrm>
                <a:custGeom>
                  <a:avLst/>
                  <a:gdLst/>
                  <a:ahLst/>
                  <a:cxnLst/>
                  <a:rect l="l" t="t" r="r" b="b"/>
                  <a:pathLst>
                    <a:path w="123" h="1118" extrusionOk="0">
                      <a:moveTo>
                        <a:pt x="89" y="1"/>
                      </a:moveTo>
                      <a:cubicBezTo>
                        <a:pt x="45" y="1"/>
                        <a:pt x="1" y="34"/>
                        <a:pt x="12" y="89"/>
                      </a:cubicBezTo>
                      <a:lnTo>
                        <a:pt x="12" y="1040"/>
                      </a:lnTo>
                      <a:cubicBezTo>
                        <a:pt x="1" y="1084"/>
                        <a:pt x="45" y="1117"/>
                        <a:pt x="89" y="1117"/>
                      </a:cubicBezTo>
                      <a:lnTo>
                        <a:pt x="123" y="1117"/>
                      </a:lnTo>
                      <a:cubicBezTo>
                        <a:pt x="78" y="1117"/>
                        <a:pt x="45" y="1084"/>
                        <a:pt x="45" y="1040"/>
                      </a:cubicBezTo>
                      <a:lnTo>
                        <a:pt x="45" y="89"/>
                      </a:lnTo>
                      <a:cubicBezTo>
                        <a:pt x="45" y="34"/>
                        <a:pt x="78" y="1"/>
                        <a:pt x="1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25"/>
                <p:cNvSpPr/>
                <p:nvPr/>
              </p:nvSpPr>
              <p:spPr>
                <a:xfrm flipH="1">
                  <a:off x="6820372" y="2781415"/>
                  <a:ext cx="29268" cy="268214"/>
                </a:xfrm>
                <a:custGeom>
                  <a:avLst/>
                  <a:gdLst/>
                  <a:ahLst/>
                  <a:cxnLst/>
                  <a:rect l="l" t="t" r="r" b="b"/>
                  <a:pathLst>
                    <a:path w="122" h="1118" extrusionOk="0">
                      <a:moveTo>
                        <a:pt x="0" y="1"/>
                      </a:moveTo>
                      <a:cubicBezTo>
                        <a:pt x="45" y="1"/>
                        <a:pt x="89" y="34"/>
                        <a:pt x="89" y="89"/>
                      </a:cubicBezTo>
                      <a:lnTo>
                        <a:pt x="89" y="1040"/>
                      </a:lnTo>
                      <a:cubicBezTo>
                        <a:pt x="89" y="1084"/>
                        <a:pt x="45" y="1117"/>
                        <a:pt x="0" y="1117"/>
                      </a:cubicBezTo>
                      <a:lnTo>
                        <a:pt x="45" y="1117"/>
                      </a:lnTo>
                      <a:cubicBezTo>
                        <a:pt x="89" y="1117"/>
                        <a:pt x="122" y="1084"/>
                        <a:pt x="122" y="1040"/>
                      </a:cubicBezTo>
                      <a:lnTo>
                        <a:pt x="122" y="89"/>
                      </a:lnTo>
                      <a:cubicBezTo>
                        <a:pt x="122" y="34"/>
                        <a:pt x="89" y="1"/>
                        <a:pt x="45" y="1"/>
                      </a:cubicBezTo>
                      <a:close/>
                    </a:path>
                  </a:pathLst>
                </a:custGeom>
                <a:solidFill>
                  <a:srgbClr val="5E8D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25"/>
                <p:cNvSpPr/>
                <p:nvPr/>
              </p:nvSpPr>
              <p:spPr>
                <a:xfrm flipH="1">
                  <a:off x="6828289" y="2781415"/>
                  <a:ext cx="119473" cy="268214"/>
                </a:xfrm>
                <a:custGeom>
                  <a:avLst/>
                  <a:gdLst/>
                  <a:ahLst/>
                  <a:cxnLst/>
                  <a:rect l="l" t="t" r="r" b="b"/>
                  <a:pathLst>
                    <a:path w="498" h="1118" extrusionOk="0">
                      <a:moveTo>
                        <a:pt x="78" y="1"/>
                      </a:moveTo>
                      <a:cubicBezTo>
                        <a:pt x="33" y="1"/>
                        <a:pt x="0" y="34"/>
                        <a:pt x="0" y="78"/>
                      </a:cubicBezTo>
                      <a:lnTo>
                        <a:pt x="0" y="1040"/>
                      </a:lnTo>
                      <a:cubicBezTo>
                        <a:pt x="0" y="1084"/>
                        <a:pt x="33" y="1117"/>
                        <a:pt x="78" y="1117"/>
                      </a:cubicBezTo>
                      <a:lnTo>
                        <a:pt x="409" y="1117"/>
                      </a:lnTo>
                      <a:cubicBezTo>
                        <a:pt x="454" y="1117"/>
                        <a:pt x="498" y="1084"/>
                        <a:pt x="498" y="1040"/>
                      </a:cubicBezTo>
                      <a:lnTo>
                        <a:pt x="498" y="78"/>
                      </a:lnTo>
                      <a:cubicBezTo>
                        <a:pt x="498" y="34"/>
                        <a:pt x="454" y="1"/>
                        <a:pt x="40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25"/>
                <p:cNvSpPr/>
                <p:nvPr/>
              </p:nvSpPr>
              <p:spPr>
                <a:xfrm flipH="1">
                  <a:off x="6655797" y="2781415"/>
                  <a:ext cx="29508" cy="268214"/>
                </a:xfrm>
                <a:custGeom>
                  <a:avLst/>
                  <a:gdLst/>
                  <a:ahLst/>
                  <a:cxnLst/>
                  <a:rect l="l" t="t" r="r" b="b"/>
                  <a:pathLst>
                    <a:path w="123" h="1118" extrusionOk="0">
                      <a:moveTo>
                        <a:pt x="89" y="1"/>
                      </a:moveTo>
                      <a:cubicBezTo>
                        <a:pt x="45" y="1"/>
                        <a:pt x="1" y="34"/>
                        <a:pt x="1" y="89"/>
                      </a:cubicBezTo>
                      <a:lnTo>
                        <a:pt x="1" y="1040"/>
                      </a:lnTo>
                      <a:cubicBezTo>
                        <a:pt x="1" y="1084"/>
                        <a:pt x="45" y="1117"/>
                        <a:pt x="89" y="1117"/>
                      </a:cubicBezTo>
                      <a:lnTo>
                        <a:pt x="122" y="1117"/>
                      </a:lnTo>
                      <a:cubicBezTo>
                        <a:pt x="78" y="1117"/>
                        <a:pt x="34" y="1084"/>
                        <a:pt x="45" y="1040"/>
                      </a:cubicBezTo>
                      <a:lnTo>
                        <a:pt x="45" y="89"/>
                      </a:lnTo>
                      <a:cubicBezTo>
                        <a:pt x="34"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25"/>
                <p:cNvSpPr/>
                <p:nvPr/>
              </p:nvSpPr>
              <p:spPr>
                <a:xfrm flipH="1">
                  <a:off x="6547120" y="2781415"/>
                  <a:ext cx="29268" cy="268214"/>
                </a:xfrm>
                <a:custGeom>
                  <a:avLst/>
                  <a:gdLst/>
                  <a:ahLst/>
                  <a:cxnLst/>
                  <a:rect l="l" t="t" r="r" b="b"/>
                  <a:pathLst>
                    <a:path w="122" h="1118" extrusionOk="0">
                      <a:moveTo>
                        <a:pt x="0" y="1"/>
                      </a:moveTo>
                      <a:cubicBezTo>
                        <a:pt x="44" y="1"/>
                        <a:pt x="78" y="34"/>
                        <a:pt x="78" y="89"/>
                      </a:cubicBezTo>
                      <a:lnTo>
                        <a:pt x="78" y="1040"/>
                      </a:lnTo>
                      <a:cubicBezTo>
                        <a:pt x="78" y="1084"/>
                        <a:pt x="44" y="1117"/>
                        <a:pt x="0" y="1117"/>
                      </a:cubicBezTo>
                      <a:lnTo>
                        <a:pt x="33" y="1117"/>
                      </a:lnTo>
                      <a:cubicBezTo>
                        <a:pt x="78" y="1117"/>
                        <a:pt x="122" y="1084"/>
                        <a:pt x="122" y="1040"/>
                      </a:cubicBezTo>
                      <a:lnTo>
                        <a:pt x="122" y="89"/>
                      </a:lnTo>
                      <a:cubicBezTo>
                        <a:pt x="122" y="34"/>
                        <a:pt x="78" y="1"/>
                        <a:pt x="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25"/>
                <p:cNvSpPr/>
                <p:nvPr/>
              </p:nvSpPr>
              <p:spPr>
                <a:xfrm flipH="1">
                  <a:off x="6557676" y="2781415"/>
                  <a:ext cx="116834" cy="268214"/>
                </a:xfrm>
                <a:custGeom>
                  <a:avLst/>
                  <a:gdLst/>
                  <a:ahLst/>
                  <a:cxnLst/>
                  <a:rect l="l" t="t" r="r" b="b"/>
                  <a:pathLst>
                    <a:path w="487" h="1118" extrusionOk="0">
                      <a:moveTo>
                        <a:pt x="77" y="1"/>
                      </a:moveTo>
                      <a:cubicBezTo>
                        <a:pt x="33" y="1"/>
                        <a:pt x="0" y="34"/>
                        <a:pt x="0" y="78"/>
                      </a:cubicBezTo>
                      <a:lnTo>
                        <a:pt x="0" y="1040"/>
                      </a:lnTo>
                      <a:cubicBezTo>
                        <a:pt x="0" y="1084"/>
                        <a:pt x="33" y="1117"/>
                        <a:pt x="77" y="1117"/>
                      </a:cubicBezTo>
                      <a:lnTo>
                        <a:pt x="409" y="1117"/>
                      </a:lnTo>
                      <a:cubicBezTo>
                        <a:pt x="453" y="1117"/>
                        <a:pt x="487" y="1084"/>
                        <a:pt x="487" y="1040"/>
                      </a:cubicBezTo>
                      <a:lnTo>
                        <a:pt x="487" y="78"/>
                      </a:lnTo>
                      <a:cubicBezTo>
                        <a:pt x="487" y="34"/>
                        <a:pt x="453" y="1"/>
                        <a:pt x="40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25"/>
                <p:cNvSpPr/>
                <p:nvPr/>
              </p:nvSpPr>
              <p:spPr>
                <a:xfrm flipH="1">
                  <a:off x="6382545" y="2781415"/>
                  <a:ext cx="29508" cy="268694"/>
                </a:xfrm>
                <a:custGeom>
                  <a:avLst/>
                  <a:gdLst/>
                  <a:ahLst/>
                  <a:cxnLst/>
                  <a:rect l="l" t="t" r="r" b="b"/>
                  <a:pathLst>
                    <a:path w="123" h="1120" extrusionOk="0">
                      <a:moveTo>
                        <a:pt x="78" y="1"/>
                      </a:moveTo>
                      <a:cubicBezTo>
                        <a:pt x="34" y="1"/>
                        <a:pt x="1" y="34"/>
                        <a:pt x="1" y="89"/>
                      </a:cubicBezTo>
                      <a:lnTo>
                        <a:pt x="1" y="1040"/>
                      </a:lnTo>
                      <a:cubicBezTo>
                        <a:pt x="1" y="1084"/>
                        <a:pt x="34" y="1117"/>
                        <a:pt x="78" y="1117"/>
                      </a:cubicBezTo>
                      <a:lnTo>
                        <a:pt x="94" y="1117"/>
                      </a:lnTo>
                      <a:cubicBezTo>
                        <a:pt x="61" y="1109"/>
                        <a:pt x="34" y="1075"/>
                        <a:pt x="34" y="1040"/>
                      </a:cubicBezTo>
                      <a:lnTo>
                        <a:pt x="34" y="89"/>
                      </a:lnTo>
                      <a:cubicBezTo>
                        <a:pt x="34" y="34"/>
                        <a:pt x="67" y="1"/>
                        <a:pt x="111" y="1"/>
                      </a:cubicBezTo>
                      <a:close/>
                      <a:moveTo>
                        <a:pt x="94" y="1117"/>
                      </a:moveTo>
                      <a:lnTo>
                        <a:pt x="94" y="1117"/>
                      </a:lnTo>
                      <a:cubicBezTo>
                        <a:pt x="99" y="1119"/>
                        <a:pt x="104" y="1119"/>
                        <a:pt x="108" y="1119"/>
                      </a:cubicBezTo>
                      <a:cubicBezTo>
                        <a:pt x="113" y="1119"/>
                        <a:pt x="118" y="1119"/>
                        <a:pt x="122" y="111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25"/>
                <p:cNvSpPr/>
                <p:nvPr/>
              </p:nvSpPr>
              <p:spPr>
                <a:xfrm flipH="1">
                  <a:off x="6276507" y="2781415"/>
                  <a:ext cx="26629" cy="268214"/>
                </a:xfrm>
                <a:custGeom>
                  <a:avLst/>
                  <a:gdLst/>
                  <a:ahLst/>
                  <a:cxnLst/>
                  <a:rect l="l" t="t" r="r" b="b"/>
                  <a:pathLst>
                    <a:path w="111" h="1118" extrusionOk="0">
                      <a:moveTo>
                        <a:pt x="0" y="1"/>
                      </a:moveTo>
                      <a:cubicBezTo>
                        <a:pt x="44" y="1"/>
                        <a:pt x="78" y="34"/>
                        <a:pt x="78" y="89"/>
                      </a:cubicBezTo>
                      <a:lnTo>
                        <a:pt x="78" y="1040"/>
                      </a:lnTo>
                      <a:cubicBezTo>
                        <a:pt x="78" y="1084"/>
                        <a:pt x="44" y="1117"/>
                        <a:pt x="0" y="1117"/>
                      </a:cubicBezTo>
                      <a:lnTo>
                        <a:pt x="33" y="1117"/>
                      </a:lnTo>
                      <a:cubicBezTo>
                        <a:pt x="78" y="1117"/>
                        <a:pt x="111" y="1084"/>
                        <a:pt x="111" y="1040"/>
                      </a:cubicBezTo>
                      <a:lnTo>
                        <a:pt x="111" y="89"/>
                      </a:lnTo>
                      <a:cubicBezTo>
                        <a:pt x="111" y="34"/>
                        <a:pt x="78" y="1"/>
                        <a:pt x="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25"/>
                <p:cNvSpPr/>
                <p:nvPr/>
              </p:nvSpPr>
              <p:spPr>
                <a:xfrm flipH="1">
                  <a:off x="6284424" y="2781415"/>
                  <a:ext cx="119713" cy="268214"/>
                </a:xfrm>
                <a:custGeom>
                  <a:avLst/>
                  <a:gdLst/>
                  <a:ahLst/>
                  <a:cxnLst/>
                  <a:rect l="l" t="t" r="r" b="b"/>
                  <a:pathLst>
                    <a:path w="499" h="1118" extrusionOk="0">
                      <a:moveTo>
                        <a:pt x="78" y="1"/>
                      </a:moveTo>
                      <a:cubicBezTo>
                        <a:pt x="34" y="1"/>
                        <a:pt x="1" y="34"/>
                        <a:pt x="1" y="78"/>
                      </a:cubicBezTo>
                      <a:lnTo>
                        <a:pt x="1" y="1040"/>
                      </a:lnTo>
                      <a:cubicBezTo>
                        <a:pt x="1" y="1084"/>
                        <a:pt x="34" y="1117"/>
                        <a:pt x="78" y="1117"/>
                      </a:cubicBezTo>
                      <a:lnTo>
                        <a:pt x="421" y="1117"/>
                      </a:lnTo>
                      <a:cubicBezTo>
                        <a:pt x="465" y="1117"/>
                        <a:pt x="499" y="1084"/>
                        <a:pt x="499" y="1040"/>
                      </a:cubicBezTo>
                      <a:lnTo>
                        <a:pt x="499" y="78"/>
                      </a:lnTo>
                      <a:cubicBezTo>
                        <a:pt x="499" y="34"/>
                        <a:pt x="465" y="1"/>
                        <a:pt x="4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25"/>
                <p:cNvSpPr/>
                <p:nvPr/>
              </p:nvSpPr>
              <p:spPr>
                <a:xfrm flipH="1">
                  <a:off x="6111932" y="2781415"/>
                  <a:ext cx="26869" cy="268214"/>
                </a:xfrm>
                <a:custGeom>
                  <a:avLst/>
                  <a:gdLst/>
                  <a:ahLst/>
                  <a:cxnLst/>
                  <a:rect l="l" t="t" r="r" b="b"/>
                  <a:pathLst>
                    <a:path w="112" h="1118" extrusionOk="0">
                      <a:moveTo>
                        <a:pt x="78" y="1"/>
                      </a:moveTo>
                      <a:cubicBezTo>
                        <a:pt x="34" y="1"/>
                        <a:pt x="1" y="34"/>
                        <a:pt x="1" y="89"/>
                      </a:cubicBezTo>
                      <a:lnTo>
                        <a:pt x="1" y="1040"/>
                      </a:lnTo>
                      <a:cubicBezTo>
                        <a:pt x="1" y="1084"/>
                        <a:pt x="34" y="1117"/>
                        <a:pt x="78" y="1117"/>
                      </a:cubicBezTo>
                      <a:lnTo>
                        <a:pt x="111" y="1117"/>
                      </a:lnTo>
                      <a:cubicBezTo>
                        <a:pt x="67" y="1117"/>
                        <a:pt x="34" y="1084"/>
                        <a:pt x="34" y="1040"/>
                      </a:cubicBezTo>
                      <a:lnTo>
                        <a:pt x="34" y="89"/>
                      </a:lnTo>
                      <a:cubicBezTo>
                        <a:pt x="34" y="34"/>
                        <a:pt x="67" y="1"/>
                        <a:pt x="1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25"/>
                <p:cNvSpPr/>
                <p:nvPr/>
              </p:nvSpPr>
              <p:spPr>
                <a:xfrm flipH="1">
                  <a:off x="6003255" y="2781415"/>
                  <a:ext cx="29268" cy="268214"/>
                </a:xfrm>
                <a:custGeom>
                  <a:avLst/>
                  <a:gdLst/>
                  <a:ahLst/>
                  <a:cxnLst/>
                  <a:rect l="l" t="t" r="r" b="b"/>
                  <a:pathLst>
                    <a:path w="122" h="1118" extrusionOk="0">
                      <a:moveTo>
                        <a:pt x="0" y="1"/>
                      </a:moveTo>
                      <a:cubicBezTo>
                        <a:pt x="44" y="1"/>
                        <a:pt x="88" y="34"/>
                        <a:pt x="88" y="89"/>
                      </a:cubicBezTo>
                      <a:lnTo>
                        <a:pt x="88" y="1040"/>
                      </a:lnTo>
                      <a:cubicBezTo>
                        <a:pt x="88" y="1084"/>
                        <a:pt x="44" y="1117"/>
                        <a:pt x="0" y="1117"/>
                      </a:cubicBezTo>
                      <a:lnTo>
                        <a:pt x="44" y="1117"/>
                      </a:lnTo>
                      <a:cubicBezTo>
                        <a:pt x="88" y="1117"/>
                        <a:pt x="122" y="1084"/>
                        <a:pt x="122" y="1040"/>
                      </a:cubicBezTo>
                      <a:lnTo>
                        <a:pt x="122" y="89"/>
                      </a:lnTo>
                      <a:cubicBezTo>
                        <a:pt x="122" y="34"/>
                        <a:pt x="88" y="1"/>
                        <a:pt x="4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25"/>
                <p:cNvSpPr/>
                <p:nvPr/>
              </p:nvSpPr>
              <p:spPr>
                <a:xfrm flipH="1">
                  <a:off x="6011172" y="2781415"/>
                  <a:ext cx="119713" cy="268214"/>
                </a:xfrm>
                <a:custGeom>
                  <a:avLst/>
                  <a:gdLst/>
                  <a:ahLst/>
                  <a:cxnLst/>
                  <a:rect l="l" t="t" r="r" b="b"/>
                  <a:pathLst>
                    <a:path w="499" h="1118" extrusionOk="0">
                      <a:moveTo>
                        <a:pt x="78" y="1"/>
                      </a:moveTo>
                      <a:cubicBezTo>
                        <a:pt x="34" y="1"/>
                        <a:pt x="1" y="34"/>
                        <a:pt x="1" y="78"/>
                      </a:cubicBezTo>
                      <a:lnTo>
                        <a:pt x="1" y="1040"/>
                      </a:lnTo>
                      <a:cubicBezTo>
                        <a:pt x="1" y="1084"/>
                        <a:pt x="34" y="1117"/>
                        <a:pt x="78" y="1117"/>
                      </a:cubicBezTo>
                      <a:lnTo>
                        <a:pt x="410" y="1117"/>
                      </a:lnTo>
                      <a:cubicBezTo>
                        <a:pt x="454" y="1117"/>
                        <a:pt x="498" y="1084"/>
                        <a:pt x="498" y="1040"/>
                      </a:cubicBezTo>
                      <a:lnTo>
                        <a:pt x="498" y="78"/>
                      </a:lnTo>
                      <a:cubicBezTo>
                        <a:pt x="498" y="34"/>
                        <a:pt x="454" y="1"/>
                        <a:pt x="4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25"/>
                <p:cNvSpPr/>
                <p:nvPr/>
              </p:nvSpPr>
              <p:spPr>
                <a:xfrm flipH="1">
                  <a:off x="5838680" y="2781415"/>
                  <a:ext cx="29508" cy="268214"/>
                </a:xfrm>
                <a:custGeom>
                  <a:avLst/>
                  <a:gdLst/>
                  <a:ahLst/>
                  <a:cxnLst/>
                  <a:rect l="l" t="t" r="r" b="b"/>
                  <a:pathLst>
                    <a:path w="123" h="1118" extrusionOk="0">
                      <a:moveTo>
                        <a:pt x="89" y="1"/>
                      </a:moveTo>
                      <a:cubicBezTo>
                        <a:pt x="45" y="1"/>
                        <a:pt x="1" y="34"/>
                        <a:pt x="1" y="89"/>
                      </a:cubicBezTo>
                      <a:lnTo>
                        <a:pt x="1" y="1040"/>
                      </a:lnTo>
                      <a:cubicBezTo>
                        <a:pt x="1" y="1084"/>
                        <a:pt x="45" y="1117"/>
                        <a:pt x="89" y="1117"/>
                      </a:cubicBezTo>
                      <a:lnTo>
                        <a:pt x="122" y="1117"/>
                      </a:lnTo>
                      <a:cubicBezTo>
                        <a:pt x="78" y="1117"/>
                        <a:pt x="45" y="1084"/>
                        <a:pt x="45" y="1040"/>
                      </a:cubicBezTo>
                      <a:lnTo>
                        <a:pt x="45" y="89"/>
                      </a:lnTo>
                      <a:cubicBezTo>
                        <a:pt x="45"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25"/>
                <p:cNvSpPr/>
                <p:nvPr/>
              </p:nvSpPr>
              <p:spPr>
                <a:xfrm flipH="1">
                  <a:off x="5730003" y="2781415"/>
                  <a:ext cx="29508" cy="268214"/>
                </a:xfrm>
                <a:custGeom>
                  <a:avLst/>
                  <a:gdLst/>
                  <a:ahLst/>
                  <a:cxnLst/>
                  <a:rect l="l" t="t" r="r" b="b"/>
                  <a:pathLst>
                    <a:path w="123" h="1118" extrusionOk="0">
                      <a:moveTo>
                        <a:pt x="1" y="1"/>
                      </a:moveTo>
                      <a:cubicBezTo>
                        <a:pt x="45" y="1"/>
                        <a:pt x="78" y="34"/>
                        <a:pt x="78" y="89"/>
                      </a:cubicBezTo>
                      <a:lnTo>
                        <a:pt x="78" y="1040"/>
                      </a:lnTo>
                      <a:cubicBezTo>
                        <a:pt x="78" y="1084"/>
                        <a:pt x="45" y="1117"/>
                        <a:pt x="1" y="1117"/>
                      </a:cubicBezTo>
                      <a:lnTo>
                        <a:pt x="34" y="1117"/>
                      </a:lnTo>
                      <a:cubicBezTo>
                        <a:pt x="78" y="1117"/>
                        <a:pt x="123" y="1084"/>
                        <a:pt x="123" y="1040"/>
                      </a:cubicBezTo>
                      <a:lnTo>
                        <a:pt x="123" y="89"/>
                      </a:lnTo>
                      <a:cubicBezTo>
                        <a:pt x="123" y="34"/>
                        <a:pt x="78" y="1"/>
                        <a:pt x="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25"/>
                <p:cNvSpPr/>
                <p:nvPr/>
              </p:nvSpPr>
              <p:spPr>
                <a:xfrm flipH="1">
                  <a:off x="5740559" y="2781415"/>
                  <a:ext cx="119713" cy="268214"/>
                </a:xfrm>
                <a:custGeom>
                  <a:avLst/>
                  <a:gdLst/>
                  <a:ahLst/>
                  <a:cxnLst/>
                  <a:rect l="l" t="t" r="r" b="b"/>
                  <a:pathLst>
                    <a:path w="499" h="1118" extrusionOk="0">
                      <a:moveTo>
                        <a:pt x="89" y="1"/>
                      </a:moveTo>
                      <a:cubicBezTo>
                        <a:pt x="45" y="1"/>
                        <a:pt x="1" y="34"/>
                        <a:pt x="1" y="78"/>
                      </a:cubicBezTo>
                      <a:lnTo>
                        <a:pt x="1" y="1040"/>
                      </a:lnTo>
                      <a:cubicBezTo>
                        <a:pt x="1" y="1084"/>
                        <a:pt x="45" y="1117"/>
                        <a:pt x="89" y="1117"/>
                      </a:cubicBezTo>
                      <a:lnTo>
                        <a:pt x="421" y="1117"/>
                      </a:lnTo>
                      <a:cubicBezTo>
                        <a:pt x="465" y="1117"/>
                        <a:pt x="498" y="1084"/>
                        <a:pt x="498" y="1040"/>
                      </a:cubicBezTo>
                      <a:lnTo>
                        <a:pt x="498" y="78"/>
                      </a:lnTo>
                      <a:cubicBezTo>
                        <a:pt x="498" y="34"/>
                        <a:pt x="465" y="1"/>
                        <a:pt x="4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25"/>
                <p:cNvSpPr/>
                <p:nvPr/>
              </p:nvSpPr>
              <p:spPr>
                <a:xfrm flipH="1">
                  <a:off x="7380071" y="3333198"/>
                  <a:ext cx="270853" cy="98361"/>
                </a:xfrm>
                <a:custGeom>
                  <a:avLst/>
                  <a:gdLst/>
                  <a:ahLst/>
                  <a:cxnLst/>
                  <a:rect l="l" t="t" r="r" b="b"/>
                  <a:pathLst>
                    <a:path w="1129" h="410" extrusionOk="0">
                      <a:moveTo>
                        <a:pt x="1" y="1"/>
                      </a:moveTo>
                      <a:lnTo>
                        <a:pt x="1" y="410"/>
                      </a:lnTo>
                      <a:lnTo>
                        <a:pt x="1129" y="410"/>
                      </a:lnTo>
                      <a:lnTo>
                        <a:pt x="1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25"/>
                <p:cNvSpPr/>
                <p:nvPr/>
              </p:nvSpPr>
              <p:spPr>
                <a:xfrm flipH="1">
                  <a:off x="7380071" y="3333198"/>
                  <a:ext cx="21352" cy="98361"/>
                </a:xfrm>
                <a:custGeom>
                  <a:avLst/>
                  <a:gdLst/>
                  <a:ahLst/>
                  <a:cxnLst/>
                  <a:rect l="l" t="t" r="r" b="b"/>
                  <a:pathLst>
                    <a:path w="89" h="410" extrusionOk="0">
                      <a:moveTo>
                        <a:pt x="0" y="1"/>
                      </a:moveTo>
                      <a:lnTo>
                        <a:pt x="0" y="410"/>
                      </a:lnTo>
                      <a:lnTo>
                        <a:pt x="89" y="410"/>
                      </a:lnTo>
                      <a:lnTo>
                        <a:pt x="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25"/>
                <p:cNvSpPr/>
                <p:nvPr/>
              </p:nvSpPr>
              <p:spPr>
                <a:xfrm flipH="1">
                  <a:off x="7650684" y="3333198"/>
                  <a:ext cx="21352" cy="98361"/>
                </a:xfrm>
                <a:custGeom>
                  <a:avLst/>
                  <a:gdLst/>
                  <a:ahLst/>
                  <a:cxnLst/>
                  <a:rect l="l" t="t" r="r" b="b"/>
                  <a:pathLst>
                    <a:path w="89" h="410" extrusionOk="0">
                      <a:moveTo>
                        <a:pt x="0" y="1"/>
                      </a:moveTo>
                      <a:lnTo>
                        <a:pt x="0" y="410"/>
                      </a:lnTo>
                      <a:lnTo>
                        <a:pt x="89" y="410"/>
                      </a:lnTo>
                      <a:lnTo>
                        <a:pt x="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25"/>
                <p:cNvSpPr/>
                <p:nvPr/>
              </p:nvSpPr>
              <p:spPr>
                <a:xfrm flipH="1">
                  <a:off x="7525933" y="3367745"/>
                  <a:ext cx="53259" cy="29508"/>
                </a:xfrm>
                <a:custGeom>
                  <a:avLst/>
                  <a:gdLst/>
                  <a:ahLst/>
                  <a:cxnLst/>
                  <a:rect l="l" t="t" r="r" b="b"/>
                  <a:pathLst>
                    <a:path w="222" h="123" extrusionOk="0">
                      <a:moveTo>
                        <a:pt x="0" y="0"/>
                      </a:moveTo>
                      <a:lnTo>
                        <a:pt x="0" y="122"/>
                      </a:lnTo>
                      <a:lnTo>
                        <a:pt x="222" y="122"/>
                      </a:lnTo>
                      <a:lnTo>
                        <a:pt x="2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25"/>
                <p:cNvSpPr/>
                <p:nvPr/>
              </p:nvSpPr>
              <p:spPr>
                <a:xfrm flipH="1">
                  <a:off x="7470275" y="3367745"/>
                  <a:ext cx="55898" cy="29508"/>
                </a:xfrm>
                <a:custGeom>
                  <a:avLst/>
                  <a:gdLst/>
                  <a:ahLst/>
                  <a:cxnLst/>
                  <a:rect l="l" t="t" r="r" b="b"/>
                  <a:pathLst>
                    <a:path w="233" h="123" extrusionOk="0">
                      <a:moveTo>
                        <a:pt x="1" y="0"/>
                      </a:moveTo>
                      <a:lnTo>
                        <a:pt x="1" y="122"/>
                      </a:lnTo>
                      <a:lnTo>
                        <a:pt x="233" y="122"/>
                      </a:lnTo>
                      <a:lnTo>
                        <a:pt x="2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25"/>
                <p:cNvSpPr/>
                <p:nvPr/>
              </p:nvSpPr>
              <p:spPr>
                <a:xfrm flipH="1">
                  <a:off x="7470275" y="3367745"/>
                  <a:ext cx="122112" cy="42703"/>
                </a:xfrm>
                <a:custGeom>
                  <a:avLst/>
                  <a:gdLst/>
                  <a:ahLst/>
                  <a:cxnLst/>
                  <a:rect l="l" t="t" r="r" b="b"/>
                  <a:pathLst>
                    <a:path w="509" h="178" extrusionOk="0">
                      <a:moveTo>
                        <a:pt x="0" y="0"/>
                      </a:moveTo>
                      <a:lnTo>
                        <a:pt x="0" y="177"/>
                      </a:lnTo>
                      <a:lnTo>
                        <a:pt x="509" y="177"/>
                      </a:lnTo>
                      <a:lnTo>
                        <a:pt x="509" y="133"/>
                      </a:lnTo>
                      <a:lnTo>
                        <a:pt x="55" y="133"/>
                      </a:lnTo>
                      <a:lnTo>
                        <a:pt x="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25"/>
                <p:cNvSpPr/>
                <p:nvPr/>
              </p:nvSpPr>
              <p:spPr>
                <a:xfrm flipH="1">
                  <a:off x="5576224" y="3333198"/>
                  <a:ext cx="270613" cy="98361"/>
                </a:xfrm>
                <a:custGeom>
                  <a:avLst/>
                  <a:gdLst/>
                  <a:ahLst/>
                  <a:cxnLst/>
                  <a:rect l="l" t="t" r="r" b="b"/>
                  <a:pathLst>
                    <a:path w="1128" h="410" extrusionOk="0">
                      <a:moveTo>
                        <a:pt x="0" y="1"/>
                      </a:moveTo>
                      <a:lnTo>
                        <a:pt x="0" y="410"/>
                      </a:lnTo>
                      <a:lnTo>
                        <a:pt x="1128" y="410"/>
                      </a:lnTo>
                      <a:lnTo>
                        <a:pt x="112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25"/>
                <p:cNvSpPr/>
                <p:nvPr/>
              </p:nvSpPr>
              <p:spPr>
                <a:xfrm flipH="1">
                  <a:off x="5576224" y="3333198"/>
                  <a:ext cx="21352" cy="98361"/>
                </a:xfrm>
                <a:custGeom>
                  <a:avLst/>
                  <a:gdLst/>
                  <a:ahLst/>
                  <a:cxnLst/>
                  <a:rect l="l" t="t" r="r" b="b"/>
                  <a:pathLst>
                    <a:path w="89" h="410" extrusionOk="0">
                      <a:moveTo>
                        <a:pt x="0" y="1"/>
                      </a:moveTo>
                      <a:lnTo>
                        <a:pt x="0" y="410"/>
                      </a:lnTo>
                      <a:lnTo>
                        <a:pt x="89" y="410"/>
                      </a:lnTo>
                      <a:lnTo>
                        <a:pt x="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25"/>
                <p:cNvSpPr/>
                <p:nvPr/>
              </p:nvSpPr>
              <p:spPr>
                <a:xfrm flipH="1">
                  <a:off x="5846597" y="3333198"/>
                  <a:ext cx="21591" cy="98361"/>
                </a:xfrm>
                <a:custGeom>
                  <a:avLst/>
                  <a:gdLst/>
                  <a:ahLst/>
                  <a:cxnLst/>
                  <a:rect l="l" t="t" r="r" b="b"/>
                  <a:pathLst>
                    <a:path w="90" h="410" extrusionOk="0">
                      <a:moveTo>
                        <a:pt x="1" y="1"/>
                      </a:moveTo>
                      <a:lnTo>
                        <a:pt x="1" y="410"/>
                      </a:lnTo>
                      <a:lnTo>
                        <a:pt x="89" y="410"/>
                      </a:lnTo>
                      <a:lnTo>
                        <a:pt x="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25"/>
                <p:cNvSpPr/>
                <p:nvPr/>
              </p:nvSpPr>
              <p:spPr>
                <a:xfrm flipH="1">
                  <a:off x="5722086" y="3367745"/>
                  <a:ext cx="53259" cy="29508"/>
                </a:xfrm>
                <a:custGeom>
                  <a:avLst/>
                  <a:gdLst/>
                  <a:ahLst/>
                  <a:cxnLst/>
                  <a:rect l="l" t="t" r="r" b="b"/>
                  <a:pathLst>
                    <a:path w="222" h="123" extrusionOk="0">
                      <a:moveTo>
                        <a:pt x="1" y="0"/>
                      </a:moveTo>
                      <a:lnTo>
                        <a:pt x="1" y="122"/>
                      </a:lnTo>
                      <a:lnTo>
                        <a:pt x="222" y="122"/>
                      </a:lnTo>
                      <a:lnTo>
                        <a:pt x="2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25"/>
                <p:cNvSpPr/>
                <p:nvPr/>
              </p:nvSpPr>
              <p:spPr>
                <a:xfrm flipH="1">
                  <a:off x="5683578" y="3367745"/>
                  <a:ext cx="55898" cy="29508"/>
                </a:xfrm>
                <a:custGeom>
                  <a:avLst/>
                  <a:gdLst/>
                  <a:ahLst/>
                  <a:cxnLst/>
                  <a:rect l="l" t="t" r="r" b="b"/>
                  <a:pathLst>
                    <a:path w="233" h="123" extrusionOk="0">
                      <a:moveTo>
                        <a:pt x="1" y="0"/>
                      </a:moveTo>
                      <a:lnTo>
                        <a:pt x="1" y="122"/>
                      </a:lnTo>
                      <a:lnTo>
                        <a:pt x="233" y="122"/>
                      </a:lnTo>
                      <a:lnTo>
                        <a:pt x="2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25"/>
                <p:cNvSpPr/>
                <p:nvPr/>
              </p:nvSpPr>
              <p:spPr>
                <a:xfrm flipH="1">
                  <a:off x="5666428" y="3367745"/>
                  <a:ext cx="122112" cy="42703"/>
                </a:xfrm>
                <a:custGeom>
                  <a:avLst/>
                  <a:gdLst/>
                  <a:ahLst/>
                  <a:cxnLst/>
                  <a:rect l="l" t="t" r="r" b="b"/>
                  <a:pathLst>
                    <a:path w="509" h="178" extrusionOk="0">
                      <a:moveTo>
                        <a:pt x="0" y="0"/>
                      </a:moveTo>
                      <a:lnTo>
                        <a:pt x="0" y="177"/>
                      </a:lnTo>
                      <a:lnTo>
                        <a:pt x="509" y="177"/>
                      </a:lnTo>
                      <a:lnTo>
                        <a:pt x="509" y="133"/>
                      </a:lnTo>
                      <a:lnTo>
                        <a:pt x="56" y="133"/>
                      </a:lnTo>
                      <a:lnTo>
                        <a:pt x="5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25"/>
                <p:cNvSpPr/>
                <p:nvPr/>
              </p:nvSpPr>
              <p:spPr>
                <a:xfrm flipH="1">
                  <a:off x="4599810" y="3534959"/>
                  <a:ext cx="82527" cy="61176"/>
                </a:xfrm>
                <a:custGeom>
                  <a:avLst/>
                  <a:gdLst/>
                  <a:ahLst/>
                  <a:cxnLst/>
                  <a:rect l="l" t="t" r="r" b="b"/>
                  <a:pathLst>
                    <a:path w="344" h="255" extrusionOk="0">
                      <a:moveTo>
                        <a:pt x="122" y="0"/>
                      </a:moveTo>
                      <a:cubicBezTo>
                        <a:pt x="56" y="0"/>
                        <a:pt x="0" y="55"/>
                        <a:pt x="0" y="122"/>
                      </a:cubicBezTo>
                      <a:cubicBezTo>
                        <a:pt x="0" y="188"/>
                        <a:pt x="56" y="254"/>
                        <a:pt x="122" y="254"/>
                      </a:cubicBezTo>
                      <a:lnTo>
                        <a:pt x="221" y="254"/>
                      </a:lnTo>
                      <a:cubicBezTo>
                        <a:pt x="288" y="254"/>
                        <a:pt x="343" y="188"/>
                        <a:pt x="343" y="122"/>
                      </a:cubicBezTo>
                      <a:cubicBezTo>
                        <a:pt x="343" y="55"/>
                        <a:pt x="288" y="0"/>
                        <a:pt x="2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25"/>
                <p:cNvSpPr/>
                <p:nvPr/>
              </p:nvSpPr>
              <p:spPr>
                <a:xfrm flipH="1">
                  <a:off x="4583976" y="3489857"/>
                  <a:ext cx="66454" cy="146102"/>
                </a:xfrm>
                <a:custGeom>
                  <a:avLst/>
                  <a:gdLst/>
                  <a:ahLst/>
                  <a:cxnLst/>
                  <a:rect l="l" t="t" r="r" b="b"/>
                  <a:pathLst>
                    <a:path w="277" h="609" extrusionOk="0">
                      <a:moveTo>
                        <a:pt x="133" y="0"/>
                      </a:moveTo>
                      <a:cubicBezTo>
                        <a:pt x="55" y="0"/>
                        <a:pt x="0" y="55"/>
                        <a:pt x="0" y="133"/>
                      </a:cubicBezTo>
                      <a:lnTo>
                        <a:pt x="0" y="475"/>
                      </a:lnTo>
                      <a:cubicBezTo>
                        <a:pt x="0" y="553"/>
                        <a:pt x="55" y="608"/>
                        <a:pt x="133" y="608"/>
                      </a:cubicBezTo>
                      <a:lnTo>
                        <a:pt x="144" y="608"/>
                      </a:lnTo>
                      <a:cubicBezTo>
                        <a:pt x="210" y="608"/>
                        <a:pt x="276" y="553"/>
                        <a:pt x="276" y="475"/>
                      </a:cubicBezTo>
                      <a:lnTo>
                        <a:pt x="276" y="133"/>
                      </a:lnTo>
                      <a:cubicBezTo>
                        <a:pt x="276" y="55"/>
                        <a:pt x="210" y="0"/>
                        <a:pt x="1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25"/>
                <p:cNvSpPr/>
                <p:nvPr/>
              </p:nvSpPr>
              <p:spPr>
                <a:xfrm flipH="1">
                  <a:off x="4591893" y="3495135"/>
                  <a:ext cx="32147" cy="132907"/>
                </a:xfrm>
                <a:custGeom>
                  <a:avLst/>
                  <a:gdLst/>
                  <a:ahLst/>
                  <a:cxnLst/>
                  <a:rect l="l" t="t" r="r" b="b"/>
                  <a:pathLst>
                    <a:path w="134" h="554" extrusionOk="0">
                      <a:moveTo>
                        <a:pt x="67" y="0"/>
                      </a:moveTo>
                      <a:cubicBezTo>
                        <a:pt x="23" y="0"/>
                        <a:pt x="1" y="33"/>
                        <a:pt x="1" y="66"/>
                      </a:cubicBezTo>
                      <a:lnTo>
                        <a:pt x="1" y="487"/>
                      </a:lnTo>
                      <a:cubicBezTo>
                        <a:pt x="1" y="520"/>
                        <a:pt x="23" y="553"/>
                        <a:pt x="67" y="553"/>
                      </a:cubicBezTo>
                      <a:cubicBezTo>
                        <a:pt x="100" y="553"/>
                        <a:pt x="133" y="520"/>
                        <a:pt x="133" y="487"/>
                      </a:cubicBezTo>
                      <a:lnTo>
                        <a:pt x="133" y="66"/>
                      </a:lnTo>
                      <a:cubicBezTo>
                        <a:pt x="133" y="33"/>
                        <a:pt x="100" y="0"/>
                        <a:pt x="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25"/>
                <p:cNvSpPr/>
                <p:nvPr/>
              </p:nvSpPr>
              <p:spPr>
                <a:xfrm flipH="1">
                  <a:off x="4583976" y="3489857"/>
                  <a:ext cx="47981" cy="146102"/>
                </a:xfrm>
                <a:custGeom>
                  <a:avLst/>
                  <a:gdLst/>
                  <a:ahLst/>
                  <a:cxnLst/>
                  <a:rect l="l" t="t" r="r" b="b"/>
                  <a:pathLst>
                    <a:path w="200" h="609" extrusionOk="0">
                      <a:moveTo>
                        <a:pt x="100" y="33"/>
                      </a:moveTo>
                      <a:cubicBezTo>
                        <a:pt x="133" y="33"/>
                        <a:pt x="166" y="66"/>
                        <a:pt x="166" y="100"/>
                      </a:cubicBezTo>
                      <a:lnTo>
                        <a:pt x="166" y="520"/>
                      </a:lnTo>
                      <a:cubicBezTo>
                        <a:pt x="166" y="553"/>
                        <a:pt x="133" y="586"/>
                        <a:pt x="100" y="586"/>
                      </a:cubicBezTo>
                      <a:cubicBezTo>
                        <a:pt x="56" y="586"/>
                        <a:pt x="34" y="553"/>
                        <a:pt x="34" y="520"/>
                      </a:cubicBezTo>
                      <a:lnTo>
                        <a:pt x="34" y="100"/>
                      </a:lnTo>
                      <a:cubicBezTo>
                        <a:pt x="34" y="66"/>
                        <a:pt x="56" y="33"/>
                        <a:pt x="100" y="33"/>
                      </a:cubicBezTo>
                      <a:close/>
                      <a:moveTo>
                        <a:pt x="100" y="0"/>
                      </a:moveTo>
                      <a:cubicBezTo>
                        <a:pt x="45" y="0"/>
                        <a:pt x="0" y="44"/>
                        <a:pt x="0" y="100"/>
                      </a:cubicBezTo>
                      <a:lnTo>
                        <a:pt x="0" y="509"/>
                      </a:lnTo>
                      <a:cubicBezTo>
                        <a:pt x="0" y="575"/>
                        <a:pt x="50" y="608"/>
                        <a:pt x="100" y="608"/>
                      </a:cubicBezTo>
                      <a:cubicBezTo>
                        <a:pt x="150" y="608"/>
                        <a:pt x="199" y="575"/>
                        <a:pt x="199" y="509"/>
                      </a:cubicBezTo>
                      <a:lnTo>
                        <a:pt x="199" y="100"/>
                      </a:lnTo>
                      <a:cubicBezTo>
                        <a:pt x="199" y="44"/>
                        <a:pt x="155" y="0"/>
                        <a:pt x="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25"/>
                <p:cNvSpPr/>
                <p:nvPr/>
              </p:nvSpPr>
              <p:spPr>
                <a:xfrm flipH="1">
                  <a:off x="4313364" y="3534959"/>
                  <a:ext cx="85166" cy="61176"/>
                </a:xfrm>
                <a:custGeom>
                  <a:avLst/>
                  <a:gdLst/>
                  <a:ahLst/>
                  <a:cxnLst/>
                  <a:rect l="l" t="t" r="r" b="b"/>
                  <a:pathLst>
                    <a:path w="355" h="255" extrusionOk="0">
                      <a:moveTo>
                        <a:pt x="133" y="0"/>
                      </a:moveTo>
                      <a:cubicBezTo>
                        <a:pt x="67" y="0"/>
                        <a:pt x="0" y="55"/>
                        <a:pt x="12" y="122"/>
                      </a:cubicBezTo>
                      <a:cubicBezTo>
                        <a:pt x="0" y="199"/>
                        <a:pt x="67" y="254"/>
                        <a:pt x="133" y="254"/>
                      </a:cubicBezTo>
                      <a:lnTo>
                        <a:pt x="233" y="254"/>
                      </a:lnTo>
                      <a:cubicBezTo>
                        <a:pt x="299" y="254"/>
                        <a:pt x="354" y="188"/>
                        <a:pt x="354" y="122"/>
                      </a:cubicBezTo>
                      <a:cubicBezTo>
                        <a:pt x="354" y="55"/>
                        <a:pt x="299" y="0"/>
                        <a:pt x="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25"/>
                <p:cNvSpPr/>
                <p:nvPr/>
              </p:nvSpPr>
              <p:spPr>
                <a:xfrm flipH="1">
                  <a:off x="4300169" y="3489857"/>
                  <a:ext cx="66454" cy="146102"/>
                </a:xfrm>
                <a:custGeom>
                  <a:avLst/>
                  <a:gdLst/>
                  <a:ahLst/>
                  <a:cxnLst/>
                  <a:rect l="l" t="t" r="r" b="b"/>
                  <a:pathLst>
                    <a:path w="277" h="609" extrusionOk="0">
                      <a:moveTo>
                        <a:pt x="133" y="0"/>
                      </a:moveTo>
                      <a:cubicBezTo>
                        <a:pt x="67" y="0"/>
                        <a:pt x="0" y="55"/>
                        <a:pt x="0" y="133"/>
                      </a:cubicBezTo>
                      <a:lnTo>
                        <a:pt x="0" y="475"/>
                      </a:lnTo>
                      <a:cubicBezTo>
                        <a:pt x="0" y="553"/>
                        <a:pt x="67" y="608"/>
                        <a:pt x="133" y="608"/>
                      </a:cubicBezTo>
                      <a:lnTo>
                        <a:pt x="144" y="608"/>
                      </a:lnTo>
                      <a:cubicBezTo>
                        <a:pt x="221" y="608"/>
                        <a:pt x="277" y="553"/>
                        <a:pt x="277" y="475"/>
                      </a:cubicBezTo>
                      <a:lnTo>
                        <a:pt x="277" y="133"/>
                      </a:lnTo>
                      <a:cubicBezTo>
                        <a:pt x="277" y="55"/>
                        <a:pt x="221" y="0"/>
                        <a:pt x="1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25"/>
                <p:cNvSpPr/>
                <p:nvPr/>
              </p:nvSpPr>
              <p:spPr>
                <a:xfrm flipH="1">
                  <a:off x="4305447" y="3495135"/>
                  <a:ext cx="34786" cy="132907"/>
                </a:xfrm>
                <a:custGeom>
                  <a:avLst/>
                  <a:gdLst/>
                  <a:ahLst/>
                  <a:cxnLst/>
                  <a:rect l="l" t="t" r="r" b="b"/>
                  <a:pathLst>
                    <a:path w="145" h="554" extrusionOk="0">
                      <a:moveTo>
                        <a:pt x="67" y="0"/>
                      </a:moveTo>
                      <a:cubicBezTo>
                        <a:pt x="34" y="0"/>
                        <a:pt x="1" y="33"/>
                        <a:pt x="1" y="66"/>
                      </a:cubicBezTo>
                      <a:lnTo>
                        <a:pt x="1" y="487"/>
                      </a:lnTo>
                      <a:cubicBezTo>
                        <a:pt x="1" y="531"/>
                        <a:pt x="37" y="553"/>
                        <a:pt x="73" y="553"/>
                      </a:cubicBezTo>
                      <a:cubicBezTo>
                        <a:pt x="109" y="553"/>
                        <a:pt x="144" y="531"/>
                        <a:pt x="144" y="487"/>
                      </a:cubicBezTo>
                      <a:lnTo>
                        <a:pt x="144" y="66"/>
                      </a:lnTo>
                      <a:cubicBezTo>
                        <a:pt x="144" y="33"/>
                        <a:pt x="111" y="0"/>
                        <a:pt x="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25"/>
                <p:cNvSpPr/>
                <p:nvPr/>
              </p:nvSpPr>
              <p:spPr>
                <a:xfrm flipH="1">
                  <a:off x="4300169" y="3489857"/>
                  <a:ext cx="45342" cy="142024"/>
                </a:xfrm>
                <a:custGeom>
                  <a:avLst/>
                  <a:gdLst/>
                  <a:ahLst/>
                  <a:cxnLst/>
                  <a:rect l="l" t="t" r="r" b="b"/>
                  <a:pathLst>
                    <a:path w="189" h="592" extrusionOk="0">
                      <a:moveTo>
                        <a:pt x="95" y="33"/>
                      </a:moveTo>
                      <a:cubicBezTo>
                        <a:pt x="131" y="33"/>
                        <a:pt x="166" y="55"/>
                        <a:pt x="166" y="100"/>
                      </a:cubicBezTo>
                      <a:lnTo>
                        <a:pt x="166" y="520"/>
                      </a:lnTo>
                      <a:cubicBezTo>
                        <a:pt x="166" y="564"/>
                        <a:pt x="131" y="586"/>
                        <a:pt x="95" y="586"/>
                      </a:cubicBezTo>
                      <a:cubicBezTo>
                        <a:pt x="59" y="586"/>
                        <a:pt x="23" y="564"/>
                        <a:pt x="23" y="520"/>
                      </a:cubicBezTo>
                      <a:lnTo>
                        <a:pt x="23" y="100"/>
                      </a:lnTo>
                      <a:cubicBezTo>
                        <a:pt x="23" y="55"/>
                        <a:pt x="59" y="33"/>
                        <a:pt x="95" y="33"/>
                      </a:cubicBezTo>
                      <a:close/>
                      <a:moveTo>
                        <a:pt x="89" y="0"/>
                      </a:moveTo>
                      <a:cubicBezTo>
                        <a:pt x="45" y="0"/>
                        <a:pt x="1" y="44"/>
                        <a:pt x="1" y="100"/>
                      </a:cubicBezTo>
                      <a:lnTo>
                        <a:pt x="1" y="509"/>
                      </a:lnTo>
                      <a:cubicBezTo>
                        <a:pt x="6" y="564"/>
                        <a:pt x="50" y="592"/>
                        <a:pt x="95" y="592"/>
                      </a:cubicBezTo>
                      <a:cubicBezTo>
                        <a:pt x="139" y="592"/>
                        <a:pt x="183" y="564"/>
                        <a:pt x="189" y="509"/>
                      </a:cubicBezTo>
                      <a:lnTo>
                        <a:pt x="189" y="100"/>
                      </a:lnTo>
                      <a:cubicBezTo>
                        <a:pt x="189" y="44"/>
                        <a:pt x="144" y="0"/>
                        <a:pt x="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752" name="Google Shape;752;p25"/>
          <p:cNvGrpSpPr/>
          <p:nvPr/>
        </p:nvGrpSpPr>
        <p:grpSpPr>
          <a:xfrm rot="10800000" flipH="1">
            <a:off x="170187" y="2765182"/>
            <a:ext cx="795742" cy="1686809"/>
            <a:chOff x="-809850" y="445850"/>
            <a:chExt cx="1036527" cy="2197225"/>
          </a:xfrm>
        </p:grpSpPr>
        <p:sp>
          <p:nvSpPr>
            <p:cNvPr id="753" name="Google Shape;753;p25"/>
            <p:cNvSpPr/>
            <p:nvPr/>
          </p:nvSpPr>
          <p:spPr>
            <a:xfrm rot="10800000" flipH="1">
              <a:off x="-284828" y="630082"/>
              <a:ext cx="111607" cy="1369765"/>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25"/>
            <p:cNvSpPr/>
            <p:nvPr/>
          </p:nvSpPr>
          <p:spPr>
            <a:xfrm rot="10800000" flipH="1">
              <a:off x="-229182" y="630082"/>
              <a:ext cx="55961" cy="1369765"/>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25"/>
            <p:cNvSpPr/>
            <p:nvPr/>
          </p:nvSpPr>
          <p:spPr>
            <a:xfrm rot="10800000" flipH="1">
              <a:off x="-284828" y="1701497"/>
              <a:ext cx="111607" cy="76081"/>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25"/>
            <p:cNvSpPr/>
            <p:nvPr/>
          </p:nvSpPr>
          <p:spPr>
            <a:xfrm rot="10800000" flipH="1">
              <a:off x="-618390" y="445850"/>
              <a:ext cx="782504" cy="181084"/>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25"/>
            <p:cNvSpPr/>
            <p:nvPr/>
          </p:nvSpPr>
          <p:spPr>
            <a:xfrm rot="10800000" flipH="1">
              <a:off x="-788786" y="1772549"/>
              <a:ext cx="1015464" cy="87052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25"/>
            <p:cNvSpPr/>
            <p:nvPr/>
          </p:nvSpPr>
          <p:spPr>
            <a:xfrm rot="10800000" flipH="1">
              <a:off x="-764579" y="1807131"/>
              <a:ext cx="935610" cy="801361"/>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25"/>
            <p:cNvSpPr/>
            <p:nvPr/>
          </p:nvSpPr>
          <p:spPr>
            <a:xfrm rot="10800000" flipH="1">
              <a:off x="-809850" y="1771921"/>
              <a:ext cx="1015464" cy="871154"/>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25"/>
            <p:cNvSpPr/>
            <p:nvPr/>
          </p:nvSpPr>
          <p:spPr>
            <a:xfrm>
              <a:off x="-568987" y="1865963"/>
              <a:ext cx="683700" cy="683700"/>
            </a:xfrm>
            <a:prstGeom prst="mathMultiply">
              <a:avLst>
                <a:gd name="adj1" fmla="val 1275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60"/>
                                        </p:tgtEl>
                                        <p:attrNameLst>
                                          <p:attrName>style.visibility</p:attrName>
                                        </p:attrNameLst>
                                      </p:cBhvr>
                                      <p:to>
                                        <p:strVal val="visible"/>
                                      </p:to>
                                    </p:set>
                                    <p:anim calcmode="lin" valueType="num">
                                      <p:cBhvr additive="base">
                                        <p:cTn id="7" dur="500" fill="hold"/>
                                        <p:tgtEl>
                                          <p:spTgt spid="460"/>
                                        </p:tgtEl>
                                        <p:attrNameLst>
                                          <p:attrName>ppt_x</p:attrName>
                                        </p:attrNameLst>
                                      </p:cBhvr>
                                      <p:tavLst>
                                        <p:tav tm="0">
                                          <p:val>
                                            <p:strVal val="#ppt_x"/>
                                          </p:val>
                                        </p:tav>
                                        <p:tav tm="100000">
                                          <p:val>
                                            <p:strVal val="#ppt_x"/>
                                          </p:val>
                                        </p:tav>
                                      </p:tavLst>
                                    </p:anim>
                                    <p:anim calcmode="lin" valueType="num">
                                      <p:cBhvr additive="base">
                                        <p:cTn id="8" dur="500" fill="hold"/>
                                        <p:tgtEl>
                                          <p:spTgt spid="46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61">
                                            <p:bg/>
                                          </p:spTgt>
                                        </p:tgtEl>
                                        <p:attrNameLst>
                                          <p:attrName>style.visibility</p:attrName>
                                        </p:attrNameLst>
                                      </p:cBhvr>
                                      <p:to>
                                        <p:strVal val="visible"/>
                                      </p:to>
                                    </p:set>
                                    <p:anim calcmode="lin" valueType="num">
                                      <p:cBhvr additive="base">
                                        <p:cTn id="13" dur="500" fill="hold"/>
                                        <p:tgtEl>
                                          <p:spTgt spid="461">
                                            <p:bg/>
                                          </p:spTgt>
                                        </p:tgtEl>
                                        <p:attrNameLst>
                                          <p:attrName>ppt_x</p:attrName>
                                        </p:attrNameLst>
                                      </p:cBhvr>
                                      <p:tavLst>
                                        <p:tav tm="0">
                                          <p:val>
                                            <p:strVal val="#ppt_x"/>
                                          </p:val>
                                        </p:tav>
                                        <p:tav tm="100000">
                                          <p:val>
                                            <p:strVal val="#ppt_x"/>
                                          </p:val>
                                        </p:tav>
                                      </p:tavLst>
                                    </p:anim>
                                    <p:anim calcmode="lin" valueType="num">
                                      <p:cBhvr additive="base">
                                        <p:cTn id="14" dur="500" fill="hold"/>
                                        <p:tgtEl>
                                          <p:spTgt spid="461">
                                            <p:bg/>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61">
                                            <p:txEl>
                                              <p:pRg st="0" end="0"/>
                                            </p:txEl>
                                          </p:spTgt>
                                        </p:tgtEl>
                                        <p:attrNameLst>
                                          <p:attrName>style.visibility</p:attrName>
                                        </p:attrNameLst>
                                      </p:cBhvr>
                                      <p:to>
                                        <p:strVal val="visible"/>
                                      </p:to>
                                    </p:set>
                                    <p:anim calcmode="lin" valueType="num">
                                      <p:cBhvr additive="base">
                                        <p:cTn id="19" dur="500" fill="hold"/>
                                        <p:tgtEl>
                                          <p:spTgt spid="461">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6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61">
                                            <p:txEl>
                                              <p:pRg st="1" end="1"/>
                                            </p:txEl>
                                          </p:spTgt>
                                        </p:tgtEl>
                                        <p:attrNameLst>
                                          <p:attrName>style.visibility</p:attrName>
                                        </p:attrNameLst>
                                      </p:cBhvr>
                                      <p:to>
                                        <p:strVal val="visible"/>
                                      </p:to>
                                    </p:set>
                                    <p:anim calcmode="lin" valueType="num">
                                      <p:cBhvr additive="base">
                                        <p:cTn id="25" dur="500" fill="hold"/>
                                        <p:tgtEl>
                                          <p:spTgt spid="461">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6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64"/>
                                        </p:tgtEl>
                                        <p:attrNameLst>
                                          <p:attrName>style.visibility</p:attrName>
                                        </p:attrNameLst>
                                      </p:cBhvr>
                                      <p:to>
                                        <p:strVal val="visible"/>
                                      </p:to>
                                    </p:set>
                                    <p:anim calcmode="lin" valueType="num">
                                      <p:cBhvr additive="base">
                                        <p:cTn id="31" dur="500" fill="hold"/>
                                        <p:tgtEl>
                                          <p:spTgt spid="464"/>
                                        </p:tgtEl>
                                        <p:attrNameLst>
                                          <p:attrName>ppt_x</p:attrName>
                                        </p:attrNameLst>
                                      </p:cBhvr>
                                      <p:tavLst>
                                        <p:tav tm="0">
                                          <p:val>
                                            <p:strVal val="#ppt_x"/>
                                          </p:val>
                                        </p:tav>
                                        <p:tav tm="100000">
                                          <p:val>
                                            <p:strVal val="#ppt_x"/>
                                          </p:val>
                                        </p:tav>
                                      </p:tavLst>
                                    </p:anim>
                                    <p:anim calcmode="lin" valueType="num">
                                      <p:cBhvr additive="base">
                                        <p:cTn id="32" dur="500" fill="hold"/>
                                        <p:tgtEl>
                                          <p:spTgt spid="46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752"/>
                                        </p:tgtEl>
                                        <p:attrNameLst>
                                          <p:attrName>style.visibility</p:attrName>
                                        </p:attrNameLst>
                                      </p:cBhvr>
                                      <p:to>
                                        <p:strVal val="visible"/>
                                      </p:to>
                                    </p:set>
                                    <p:animEffect transition="in" filter="barn(inVertical)">
                                      <p:cBhvr>
                                        <p:cTn id="37" dur="500"/>
                                        <p:tgtEl>
                                          <p:spTgt spid="7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 grpId="0"/>
      <p:bldP spid="461" grpId="0" build="p"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73"/>
        <p:cNvGrpSpPr/>
        <p:nvPr/>
      </p:nvGrpSpPr>
      <p:grpSpPr>
        <a:xfrm>
          <a:off x="0" y="0"/>
          <a:ext cx="0" cy="0"/>
          <a:chOff x="0" y="0"/>
          <a:chExt cx="0" cy="0"/>
        </a:xfrm>
      </p:grpSpPr>
      <p:sp>
        <p:nvSpPr>
          <p:cNvPr id="774" name="Google Shape;774;p27"/>
          <p:cNvSpPr txBox="1">
            <a:spLocks noGrp="1"/>
          </p:cNvSpPr>
          <p:nvPr>
            <p:ph type="title"/>
          </p:nvPr>
        </p:nvSpPr>
        <p:spPr>
          <a:xfrm>
            <a:off x="720000" y="334125"/>
            <a:ext cx="7704000" cy="683700"/>
          </a:xfrm>
          <a:prstGeom prst="rect">
            <a:avLst/>
          </a:prstGeom>
        </p:spPr>
        <p:txBody>
          <a:bodyPr spcFirstLastPara="1" wrap="square" lIns="91425" tIns="91425" rIns="91425" bIns="91425" anchor="t" anchorCtr="0">
            <a:noAutofit/>
          </a:bodyPr>
          <a:lstStyle/>
          <a:p>
            <a:pPr lvl="0"/>
            <a:r>
              <a:rPr lang="en-US" dirty="0"/>
              <a:t>Team Members</a:t>
            </a:r>
            <a:endParaRPr dirty="0"/>
          </a:p>
        </p:txBody>
      </p:sp>
      <p:sp>
        <p:nvSpPr>
          <p:cNvPr id="775" name="Google Shape;775;p27"/>
          <p:cNvSpPr txBox="1">
            <a:spLocks noGrp="1"/>
          </p:cNvSpPr>
          <p:nvPr>
            <p:ph type="subTitle" idx="1"/>
          </p:nvPr>
        </p:nvSpPr>
        <p:spPr>
          <a:xfrm>
            <a:off x="978982" y="1851381"/>
            <a:ext cx="2197500" cy="531900"/>
          </a:xfrm>
          <a:prstGeom prst="rect">
            <a:avLst/>
          </a:prstGeom>
        </p:spPr>
        <p:txBody>
          <a:bodyPr spcFirstLastPara="1" wrap="square" lIns="91425" tIns="91425" rIns="91425" bIns="91425" anchor="t" anchorCtr="0">
            <a:noAutofit/>
          </a:bodyPr>
          <a:lstStyle/>
          <a:p>
            <a:pPr marL="0" lvl="0" indent="0"/>
            <a:r>
              <a:rPr lang="en-US" dirty="0">
                <a:solidFill>
                  <a:schemeClr val="accent5">
                    <a:lumMod val="75000"/>
                  </a:schemeClr>
                </a:solidFill>
              </a:rPr>
              <a:t>Data Preparation &amp; Cleaning Lead</a:t>
            </a:r>
            <a:endParaRPr dirty="0">
              <a:solidFill>
                <a:schemeClr val="accent5">
                  <a:lumMod val="75000"/>
                </a:schemeClr>
              </a:solidFill>
            </a:endParaRPr>
          </a:p>
        </p:txBody>
      </p:sp>
      <p:sp>
        <p:nvSpPr>
          <p:cNvPr id="776" name="Google Shape;776;p27"/>
          <p:cNvSpPr txBox="1">
            <a:spLocks noGrp="1"/>
          </p:cNvSpPr>
          <p:nvPr>
            <p:ph type="subTitle" idx="2"/>
          </p:nvPr>
        </p:nvSpPr>
        <p:spPr>
          <a:xfrm>
            <a:off x="3805214" y="1799987"/>
            <a:ext cx="2197500" cy="531900"/>
          </a:xfrm>
          <a:prstGeom prst="rect">
            <a:avLst/>
          </a:prstGeom>
        </p:spPr>
        <p:txBody>
          <a:bodyPr spcFirstLastPara="1" wrap="square" lIns="91425" tIns="91425" rIns="91425" bIns="91425" anchor="t" anchorCtr="0">
            <a:noAutofit/>
          </a:bodyPr>
          <a:lstStyle/>
          <a:p>
            <a:pPr marL="0" lvl="0" indent="0"/>
            <a:r>
              <a:rPr lang="en-US" dirty="0">
                <a:solidFill>
                  <a:schemeClr val="accent5">
                    <a:lumMod val="75000"/>
                  </a:schemeClr>
                </a:solidFill>
              </a:rPr>
              <a:t>Data Modeling Lead &amp; Presentation</a:t>
            </a:r>
            <a:endParaRPr dirty="0">
              <a:solidFill>
                <a:schemeClr val="accent5">
                  <a:lumMod val="75000"/>
                </a:schemeClr>
              </a:solidFill>
            </a:endParaRPr>
          </a:p>
        </p:txBody>
      </p:sp>
      <p:sp>
        <p:nvSpPr>
          <p:cNvPr id="777" name="Google Shape;777;p27"/>
          <p:cNvSpPr txBox="1">
            <a:spLocks noGrp="1"/>
          </p:cNvSpPr>
          <p:nvPr>
            <p:ph type="subTitle" idx="3"/>
          </p:nvPr>
        </p:nvSpPr>
        <p:spPr>
          <a:xfrm>
            <a:off x="6720442" y="1876491"/>
            <a:ext cx="2197500" cy="531900"/>
          </a:xfrm>
          <a:prstGeom prst="rect">
            <a:avLst/>
          </a:prstGeom>
        </p:spPr>
        <p:txBody>
          <a:bodyPr spcFirstLastPara="1" wrap="square" lIns="91425" tIns="91425" rIns="91425" bIns="91425" anchor="t" anchorCtr="0">
            <a:noAutofit/>
          </a:bodyPr>
          <a:lstStyle/>
          <a:p>
            <a:pPr marL="0" lvl="0" indent="0"/>
            <a:r>
              <a:rPr lang="en-US" dirty="0">
                <a:solidFill>
                  <a:schemeClr val="accent5">
                    <a:lumMod val="75000"/>
                  </a:schemeClr>
                </a:solidFill>
              </a:rPr>
              <a:t>DAX &amp; Measures Lead</a:t>
            </a:r>
            <a:endParaRPr dirty="0">
              <a:solidFill>
                <a:schemeClr val="accent5">
                  <a:lumMod val="75000"/>
                </a:schemeClr>
              </a:solidFill>
            </a:endParaRPr>
          </a:p>
        </p:txBody>
      </p:sp>
      <p:sp>
        <p:nvSpPr>
          <p:cNvPr id="778" name="Google Shape;778;p27"/>
          <p:cNvSpPr txBox="1">
            <a:spLocks noGrp="1"/>
          </p:cNvSpPr>
          <p:nvPr>
            <p:ph type="subTitle" idx="4"/>
          </p:nvPr>
        </p:nvSpPr>
        <p:spPr>
          <a:xfrm>
            <a:off x="951688" y="3572040"/>
            <a:ext cx="2197500" cy="531900"/>
          </a:xfrm>
          <a:prstGeom prst="rect">
            <a:avLst/>
          </a:prstGeom>
        </p:spPr>
        <p:txBody>
          <a:bodyPr spcFirstLastPara="1" wrap="square" lIns="91425" tIns="91425" rIns="91425" bIns="91425" anchor="t" anchorCtr="0">
            <a:noAutofit/>
          </a:bodyPr>
          <a:lstStyle/>
          <a:p>
            <a:pPr marL="0" lvl="0" indent="0"/>
            <a:r>
              <a:rPr lang="en-US" dirty="0">
                <a:solidFill>
                  <a:schemeClr val="accent5">
                    <a:lumMod val="75000"/>
                  </a:schemeClr>
                </a:solidFill>
              </a:rPr>
              <a:t>Visuals &amp; Dashboard Lead</a:t>
            </a:r>
            <a:endParaRPr dirty="0">
              <a:solidFill>
                <a:schemeClr val="accent5">
                  <a:lumMod val="75000"/>
                </a:schemeClr>
              </a:solidFill>
            </a:endParaRPr>
          </a:p>
        </p:txBody>
      </p:sp>
      <p:sp>
        <p:nvSpPr>
          <p:cNvPr id="779" name="Google Shape;779;p27"/>
          <p:cNvSpPr txBox="1">
            <a:spLocks noGrp="1"/>
          </p:cNvSpPr>
          <p:nvPr>
            <p:ph type="title" idx="5"/>
          </p:nvPr>
        </p:nvSpPr>
        <p:spPr>
          <a:xfrm>
            <a:off x="226058" y="1522611"/>
            <a:ext cx="733500" cy="733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sp>
        <p:nvSpPr>
          <p:cNvPr id="780" name="Google Shape;780;p27"/>
          <p:cNvSpPr txBox="1">
            <a:spLocks noGrp="1"/>
          </p:cNvSpPr>
          <p:nvPr>
            <p:ph type="title" idx="6"/>
          </p:nvPr>
        </p:nvSpPr>
        <p:spPr>
          <a:xfrm>
            <a:off x="5953663" y="1547065"/>
            <a:ext cx="731400" cy="73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sp>
        <p:nvSpPr>
          <p:cNvPr id="781" name="Google Shape;781;p27"/>
          <p:cNvSpPr txBox="1">
            <a:spLocks noGrp="1"/>
          </p:cNvSpPr>
          <p:nvPr>
            <p:ph type="title" idx="7"/>
          </p:nvPr>
        </p:nvSpPr>
        <p:spPr>
          <a:xfrm>
            <a:off x="3024763" y="1536415"/>
            <a:ext cx="731400" cy="73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sp>
        <p:nvSpPr>
          <p:cNvPr id="782" name="Google Shape;782;p27"/>
          <p:cNvSpPr txBox="1">
            <a:spLocks noGrp="1"/>
          </p:cNvSpPr>
          <p:nvPr>
            <p:ph type="title" idx="8"/>
          </p:nvPr>
        </p:nvSpPr>
        <p:spPr>
          <a:xfrm>
            <a:off x="3073814" y="3165443"/>
            <a:ext cx="731400" cy="73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05</a:t>
            </a:r>
            <a:endParaRPr dirty="0"/>
          </a:p>
        </p:txBody>
      </p:sp>
      <p:sp>
        <p:nvSpPr>
          <p:cNvPr id="783" name="Google Shape;783;p27"/>
          <p:cNvSpPr txBox="1">
            <a:spLocks noGrp="1"/>
          </p:cNvSpPr>
          <p:nvPr>
            <p:ph type="subTitle" idx="9"/>
          </p:nvPr>
        </p:nvSpPr>
        <p:spPr>
          <a:xfrm>
            <a:off x="978981" y="1520241"/>
            <a:ext cx="3064873" cy="447600"/>
          </a:xfrm>
          <a:prstGeom prst="rect">
            <a:avLst/>
          </a:prstGeom>
        </p:spPr>
        <p:txBody>
          <a:bodyPr spcFirstLastPara="1" wrap="square" lIns="91425" tIns="91425" rIns="91425" bIns="91425" anchor="b" anchorCtr="0">
            <a:noAutofit/>
          </a:bodyPr>
          <a:lstStyle/>
          <a:p>
            <a:pPr marL="0" lvl="0" indent="0"/>
            <a:r>
              <a:rPr lang="en-US" sz="1600" dirty="0"/>
              <a:t>Amr Ahmed Farouk</a:t>
            </a:r>
            <a:endParaRPr sz="1600" dirty="0"/>
          </a:p>
        </p:txBody>
      </p:sp>
      <p:sp>
        <p:nvSpPr>
          <p:cNvPr id="784" name="Google Shape;784;p27"/>
          <p:cNvSpPr txBox="1">
            <a:spLocks noGrp="1"/>
          </p:cNvSpPr>
          <p:nvPr>
            <p:ph type="subTitle" idx="13"/>
          </p:nvPr>
        </p:nvSpPr>
        <p:spPr>
          <a:xfrm>
            <a:off x="3849272" y="3199797"/>
            <a:ext cx="2284507" cy="447600"/>
          </a:xfrm>
          <a:prstGeom prst="rect">
            <a:avLst/>
          </a:prstGeom>
        </p:spPr>
        <p:txBody>
          <a:bodyPr spcFirstLastPara="1" wrap="square" lIns="91425" tIns="91425" rIns="91425" bIns="91425" anchor="b" anchorCtr="0">
            <a:noAutofit/>
          </a:bodyPr>
          <a:lstStyle/>
          <a:p>
            <a:pPr marL="0" lvl="0" indent="0"/>
            <a:r>
              <a:rPr lang="en-US" sz="1600" dirty="0"/>
              <a:t>Mahmoud Ahmed Mahmoud</a:t>
            </a:r>
            <a:endParaRPr sz="1600" dirty="0"/>
          </a:p>
        </p:txBody>
      </p:sp>
      <p:sp>
        <p:nvSpPr>
          <p:cNvPr id="785" name="Google Shape;785;p27"/>
          <p:cNvSpPr txBox="1">
            <a:spLocks noGrp="1"/>
          </p:cNvSpPr>
          <p:nvPr>
            <p:ph type="subTitle" idx="14"/>
          </p:nvPr>
        </p:nvSpPr>
        <p:spPr>
          <a:xfrm>
            <a:off x="3767605" y="1512044"/>
            <a:ext cx="3126305" cy="447600"/>
          </a:xfrm>
          <a:prstGeom prst="rect">
            <a:avLst/>
          </a:prstGeom>
        </p:spPr>
        <p:txBody>
          <a:bodyPr spcFirstLastPara="1" wrap="square" lIns="91425" tIns="91425" rIns="91425" bIns="91425" anchor="b" anchorCtr="0">
            <a:noAutofit/>
          </a:bodyPr>
          <a:lstStyle/>
          <a:p>
            <a:pPr marL="0" lvl="0" indent="0"/>
            <a:r>
              <a:rPr lang="en-US" sz="1600" dirty="0"/>
              <a:t>Salma Ibrahim Omair</a:t>
            </a:r>
            <a:endParaRPr sz="1600" dirty="0"/>
          </a:p>
        </p:txBody>
      </p:sp>
      <p:sp>
        <p:nvSpPr>
          <p:cNvPr id="786" name="Google Shape;786;p27"/>
          <p:cNvSpPr txBox="1">
            <a:spLocks noGrp="1"/>
          </p:cNvSpPr>
          <p:nvPr>
            <p:ph type="subTitle" idx="15"/>
          </p:nvPr>
        </p:nvSpPr>
        <p:spPr>
          <a:xfrm>
            <a:off x="6652519" y="3264209"/>
            <a:ext cx="2197500" cy="447600"/>
          </a:xfrm>
          <a:prstGeom prst="rect">
            <a:avLst/>
          </a:prstGeom>
        </p:spPr>
        <p:txBody>
          <a:bodyPr spcFirstLastPara="1" wrap="square" lIns="91425" tIns="91425" rIns="91425" bIns="91425" anchor="b" anchorCtr="0">
            <a:noAutofit/>
          </a:bodyPr>
          <a:lstStyle/>
          <a:p>
            <a:pPr marL="0" lvl="0" indent="0"/>
            <a:r>
              <a:rPr lang="en-US" sz="1600" dirty="0"/>
              <a:t>Alaa Mohamed Sayed </a:t>
            </a:r>
            <a:endParaRPr sz="1600" dirty="0"/>
          </a:p>
        </p:txBody>
      </p:sp>
      <p:sp>
        <p:nvSpPr>
          <p:cNvPr id="787" name="Google Shape;787;p27"/>
          <p:cNvSpPr/>
          <p:nvPr/>
        </p:nvSpPr>
        <p:spPr>
          <a:xfrm>
            <a:off x="6499" y="2500400"/>
            <a:ext cx="1714901" cy="475450"/>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5EBFD1">
              <a:alpha val="207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782;p27">
            <a:extLst>
              <a:ext uri="{FF2B5EF4-FFF2-40B4-BE49-F238E27FC236}">
                <a16:creationId xmlns:a16="http://schemas.microsoft.com/office/drawing/2014/main" id="{127AC003-7D78-258B-DE9B-64AAC03FC096}"/>
              </a:ext>
            </a:extLst>
          </p:cNvPr>
          <p:cNvSpPr txBox="1">
            <a:spLocks/>
          </p:cNvSpPr>
          <p:nvPr/>
        </p:nvSpPr>
        <p:spPr>
          <a:xfrm>
            <a:off x="226058" y="3122309"/>
            <a:ext cx="731400" cy="731400"/>
          </a:xfrm>
          <a:prstGeom prst="rect">
            <a:avLst/>
          </a:prstGeom>
          <a:solidFill>
            <a:schemeClr val="accent4"/>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Nova Square"/>
              <a:buNone/>
              <a:defRPr sz="3000" b="1" i="0" u="none" strike="noStrike" cap="none">
                <a:solidFill>
                  <a:schemeClr val="lt1"/>
                </a:solidFill>
                <a:latin typeface="Nova Square"/>
                <a:ea typeface="Nova Square"/>
                <a:cs typeface="Nova Square"/>
                <a:sym typeface="Nova Square"/>
              </a:defRPr>
            </a:lvl1pPr>
            <a:lvl2pPr marR="0" lvl="1" algn="l" rtl="0">
              <a:lnSpc>
                <a:spcPct val="100000"/>
              </a:lnSpc>
              <a:spcBef>
                <a:spcPts val="0"/>
              </a:spcBef>
              <a:spcAft>
                <a:spcPts val="0"/>
              </a:spcAft>
              <a:buClr>
                <a:schemeClr val="dk1"/>
              </a:buClr>
              <a:buSzPts val="3000"/>
              <a:buFont typeface="Nova Square"/>
              <a:buNone/>
              <a:defRPr sz="3000" b="1" i="0" u="none" strike="noStrike" cap="none">
                <a:solidFill>
                  <a:schemeClr val="dk1"/>
                </a:solidFill>
                <a:latin typeface="Nova Square"/>
                <a:ea typeface="Nova Square"/>
                <a:cs typeface="Nova Square"/>
                <a:sym typeface="Nova Square"/>
              </a:defRPr>
            </a:lvl2pPr>
            <a:lvl3pPr marR="0" lvl="2" algn="l" rtl="0">
              <a:lnSpc>
                <a:spcPct val="100000"/>
              </a:lnSpc>
              <a:spcBef>
                <a:spcPts val="0"/>
              </a:spcBef>
              <a:spcAft>
                <a:spcPts val="0"/>
              </a:spcAft>
              <a:buClr>
                <a:schemeClr val="dk1"/>
              </a:buClr>
              <a:buSzPts val="3000"/>
              <a:buFont typeface="Nova Square"/>
              <a:buNone/>
              <a:defRPr sz="3000" b="1" i="0" u="none" strike="noStrike" cap="none">
                <a:solidFill>
                  <a:schemeClr val="dk1"/>
                </a:solidFill>
                <a:latin typeface="Nova Square"/>
                <a:ea typeface="Nova Square"/>
                <a:cs typeface="Nova Square"/>
                <a:sym typeface="Nova Square"/>
              </a:defRPr>
            </a:lvl3pPr>
            <a:lvl4pPr marR="0" lvl="3" algn="l" rtl="0">
              <a:lnSpc>
                <a:spcPct val="100000"/>
              </a:lnSpc>
              <a:spcBef>
                <a:spcPts val="0"/>
              </a:spcBef>
              <a:spcAft>
                <a:spcPts val="0"/>
              </a:spcAft>
              <a:buClr>
                <a:schemeClr val="dk1"/>
              </a:buClr>
              <a:buSzPts val="3000"/>
              <a:buFont typeface="Nova Square"/>
              <a:buNone/>
              <a:defRPr sz="3000" b="1" i="0" u="none" strike="noStrike" cap="none">
                <a:solidFill>
                  <a:schemeClr val="dk1"/>
                </a:solidFill>
                <a:latin typeface="Nova Square"/>
                <a:ea typeface="Nova Square"/>
                <a:cs typeface="Nova Square"/>
                <a:sym typeface="Nova Square"/>
              </a:defRPr>
            </a:lvl4pPr>
            <a:lvl5pPr marR="0" lvl="4" algn="l" rtl="0">
              <a:lnSpc>
                <a:spcPct val="100000"/>
              </a:lnSpc>
              <a:spcBef>
                <a:spcPts val="0"/>
              </a:spcBef>
              <a:spcAft>
                <a:spcPts val="0"/>
              </a:spcAft>
              <a:buClr>
                <a:schemeClr val="dk1"/>
              </a:buClr>
              <a:buSzPts val="3000"/>
              <a:buFont typeface="Nova Square"/>
              <a:buNone/>
              <a:defRPr sz="3000" b="1" i="0" u="none" strike="noStrike" cap="none">
                <a:solidFill>
                  <a:schemeClr val="dk1"/>
                </a:solidFill>
                <a:latin typeface="Nova Square"/>
                <a:ea typeface="Nova Square"/>
                <a:cs typeface="Nova Square"/>
                <a:sym typeface="Nova Square"/>
              </a:defRPr>
            </a:lvl5pPr>
            <a:lvl6pPr marR="0" lvl="5" algn="l" rtl="0">
              <a:lnSpc>
                <a:spcPct val="100000"/>
              </a:lnSpc>
              <a:spcBef>
                <a:spcPts val="0"/>
              </a:spcBef>
              <a:spcAft>
                <a:spcPts val="0"/>
              </a:spcAft>
              <a:buClr>
                <a:schemeClr val="dk1"/>
              </a:buClr>
              <a:buSzPts val="3000"/>
              <a:buFont typeface="Nova Square"/>
              <a:buNone/>
              <a:defRPr sz="3000" b="1" i="0" u="none" strike="noStrike" cap="none">
                <a:solidFill>
                  <a:schemeClr val="dk1"/>
                </a:solidFill>
                <a:latin typeface="Nova Square"/>
                <a:ea typeface="Nova Square"/>
                <a:cs typeface="Nova Square"/>
                <a:sym typeface="Nova Square"/>
              </a:defRPr>
            </a:lvl6pPr>
            <a:lvl7pPr marR="0" lvl="6" algn="l" rtl="0">
              <a:lnSpc>
                <a:spcPct val="100000"/>
              </a:lnSpc>
              <a:spcBef>
                <a:spcPts val="0"/>
              </a:spcBef>
              <a:spcAft>
                <a:spcPts val="0"/>
              </a:spcAft>
              <a:buClr>
                <a:schemeClr val="dk1"/>
              </a:buClr>
              <a:buSzPts val="3000"/>
              <a:buFont typeface="Nova Square"/>
              <a:buNone/>
              <a:defRPr sz="3000" b="1" i="0" u="none" strike="noStrike" cap="none">
                <a:solidFill>
                  <a:schemeClr val="dk1"/>
                </a:solidFill>
                <a:latin typeface="Nova Square"/>
                <a:ea typeface="Nova Square"/>
                <a:cs typeface="Nova Square"/>
                <a:sym typeface="Nova Square"/>
              </a:defRPr>
            </a:lvl7pPr>
            <a:lvl8pPr marR="0" lvl="7" algn="l" rtl="0">
              <a:lnSpc>
                <a:spcPct val="100000"/>
              </a:lnSpc>
              <a:spcBef>
                <a:spcPts val="0"/>
              </a:spcBef>
              <a:spcAft>
                <a:spcPts val="0"/>
              </a:spcAft>
              <a:buClr>
                <a:schemeClr val="dk1"/>
              </a:buClr>
              <a:buSzPts val="3000"/>
              <a:buFont typeface="Nova Square"/>
              <a:buNone/>
              <a:defRPr sz="3000" b="1" i="0" u="none" strike="noStrike" cap="none">
                <a:solidFill>
                  <a:schemeClr val="dk1"/>
                </a:solidFill>
                <a:latin typeface="Nova Square"/>
                <a:ea typeface="Nova Square"/>
                <a:cs typeface="Nova Square"/>
                <a:sym typeface="Nova Square"/>
              </a:defRPr>
            </a:lvl8pPr>
            <a:lvl9pPr marR="0" lvl="8" algn="l" rtl="0">
              <a:lnSpc>
                <a:spcPct val="100000"/>
              </a:lnSpc>
              <a:spcBef>
                <a:spcPts val="0"/>
              </a:spcBef>
              <a:spcAft>
                <a:spcPts val="0"/>
              </a:spcAft>
              <a:buClr>
                <a:schemeClr val="dk1"/>
              </a:buClr>
              <a:buSzPts val="3000"/>
              <a:buFont typeface="Nova Square"/>
              <a:buNone/>
              <a:defRPr sz="3000" b="1" i="0" u="none" strike="noStrike" cap="none">
                <a:solidFill>
                  <a:schemeClr val="dk1"/>
                </a:solidFill>
                <a:latin typeface="Nova Square"/>
                <a:ea typeface="Nova Square"/>
                <a:cs typeface="Nova Square"/>
                <a:sym typeface="Nova Square"/>
              </a:defRPr>
            </a:lvl9pPr>
          </a:lstStyle>
          <a:p>
            <a:r>
              <a:rPr lang="en" dirty="0"/>
              <a:t>04</a:t>
            </a:r>
          </a:p>
        </p:txBody>
      </p:sp>
      <p:sp>
        <p:nvSpPr>
          <p:cNvPr id="3" name="Google Shape;782;p27">
            <a:extLst>
              <a:ext uri="{FF2B5EF4-FFF2-40B4-BE49-F238E27FC236}">
                <a16:creationId xmlns:a16="http://schemas.microsoft.com/office/drawing/2014/main" id="{5A65F4F7-506E-76E9-262D-273AC6756D7F}"/>
              </a:ext>
            </a:extLst>
          </p:cNvPr>
          <p:cNvSpPr txBox="1">
            <a:spLocks/>
          </p:cNvSpPr>
          <p:nvPr/>
        </p:nvSpPr>
        <p:spPr>
          <a:xfrm>
            <a:off x="5953564" y="3169291"/>
            <a:ext cx="731400" cy="731400"/>
          </a:xfrm>
          <a:prstGeom prst="rect">
            <a:avLst/>
          </a:prstGeom>
          <a:solidFill>
            <a:schemeClr val="accent4"/>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Nova Square"/>
              <a:buNone/>
              <a:defRPr sz="3000" b="1" i="0" u="none" strike="noStrike" cap="none">
                <a:solidFill>
                  <a:schemeClr val="lt1"/>
                </a:solidFill>
                <a:latin typeface="Nova Square"/>
                <a:ea typeface="Nova Square"/>
                <a:cs typeface="Nova Square"/>
                <a:sym typeface="Nova Square"/>
              </a:defRPr>
            </a:lvl1pPr>
            <a:lvl2pPr marR="0" lvl="1" algn="l" rtl="0">
              <a:lnSpc>
                <a:spcPct val="100000"/>
              </a:lnSpc>
              <a:spcBef>
                <a:spcPts val="0"/>
              </a:spcBef>
              <a:spcAft>
                <a:spcPts val="0"/>
              </a:spcAft>
              <a:buClr>
                <a:schemeClr val="dk1"/>
              </a:buClr>
              <a:buSzPts val="3000"/>
              <a:buFont typeface="Nova Square"/>
              <a:buNone/>
              <a:defRPr sz="3000" b="1" i="0" u="none" strike="noStrike" cap="none">
                <a:solidFill>
                  <a:schemeClr val="dk1"/>
                </a:solidFill>
                <a:latin typeface="Nova Square"/>
                <a:ea typeface="Nova Square"/>
                <a:cs typeface="Nova Square"/>
                <a:sym typeface="Nova Square"/>
              </a:defRPr>
            </a:lvl2pPr>
            <a:lvl3pPr marR="0" lvl="2" algn="l" rtl="0">
              <a:lnSpc>
                <a:spcPct val="100000"/>
              </a:lnSpc>
              <a:spcBef>
                <a:spcPts val="0"/>
              </a:spcBef>
              <a:spcAft>
                <a:spcPts val="0"/>
              </a:spcAft>
              <a:buClr>
                <a:schemeClr val="dk1"/>
              </a:buClr>
              <a:buSzPts val="3000"/>
              <a:buFont typeface="Nova Square"/>
              <a:buNone/>
              <a:defRPr sz="3000" b="1" i="0" u="none" strike="noStrike" cap="none">
                <a:solidFill>
                  <a:schemeClr val="dk1"/>
                </a:solidFill>
                <a:latin typeface="Nova Square"/>
                <a:ea typeface="Nova Square"/>
                <a:cs typeface="Nova Square"/>
                <a:sym typeface="Nova Square"/>
              </a:defRPr>
            </a:lvl3pPr>
            <a:lvl4pPr marR="0" lvl="3" algn="l" rtl="0">
              <a:lnSpc>
                <a:spcPct val="100000"/>
              </a:lnSpc>
              <a:spcBef>
                <a:spcPts val="0"/>
              </a:spcBef>
              <a:spcAft>
                <a:spcPts val="0"/>
              </a:spcAft>
              <a:buClr>
                <a:schemeClr val="dk1"/>
              </a:buClr>
              <a:buSzPts val="3000"/>
              <a:buFont typeface="Nova Square"/>
              <a:buNone/>
              <a:defRPr sz="3000" b="1" i="0" u="none" strike="noStrike" cap="none">
                <a:solidFill>
                  <a:schemeClr val="dk1"/>
                </a:solidFill>
                <a:latin typeface="Nova Square"/>
                <a:ea typeface="Nova Square"/>
                <a:cs typeface="Nova Square"/>
                <a:sym typeface="Nova Square"/>
              </a:defRPr>
            </a:lvl4pPr>
            <a:lvl5pPr marR="0" lvl="4" algn="l" rtl="0">
              <a:lnSpc>
                <a:spcPct val="100000"/>
              </a:lnSpc>
              <a:spcBef>
                <a:spcPts val="0"/>
              </a:spcBef>
              <a:spcAft>
                <a:spcPts val="0"/>
              </a:spcAft>
              <a:buClr>
                <a:schemeClr val="dk1"/>
              </a:buClr>
              <a:buSzPts val="3000"/>
              <a:buFont typeface="Nova Square"/>
              <a:buNone/>
              <a:defRPr sz="3000" b="1" i="0" u="none" strike="noStrike" cap="none">
                <a:solidFill>
                  <a:schemeClr val="dk1"/>
                </a:solidFill>
                <a:latin typeface="Nova Square"/>
                <a:ea typeface="Nova Square"/>
                <a:cs typeface="Nova Square"/>
                <a:sym typeface="Nova Square"/>
              </a:defRPr>
            </a:lvl5pPr>
            <a:lvl6pPr marR="0" lvl="5" algn="l" rtl="0">
              <a:lnSpc>
                <a:spcPct val="100000"/>
              </a:lnSpc>
              <a:spcBef>
                <a:spcPts val="0"/>
              </a:spcBef>
              <a:spcAft>
                <a:spcPts val="0"/>
              </a:spcAft>
              <a:buClr>
                <a:schemeClr val="dk1"/>
              </a:buClr>
              <a:buSzPts val="3000"/>
              <a:buFont typeface="Nova Square"/>
              <a:buNone/>
              <a:defRPr sz="3000" b="1" i="0" u="none" strike="noStrike" cap="none">
                <a:solidFill>
                  <a:schemeClr val="dk1"/>
                </a:solidFill>
                <a:latin typeface="Nova Square"/>
                <a:ea typeface="Nova Square"/>
                <a:cs typeface="Nova Square"/>
                <a:sym typeface="Nova Square"/>
              </a:defRPr>
            </a:lvl6pPr>
            <a:lvl7pPr marR="0" lvl="6" algn="l" rtl="0">
              <a:lnSpc>
                <a:spcPct val="100000"/>
              </a:lnSpc>
              <a:spcBef>
                <a:spcPts val="0"/>
              </a:spcBef>
              <a:spcAft>
                <a:spcPts val="0"/>
              </a:spcAft>
              <a:buClr>
                <a:schemeClr val="dk1"/>
              </a:buClr>
              <a:buSzPts val="3000"/>
              <a:buFont typeface="Nova Square"/>
              <a:buNone/>
              <a:defRPr sz="3000" b="1" i="0" u="none" strike="noStrike" cap="none">
                <a:solidFill>
                  <a:schemeClr val="dk1"/>
                </a:solidFill>
                <a:latin typeface="Nova Square"/>
                <a:ea typeface="Nova Square"/>
                <a:cs typeface="Nova Square"/>
                <a:sym typeface="Nova Square"/>
              </a:defRPr>
            </a:lvl7pPr>
            <a:lvl8pPr marR="0" lvl="7" algn="l" rtl="0">
              <a:lnSpc>
                <a:spcPct val="100000"/>
              </a:lnSpc>
              <a:spcBef>
                <a:spcPts val="0"/>
              </a:spcBef>
              <a:spcAft>
                <a:spcPts val="0"/>
              </a:spcAft>
              <a:buClr>
                <a:schemeClr val="dk1"/>
              </a:buClr>
              <a:buSzPts val="3000"/>
              <a:buFont typeface="Nova Square"/>
              <a:buNone/>
              <a:defRPr sz="3000" b="1" i="0" u="none" strike="noStrike" cap="none">
                <a:solidFill>
                  <a:schemeClr val="dk1"/>
                </a:solidFill>
                <a:latin typeface="Nova Square"/>
                <a:ea typeface="Nova Square"/>
                <a:cs typeface="Nova Square"/>
                <a:sym typeface="Nova Square"/>
              </a:defRPr>
            </a:lvl8pPr>
            <a:lvl9pPr marR="0" lvl="8" algn="l" rtl="0">
              <a:lnSpc>
                <a:spcPct val="100000"/>
              </a:lnSpc>
              <a:spcBef>
                <a:spcPts val="0"/>
              </a:spcBef>
              <a:spcAft>
                <a:spcPts val="0"/>
              </a:spcAft>
              <a:buClr>
                <a:schemeClr val="dk1"/>
              </a:buClr>
              <a:buSzPts val="3000"/>
              <a:buFont typeface="Nova Square"/>
              <a:buNone/>
              <a:defRPr sz="3000" b="1" i="0" u="none" strike="noStrike" cap="none">
                <a:solidFill>
                  <a:schemeClr val="dk1"/>
                </a:solidFill>
                <a:latin typeface="Nova Square"/>
                <a:ea typeface="Nova Square"/>
                <a:cs typeface="Nova Square"/>
                <a:sym typeface="Nova Square"/>
              </a:defRPr>
            </a:lvl9pPr>
          </a:lstStyle>
          <a:p>
            <a:r>
              <a:rPr lang="en" dirty="0"/>
              <a:t>06</a:t>
            </a:r>
          </a:p>
        </p:txBody>
      </p:sp>
      <p:sp>
        <p:nvSpPr>
          <p:cNvPr id="4" name="Google Shape;784;p27">
            <a:extLst>
              <a:ext uri="{FF2B5EF4-FFF2-40B4-BE49-F238E27FC236}">
                <a16:creationId xmlns:a16="http://schemas.microsoft.com/office/drawing/2014/main" id="{D30D9B1B-222D-78D6-7F6C-EA6A3C9BCB9D}"/>
              </a:ext>
            </a:extLst>
          </p:cNvPr>
          <p:cNvSpPr txBox="1">
            <a:spLocks/>
          </p:cNvSpPr>
          <p:nvPr/>
        </p:nvSpPr>
        <p:spPr>
          <a:xfrm>
            <a:off x="978982" y="3226616"/>
            <a:ext cx="2197500" cy="447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400"/>
              <a:buFont typeface="Bebas Neue"/>
              <a:buNone/>
              <a:defRPr sz="2300" b="1" i="0" u="none" strike="noStrike" cap="none">
                <a:solidFill>
                  <a:schemeClr val="dk1"/>
                </a:solidFill>
                <a:latin typeface="Nova Square"/>
                <a:ea typeface="Nova Square"/>
                <a:cs typeface="Nova Square"/>
                <a:sym typeface="Nova Square"/>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US" sz="1600" dirty="0"/>
              <a:t>Rahma Osama Mohamed </a:t>
            </a:r>
          </a:p>
        </p:txBody>
      </p:sp>
      <p:sp>
        <p:nvSpPr>
          <p:cNvPr id="5" name="Google Shape;784;p27">
            <a:extLst>
              <a:ext uri="{FF2B5EF4-FFF2-40B4-BE49-F238E27FC236}">
                <a16:creationId xmlns:a16="http://schemas.microsoft.com/office/drawing/2014/main" id="{8D49C7C6-219F-1652-C188-C599EDCC1C0E}"/>
              </a:ext>
            </a:extLst>
          </p:cNvPr>
          <p:cNvSpPr txBox="1">
            <a:spLocks/>
          </p:cNvSpPr>
          <p:nvPr/>
        </p:nvSpPr>
        <p:spPr>
          <a:xfrm>
            <a:off x="6652519" y="1535311"/>
            <a:ext cx="2940797" cy="459353"/>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400"/>
              <a:buFont typeface="Bebas Neue"/>
              <a:buNone/>
              <a:defRPr sz="2300" b="1" i="0" u="none" strike="noStrike" cap="none">
                <a:solidFill>
                  <a:schemeClr val="dk1"/>
                </a:solidFill>
                <a:latin typeface="Nova Square"/>
                <a:ea typeface="Nova Square"/>
                <a:cs typeface="Nova Square"/>
                <a:sym typeface="Nova Square"/>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US" sz="1600" dirty="0"/>
              <a:t>Malak Wael Abdelaziz</a:t>
            </a:r>
          </a:p>
        </p:txBody>
      </p:sp>
      <p:sp>
        <p:nvSpPr>
          <p:cNvPr id="7" name="Google Shape;775;p27">
            <a:extLst>
              <a:ext uri="{FF2B5EF4-FFF2-40B4-BE49-F238E27FC236}">
                <a16:creationId xmlns:a16="http://schemas.microsoft.com/office/drawing/2014/main" id="{BCA4963F-1DFC-9628-0F88-68DEA676A1A0}"/>
              </a:ext>
            </a:extLst>
          </p:cNvPr>
          <p:cNvSpPr txBox="1">
            <a:spLocks/>
          </p:cNvSpPr>
          <p:nvPr/>
        </p:nvSpPr>
        <p:spPr>
          <a:xfrm>
            <a:off x="6652519" y="3587759"/>
            <a:ext cx="1836755" cy="531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1pPr>
            <a:lvl2pPr marL="914400" marR="0" lvl="1"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2pPr>
            <a:lvl3pPr marL="1371600" marR="0" lvl="2"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3pPr>
            <a:lvl4pPr marL="1828800" marR="0" lvl="3"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4pPr>
            <a:lvl5pPr marL="2286000" marR="0" lvl="4"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5pPr>
            <a:lvl6pPr marL="2743200" marR="0" lvl="5"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6pPr>
            <a:lvl7pPr marL="3200400" marR="0" lvl="6"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7pPr>
            <a:lvl8pPr marL="3657600" marR="0" lvl="7"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8pPr>
            <a:lvl9pPr marL="4114800" marR="0" lvl="8"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9pPr>
          </a:lstStyle>
          <a:p>
            <a:pPr marL="0" indent="0"/>
            <a:r>
              <a:rPr lang="en-US" dirty="0">
                <a:solidFill>
                  <a:schemeClr val="accent5">
                    <a:lumMod val="75000"/>
                  </a:schemeClr>
                </a:solidFill>
              </a:rPr>
              <a:t>Presentation &amp; Reporting Lead</a:t>
            </a:r>
          </a:p>
        </p:txBody>
      </p:sp>
      <p:sp>
        <p:nvSpPr>
          <p:cNvPr id="8" name="Google Shape;775;p27">
            <a:extLst>
              <a:ext uri="{FF2B5EF4-FFF2-40B4-BE49-F238E27FC236}">
                <a16:creationId xmlns:a16="http://schemas.microsoft.com/office/drawing/2014/main" id="{B2EB33ED-BB57-0448-461C-B1711E8C8C40}"/>
              </a:ext>
            </a:extLst>
          </p:cNvPr>
          <p:cNvSpPr txBox="1">
            <a:spLocks/>
          </p:cNvSpPr>
          <p:nvPr/>
        </p:nvSpPr>
        <p:spPr>
          <a:xfrm>
            <a:off x="3767605" y="3572040"/>
            <a:ext cx="2197500" cy="531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1pPr>
            <a:lvl2pPr marL="914400" marR="0" lvl="1"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2pPr>
            <a:lvl3pPr marL="1371600" marR="0" lvl="2"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3pPr>
            <a:lvl4pPr marL="1828800" marR="0" lvl="3"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4pPr>
            <a:lvl5pPr marL="2286000" marR="0" lvl="4"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5pPr>
            <a:lvl6pPr marL="2743200" marR="0" lvl="5"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6pPr>
            <a:lvl7pPr marL="3200400" marR="0" lvl="6"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7pPr>
            <a:lvl8pPr marL="3657600" marR="0" lvl="7"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8pPr>
            <a:lvl9pPr marL="4114800" marR="0" lvl="8"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9pPr>
          </a:lstStyle>
          <a:p>
            <a:pPr marL="0" indent="0"/>
            <a:r>
              <a:rPr lang="en-US" dirty="0">
                <a:solidFill>
                  <a:schemeClr val="accent5">
                    <a:lumMod val="75000"/>
                  </a:schemeClr>
                </a:solidFill>
              </a:rPr>
              <a:t>Testing, QA &amp; Documentation Lead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74"/>
                                        </p:tgtEl>
                                        <p:attrNameLst>
                                          <p:attrName>style.visibility</p:attrName>
                                        </p:attrNameLst>
                                      </p:cBhvr>
                                      <p:to>
                                        <p:strVal val="visible"/>
                                      </p:to>
                                    </p:set>
                                    <p:animEffect transition="in" filter="fade">
                                      <p:cBhvr>
                                        <p:cTn id="7" dur="1000"/>
                                        <p:tgtEl>
                                          <p:spTgt spid="774"/>
                                        </p:tgtEl>
                                      </p:cBhvr>
                                    </p:animEffect>
                                    <p:anim calcmode="lin" valueType="num">
                                      <p:cBhvr>
                                        <p:cTn id="8" dur="1000" fill="hold"/>
                                        <p:tgtEl>
                                          <p:spTgt spid="774"/>
                                        </p:tgtEl>
                                        <p:attrNameLst>
                                          <p:attrName>ppt_x</p:attrName>
                                        </p:attrNameLst>
                                      </p:cBhvr>
                                      <p:tavLst>
                                        <p:tav tm="0">
                                          <p:val>
                                            <p:strVal val="#ppt_x"/>
                                          </p:val>
                                        </p:tav>
                                        <p:tav tm="100000">
                                          <p:val>
                                            <p:strVal val="#ppt_x"/>
                                          </p:val>
                                        </p:tav>
                                      </p:tavLst>
                                    </p:anim>
                                    <p:anim calcmode="lin" valueType="num">
                                      <p:cBhvr>
                                        <p:cTn id="9" dur="1000" fill="hold"/>
                                        <p:tgtEl>
                                          <p:spTgt spid="77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779"/>
                                        </p:tgtEl>
                                        <p:attrNameLst>
                                          <p:attrName>style.visibility</p:attrName>
                                        </p:attrNameLst>
                                      </p:cBhvr>
                                      <p:to>
                                        <p:strVal val="visible"/>
                                      </p:to>
                                    </p:set>
                                    <p:anim calcmode="lin" valueType="num">
                                      <p:cBhvr additive="base">
                                        <p:cTn id="14" dur="500" fill="hold"/>
                                        <p:tgtEl>
                                          <p:spTgt spid="779"/>
                                        </p:tgtEl>
                                        <p:attrNameLst>
                                          <p:attrName>ppt_x</p:attrName>
                                        </p:attrNameLst>
                                      </p:cBhvr>
                                      <p:tavLst>
                                        <p:tav tm="0">
                                          <p:val>
                                            <p:strVal val="#ppt_x"/>
                                          </p:val>
                                        </p:tav>
                                        <p:tav tm="100000">
                                          <p:val>
                                            <p:strVal val="#ppt_x"/>
                                          </p:val>
                                        </p:tav>
                                      </p:tavLst>
                                    </p:anim>
                                    <p:anim calcmode="lin" valueType="num">
                                      <p:cBhvr additive="base">
                                        <p:cTn id="15" dur="500" fill="hold"/>
                                        <p:tgtEl>
                                          <p:spTgt spid="779"/>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783">
                                            <p:txEl>
                                              <p:pRg st="0" end="0"/>
                                            </p:txEl>
                                          </p:spTgt>
                                        </p:tgtEl>
                                        <p:attrNameLst>
                                          <p:attrName>style.visibility</p:attrName>
                                        </p:attrNameLst>
                                      </p:cBhvr>
                                      <p:to>
                                        <p:strVal val="visible"/>
                                      </p:to>
                                    </p:set>
                                    <p:anim calcmode="lin" valueType="num">
                                      <p:cBhvr additive="base">
                                        <p:cTn id="20" dur="500" fill="hold"/>
                                        <p:tgtEl>
                                          <p:spTgt spid="783">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78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775">
                                            <p:txEl>
                                              <p:pRg st="0" end="0"/>
                                            </p:txEl>
                                          </p:spTgt>
                                        </p:tgtEl>
                                        <p:attrNameLst>
                                          <p:attrName>style.visibility</p:attrName>
                                        </p:attrNameLst>
                                      </p:cBhvr>
                                      <p:to>
                                        <p:strVal val="visible"/>
                                      </p:to>
                                    </p:set>
                                    <p:anim calcmode="lin" valueType="num">
                                      <p:cBhvr additive="base">
                                        <p:cTn id="26" dur="500" fill="hold"/>
                                        <p:tgtEl>
                                          <p:spTgt spid="775">
                                            <p:txEl>
                                              <p:pRg st="0" end="0"/>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77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781"/>
                                        </p:tgtEl>
                                        <p:attrNameLst>
                                          <p:attrName>style.visibility</p:attrName>
                                        </p:attrNameLst>
                                      </p:cBhvr>
                                      <p:to>
                                        <p:strVal val="visible"/>
                                      </p:to>
                                    </p:set>
                                    <p:anim calcmode="lin" valueType="num">
                                      <p:cBhvr additive="base">
                                        <p:cTn id="32" dur="500" fill="hold"/>
                                        <p:tgtEl>
                                          <p:spTgt spid="781"/>
                                        </p:tgtEl>
                                        <p:attrNameLst>
                                          <p:attrName>ppt_x</p:attrName>
                                        </p:attrNameLst>
                                      </p:cBhvr>
                                      <p:tavLst>
                                        <p:tav tm="0">
                                          <p:val>
                                            <p:strVal val="#ppt_x"/>
                                          </p:val>
                                        </p:tav>
                                        <p:tav tm="100000">
                                          <p:val>
                                            <p:strVal val="#ppt_x"/>
                                          </p:val>
                                        </p:tav>
                                      </p:tavLst>
                                    </p:anim>
                                    <p:anim calcmode="lin" valueType="num">
                                      <p:cBhvr additive="base">
                                        <p:cTn id="33" dur="500" fill="hold"/>
                                        <p:tgtEl>
                                          <p:spTgt spid="781"/>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785">
                                            <p:txEl>
                                              <p:pRg st="0" end="0"/>
                                            </p:txEl>
                                          </p:spTgt>
                                        </p:tgtEl>
                                        <p:attrNameLst>
                                          <p:attrName>style.visibility</p:attrName>
                                        </p:attrNameLst>
                                      </p:cBhvr>
                                      <p:to>
                                        <p:strVal val="visible"/>
                                      </p:to>
                                    </p:set>
                                    <p:anim calcmode="lin" valueType="num">
                                      <p:cBhvr additive="base">
                                        <p:cTn id="38" dur="500" fill="hold"/>
                                        <p:tgtEl>
                                          <p:spTgt spid="785">
                                            <p:txEl>
                                              <p:pRg st="0" end="0"/>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78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776">
                                            <p:txEl>
                                              <p:pRg st="0" end="0"/>
                                            </p:txEl>
                                          </p:spTgt>
                                        </p:tgtEl>
                                        <p:attrNameLst>
                                          <p:attrName>style.visibility</p:attrName>
                                        </p:attrNameLst>
                                      </p:cBhvr>
                                      <p:to>
                                        <p:strVal val="visible"/>
                                      </p:to>
                                    </p:set>
                                    <p:anim calcmode="lin" valueType="num">
                                      <p:cBhvr additive="base">
                                        <p:cTn id="44" dur="500" fill="hold"/>
                                        <p:tgtEl>
                                          <p:spTgt spid="776">
                                            <p:txEl>
                                              <p:pRg st="0" end="0"/>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77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780"/>
                                        </p:tgtEl>
                                        <p:attrNameLst>
                                          <p:attrName>style.visibility</p:attrName>
                                        </p:attrNameLst>
                                      </p:cBhvr>
                                      <p:to>
                                        <p:strVal val="visible"/>
                                      </p:to>
                                    </p:set>
                                    <p:anim calcmode="lin" valueType="num">
                                      <p:cBhvr additive="base">
                                        <p:cTn id="50" dur="500" fill="hold"/>
                                        <p:tgtEl>
                                          <p:spTgt spid="780"/>
                                        </p:tgtEl>
                                        <p:attrNameLst>
                                          <p:attrName>ppt_x</p:attrName>
                                        </p:attrNameLst>
                                      </p:cBhvr>
                                      <p:tavLst>
                                        <p:tav tm="0">
                                          <p:val>
                                            <p:strVal val="#ppt_x"/>
                                          </p:val>
                                        </p:tav>
                                        <p:tav tm="100000">
                                          <p:val>
                                            <p:strVal val="#ppt_x"/>
                                          </p:val>
                                        </p:tav>
                                      </p:tavLst>
                                    </p:anim>
                                    <p:anim calcmode="lin" valueType="num">
                                      <p:cBhvr additive="base">
                                        <p:cTn id="51" dur="500" fill="hold"/>
                                        <p:tgtEl>
                                          <p:spTgt spid="780"/>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grpId="0" nodeType="clickEffect">
                                  <p:stCondLst>
                                    <p:cond delay="0"/>
                                  </p:stCondLst>
                                  <p:childTnLst>
                                    <p:set>
                                      <p:cBhvr>
                                        <p:cTn id="55" dur="1" fill="hold">
                                          <p:stCondLst>
                                            <p:cond delay="0"/>
                                          </p:stCondLst>
                                        </p:cTn>
                                        <p:tgtEl>
                                          <p:spTgt spid="5"/>
                                        </p:tgtEl>
                                        <p:attrNameLst>
                                          <p:attrName>style.visibility</p:attrName>
                                        </p:attrNameLst>
                                      </p:cBhvr>
                                      <p:to>
                                        <p:strVal val="visible"/>
                                      </p:to>
                                    </p:set>
                                    <p:anim calcmode="lin" valueType="num">
                                      <p:cBhvr additive="base">
                                        <p:cTn id="56" dur="500" fill="hold"/>
                                        <p:tgtEl>
                                          <p:spTgt spid="5"/>
                                        </p:tgtEl>
                                        <p:attrNameLst>
                                          <p:attrName>ppt_x</p:attrName>
                                        </p:attrNameLst>
                                      </p:cBhvr>
                                      <p:tavLst>
                                        <p:tav tm="0">
                                          <p:val>
                                            <p:strVal val="#ppt_x"/>
                                          </p:val>
                                        </p:tav>
                                        <p:tav tm="100000">
                                          <p:val>
                                            <p:strVal val="#ppt_x"/>
                                          </p:val>
                                        </p:tav>
                                      </p:tavLst>
                                    </p:anim>
                                    <p:anim calcmode="lin" valueType="num">
                                      <p:cBhvr additive="base">
                                        <p:cTn id="57"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grpId="0" nodeType="clickEffect">
                                  <p:stCondLst>
                                    <p:cond delay="0"/>
                                  </p:stCondLst>
                                  <p:childTnLst>
                                    <p:set>
                                      <p:cBhvr>
                                        <p:cTn id="61" dur="1" fill="hold">
                                          <p:stCondLst>
                                            <p:cond delay="0"/>
                                          </p:stCondLst>
                                        </p:cTn>
                                        <p:tgtEl>
                                          <p:spTgt spid="777">
                                            <p:txEl>
                                              <p:pRg st="0" end="0"/>
                                            </p:txEl>
                                          </p:spTgt>
                                        </p:tgtEl>
                                        <p:attrNameLst>
                                          <p:attrName>style.visibility</p:attrName>
                                        </p:attrNameLst>
                                      </p:cBhvr>
                                      <p:to>
                                        <p:strVal val="visible"/>
                                      </p:to>
                                    </p:set>
                                    <p:anim calcmode="lin" valueType="num">
                                      <p:cBhvr additive="base">
                                        <p:cTn id="62" dur="500" fill="hold"/>
                                        <p:tgtEl>
                                          <p:spTgt spid="777">
                                            <p:txEl>
                                              <p:pRg st="0" end="0"/>
                                            </p:txEl>
                                          </p:spTgt>
                                        </p:tgtEl>
                                        <p:attrNameLst>
                                          <p:attrName>ppt_x</p:attrName>
                                        </p:attrNameLst>
                                      </p:cBhvr>
                                      <p:tavLst>
                                        <p:tav tm="0">
                                          <p:val>
                                            <p:strVal val="#ppt_x"/>
                                          </p:val>
                                        </p:tav>
                                        <p:tav tm="100000">
                                          <p:val>
                                            <p:strVal val="#ppt_x"/>
                                          </p:val>
                                        </p:tav>
                                      </p:tavLst>
                                    </p:anim>
                                    <p:anim calcmode="lin" valueType="num">
                                      <p:cBhvr additive="base">
                                        <p:cTn id="63" dur="500" fill="hold"/>
                                        <p:tgtEl>
                                          <p:spTgt spid="77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2" presetClass="entr" presetSubtype="4" fill="hold" grpId="0" nodeType="clickEffect">
                                  <p:stCondLst>
                                    <p:cond delay="0"/>
                                  </p:stCondLst>
                                  <p:childTnLst>
                                    <p:set>
                                      <p:cBhvr>
                                        <p:cTn id="67" dur="1" fill="hold">
                                          <p:stCondLst>
                                            <p:cond delay="0"/>
                                          </p:stCondLst>
                                        </p:cTn>
                                        <p:tgtEl>
                                          <p:spTgt spid="2"/>
                                        </p:tgtEl>
                                        <p:attrNameLst>
                                          <p:attrName>style.visibility</p:attrName>
                                        </p:attrNameLst>
                                      </p:cBhvr>
                                      <p:to>
                                        <p:strVal val="visible"/>
                                      </p:to>
                                    </p:set>
                                    <p:anim calcmode="lin" valueType="num">
                                      <p:cBhvr additive="base">
                                        <p:cTn id="68" dur="500" fill="hold"/>
                                        <p:tgtEl>
                                          <p:spTgt spid="2"/>
                                        </p:tgtEl>
                                        <p:attrNameLst>
                                          <p:attrName>ppt_x</p:attrName>
                                        </p:attrNameLst>
                                      </p:cBhvr>
                                      <p:tavLst>
                                        <p:tav tm="0">
                                          <p:val>
                                            <p:strVal val="#ppt_x"/>
                                          </p:val>
                                        </p:tav>
                                        <p:tav tm="100000">
                                          <p:val>
                                            <p:strVal val="#ppt_x"/>
                                          </p:val>
                                        </p:tav>
                                      </p:tavLst>
                                    </p:anim>
                                    <p:anim calcmode="lin" valueType="num">
                                      <p:cBhvr additive="base">
                                        <p:cTn id="69"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2" presetClass="entr" presetSubtype="4" fill="hold" grpId="0" nodeType="clickEffect">
                                  <p:stCondLst>
                                    <p:cond delay="0"/>
                                  </p:stCondLst>
                                  <p:childTnLst>
                                    <p:set>
                                      <p:cBhvr>
                                        <p:cTn id="73" dur="1" fill="hold">
                                          <p:stCondLst>
                                            <p:cond delay="0"/>
                                          </p:stCondLst>
                                        </p:cTn>
                                        <p:tgtEl>
                                          <p:spTgt spid="4"/>
                                        </p:tgtEl>
                                        <p:attrNameLst>
                                          <p:attrName>style.visibility</p:attrName>
                                        </p:attrNameLst>
                                      </p:cBhvr>
                                      <p:to>
                                        <p:strVal val="visible"/>
                                      </p:to>
                                    </p:set>
                                    <p:anim calcmode="lin" valueType="num">
                                      <p:cBhvr additive="base">
                                        <p:cTn id="74" dur="500" fill="hold"/>
                                        <p:tgtEl>
                                          <p:spTgt spid="4"/>
                                        </p:tgtEl>
                                        <p:attrNameLst>
                                          <p:attrName>ppt_x</p:attrName>
                                        </p:attrNameLst>
                                      </p:cBhvr>
                                      <p:tavLst>
                                        <p:tav tm="0">
                                          <p:val>
                                            <p:strVal val="#ppt_x"/>
                                          </p:val>
                                        </p:tav>
                                        <p:tav tm="100000">
                                          <p:val>
                                            <p:strVal val="#ppt_x"/>
                                          </p:val>
                                        </p:tav>
                                      </p:tavLst>
                                    </p:anim>
                                    <p:anim calcmode="lin" valueType="num">
                                      <p:cBhvr additive="base">
                                        <p:cTn id="75"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2" presetClass="entr" presetSubtype="4" fill="hold" nodeType="clickEffect">
                                  <p:stCondLst>
                                    <p:cond delay="0"/>
                                  </p:stCondLst>
                                  <p:childTnLst>
                                    <p:set>
                                      <p:cBhvr>
                                        <p:cTn id="79" dur="1" fill="hold">
                                          <p:stCondLst>
                                            <p:cond delay="0"/>
                                          </p:stCondLst>
                                        </p:cTn>
                                        <p:tgtEl>
                                          <p:spTgt spid="778">
                                            <p:txEl>
                                              <p:pRg st="0" end="0"/>
                                            </p:txEl>
                                          </p:spTgt>
                                        </p:tgtEl>
                                        <p:attrNameLst>
                                          <p:attrName>style.visibility</p:attrName>
                                        </p:attrNameLst>
                                      </p:cBhvr>
                                      <p:to>
                                        <p:strVal val="visible"/>
                                      </p:to>
                                    </p:set>
                                    <p:anim calcmode="lin" valueType="num">
                                      <p:cBhvr additive="base">
                                        <p:cTn id="80" dur="500" fill="hold"/>
                                        <p:tgtEl>
                                          <p:spTgt spid="778">
                                            <p:txEl>
                                              <p:pRg st="0" end="0"/>
                                            </p:txEl>
                                          </p:spTgt>
                                        </p:tgtEl>
                                        <p:attrNameLst>
                                          <p:attrName>ppt_x</p:attrName>
                                        </p:attrNameLst>
                                      </p:cBhvr>
                                      <p:tavLst>
                                        <p:tav tm="0">
                                          <p:val>
                                            <p:strVal val="#ppt_x"/>
                                          </p:val>
                                        </p:tav>
                                        <p:tav tm="100000">
                                          <p:val>
                                            <p:strVal val="#ppt_x"/>
                                          </p:val>
                                        </p:tav>
                                      </p:tavLst>
                                    </p:anim>
                                    <p:anim calcmode="lin" valueType="num">
                                      <p:cBhvr additive="base">
                                        <p:cTn id="81" dur="500" fill="hold"/>
                                        <p:tgtEl>
                                          <p:spTgt spid="77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2" presetClass="entr" presetSubtype="4" fill="hold" grpId="0" nodeType="clickEffect">
                                  <p:stCondLst>
                                    <p:cond delay="0"/>
                                  </p:stCondLst>
                                  <p:childTnLst>
                                    <p:set>
                                      <p:cBhvr>
                                        <p:cTn id="85" dur="1" fill="hold">
                                          <p:stCondLst>
                                            <p:cond delay="0"/>
                                          </p:stCondLst>
                                        </p:cTn>
                                        <p:tgtEl>
                                          <p:spTgt spid="782"/>
                                        </p:tgtEl>
                                        <p:attrNameLst>
                                          <p:attrName>style.visibility</p:attrName>
                                        </p:attrNameLst>
                                      </p:cBhvr>
                                      <p:to>
                                        <p:strVal val="visible"/>
                                      </p:to>
                                    </p:set>
                                    <p:anim calcmode="lin" valueType="num">
                                      <p:cBhvr additive="base">
                                        <p:cTn id="86" dur="500" fill="hold"/>
                                        <p:tgtEl>
                                          <p:spTgt spid="782"/>
                                        </p:tgtEl>
                                        <p:attrNameLst>
                                          <p:attrName>ppt_x</p:attrName>
                                        </p:attrNameLst>
                                      </p:cBhvr>
                                      <p:tavLst>
                                        <p:tav tm="0">
                                          <p:val>
                                            <p:strVal val="#ppt_x"/>
                                          </p:val>
                                        </p:tav>
                                        <p:tav tm="100000">
                                          <p:val>
                                            <p:strVal val="#ppt_x"/>
                                          </p:val>
                                        </p:tav>
                                      </p:tavLst>
                                    </p:anim>
                                    <p:anim calcmode="lin" valueType="num">
                                      <p:cBhvr additive="base">
                                        <p:cTn id="87" dur="500" fill="hold"/>
                                        <p:tgtEl>
                                          <p:spTgt spid="782"/>
                                        </p:tgtEl>
                                        <p:attrNameLst>
                                          <p:attrName>ppt_y</p:attrName>
                                        </p:attrNameLst>
                                      </p:cBhvr>
                                      <p:tavLst>
                                        <p:tav tm="0">
                                          <p:val>
                                            <p:strVal val="1+#ppt_h/2"/>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2" presetClass="entr" presetSubtype="4" fill="hold" grpId="0" nodeType="clickEffect">
                                  <p:stCondLst>
                                    <p:cond delay="0"/>
                                  </p:stCondLst>
                                  <p:childTnLst>
                                    <p:set>
                                      <p:cBhvr>
                                        <p:cTn id="91" dur="1" fill="hold">
                                          <p:stCondLst>
                                            <p:cond delay="0"/>
                                          </p:stCondLst>
                                        </p:cTn>
                                        <p:tgtEl>
                                          <p:spTgt spid="784">
                                            <p:txEl>
                                              <p:pRg st="0" end="0"/>
                                            </p:txEl>
                                          </p:spTgt>
                                        </p:tgtEl>
                                        <p:attrNameLst>
                                          <p:attrName>style.visibility</p:attrName>
                                        </p:attrNameLst>
                                      </p:cBhvr>
                                      <p:to>
                                        <p:strVal val="visible"/>
                                      </p:to>
                                    </p:set>
                                    <p:anim calcmode="lin" valueType="num">
                                      <p:cBhvr additive="base">
                                        <p:cTn id="92" dur="500" fill="hold"/>
                                        <p:tgtEl>
                                          <p:spTgt spid="784">
                                            <p:txEl>
                                              <p:pRg st="0" end="0"/>
                                            </p:txEl>
                                          </p:spTgt>
                                        </p:tgtEl>
                                        <p:attrNameLst>
                                          <p:attrName>ppt_x</p:attrName>
                                        </p:attrNameLst>
                                      </p:cBhvr>
                                      <p:tavLst>
                                        <p:tav tm="0">
                                          <p:val>
                                            <p:strVal val="#ppt_x"/>
                                          </p:val>
                                        </p:tav>
                                        <p:tav tm="100000">
                                          <p:val>
                                            <p:strVal val="#ppt_x"/>
                                          </p:val>
                                        </p:tav>
                                      </p:tavLst>
                                    </p:anim>
                                    <p:anim calcmode="lin" valueType="num">
                                      <p:cBhvr additive="base">
                                        <p:cTn id="93" dur="500" fill="hold"/>
                                        <p:tgtEl>
                                          <p:spTgt spid="78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2" presetClass="entr" presetSubtype="4" fill="hold" grpId="0" nodeType="clickEffect">
                                  <p:stCondLst>
                                    <p:cond delay="0"/>
                                  </p:stCondLst>
                                  <p:childTnLst>
                                    <p:set>
                                      <p:cBhvr>
                                        <p:cTn id="97" dur="1" fill="hold">
                                          <p:stCondLst>
                                            <p:cond delay="0"/>
                                          </p:stCondLst>
                                        </p:cTn>
                                        <p:tgtEl>
                                          <p:spTgt spid="8"/>
                                        </p:tgtEl>
                                        <p:attrNameLst>
                                          <p:attrName>style.visibility</p:attrName>
                                        </p:attrNameLst>
                                      </p:cBhvr>
                                      <p:to>
                                        <p:strVal val="visible"/>
                                      </p:to>
                                    </p:set>
                                    <p:anim calcmode="lin" valueType="num">
                                      <p:cBhvr additive="base">
                                        <p:cTn id="98" dur="500" fill="hold"/>
                                        <p:tgtEl>
                                          <p:spTgt spid="8"/>
                                        </p:tgtEl>
                                        <p:attrNameLst>
                                          <p:attrName>ppt_x</p:attrName>
                                        </p:attrNameLst>
                                      </p:cBhvr>
                                      <p:tavLst>
                                        <p:tav tm="0">
                                          <p:val>
                                            <p:strVal val="#ppt_x"/>
                                          </p:val>
                                        </p:tav>
                                        <p:tav tm="100000">
                                          <p:val>
                                            <p:strVal val="#ppt_x"/>
                                          </p:val>
                                        </p:tav>
                                      </p:tavLst>
                                    </p:anim>
                                    <p:anim calcmode="lin" valueType="num">
                                      <p:cBhvr additive="base">
                                        <p:cTn id="99"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00" fill="hold">
                      <p:stCondLst>
                        <p:cond delay="indefinite"/>
                      </p:stCondLst>
                      <p:childTnLst>
                        <p:par>
                          <p:cTn id="101" fill="hold">
                            <p:stCondLst>
                              <p:cond delay="0"/>
                            </p:stCondLst>
                            <p:childTnLst>
                              <p:par>
                                <p:cTn id="102" presetID="2" presetClass="entr" presetSubtype="4" fill="hold" grpId="0" nodeType="clickEffect">
                                  <p:stCondLst>
                                    <p:cond delay="0"/>
                                  </p:stCondLst>
                                  <p:childTnLst>
                                    <p:set>
                                      <p:cBhvr>
                                        <p:cTn id="103" dur="1" fill="hold">
                                          <p:stCondLst>
                                            <p:cond delay="0"/>
                                          </p:stCondLst>
                                        </p:cTn>
                                        <p:tgtEl>
                                          <p:spTgt spid="3">
                                            <p:bg/>
                                          </p:spTgt>
                                        </p:tgtEl>
                                        <p:attrNameLst>
                                          <p:attrName>style.visibility</p:attrName>
                                        </p:attrNameLst>
                                      </p:cBhvr>
                                      <p:to>
                                        <p:strVal val="visible"/>
                                      </p:to>
                                    </p:set>
                                    <p:anim calcmode="lin" valueType="num">
                                      <p:cBhvr additive="base">
                                        <p:cTn id="104" dur="500" fill="hold"/>
                                        <p:tgtEl>
                                          <p:spTgt spid="3">
                                            <p:bg/>
                                          </p:spTgt>
                                        </p:tgtEl>
                                        <p:attrNameLst>
                                          <p:attrName>ppt_x</p:attrName>
                                        </p:attrNameLst>
                                      </p:cBhvr>
                                      <p:tavLst>
                                        <p:tav tm="0">
                                          <p:val>
                                            <p:strVal val="#ppt_x"/>
                                          </p:val>
                                        </p:tav>
                                        <p:tav tm="100000">
                                          <p:val>
                                            <p:strVal val="#ppt_x"/>
                                          </p:val>
                                        </p:tav>
                                      </p:tavLst>
                                    </p:anim>
                                    <p:anim calcmode="lin" valueType="num">
                                      <p:cBhvr additive="base">
                                        <p:cTn id="105" dur="500" fill="hold"/>
                                        <p:tgtEl>
                                          <p:spTgt spid="3">
                                            <p:bg/>
                                          </p:spTgt>
                                        </p:tgtEl>
                                        <p:attrNameLst>
                                          <p:attrName>ppt_y</p:attrName>
                                        </p:attrNameLst>
                                      </p:cBhvr>
                                      <p:tavLst>
                                        <p:tav tm="0">
                                          <p:val>
                                            <p:strVal val="1+#ppt_h/2"/>
                                          </p:val>
                                        </p:tav>
                                        <p:tav tm="100000">
                                          <p:val>
                                            <p:strVal val="#ppt_y"/>
                                          </p:val>
                                        </p:tav>
                                      </p:tavLst>
                                    </p:anim>
                                  </p:childTnLst>
                                </p:cTn>
                              </p:par>
                              <p:par>
                                <p:cTn id="106" presetID="2" presetClass="entr" presetSubtype="4" fill="hold" grpId="0" nodeType="withEffect">
                                  <p:stCondLst>
                                    <p:cond delay="0"/>
                                  </p:stCondLst>
                                  <p:childTnLst>
                                    <p:set>
                                      <p:cBhvr>
                                        <p:cTn id="107" dur="1" fill="hold">
                                          <p:stCondLst>
                                            <p:cond delay="0"/>
                                          </p:stCondLst>
                                        </p:cTn>
                                        <p:tgtEl>
                                          <p:spTgt spid="3">
                                            <p:txEl>
                                              <p:pRg st="0" end="0"/>
                                            </p:txEl>
                                          </p:spTgt>
                                        </p:tgtEl>
                                        <p:attrNameLst>
                                          <p:attrName>style.visibility</p:attrName>
                                        </p:attrNameLst>
                                      </p:cBhvr>
                                      <p:to>
                                        <p:strVal val="visible"/>
                                      </p:to>
                                    </p:set>
                                    <p:anim calcmode="lin" valueType="num">
                                      <p:cBhvr additive="base">
                                        <p:cTn id="108"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09"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10" fill="hold">
                      <p:stCondLst>
                        <p:cond delay="indefinite"/>
                      </p:stCondLst>
                      <p:childTnLst>
                        <p:par>
                          <p:cTn id="111" fill="hold">
                            <p:stCondLst>
                              <p:cond delay="0"/>
                            </p:stCondLst>
                            <p:childTnLst>
                              <p:par>
                                <p:cTn id="112" presetID="2" presetClass="entr" presetSubtype="4" fill="hold" grpId="0" nodeType="clickEffect">
                                  <p:stCondLst>
                                    <p:cond delay="0"/>
                                  </p:stCondLst>
                                  <p:childTnLst>
                                    <p:set>
                                      <p:cBhvr>
                                        <p:cTn id="113" dur="1" fill="hold">
                                          <p:stCondLst>
                                            <p:cond delay="0"/>
                                          </p:stCondLst>
                                        </p:cTn>
                                        <p:tgtEl>
                                          <p:spTgt spid="786">
                                            <p:txEl>
                                              <p:pRg st="0" end="0"/>
                                            </p:txEl>
                                          </p:spTgt>
                                        </p:tgtEl>
                                        <p:attrNameLst>
                                          <p:attrName>style.visibility</p:attrName>
                                        </p:attrNameLst>
                                      </p:cBhvr>
                                      <p:to>
                                        <p:strVal val="visible"/>
                                      </p:to>
                                    </p:set>
                                    <p:anim calcmode="lin" valueType="num">
                                      <p:cBhvr additive="base">
                                        <p:cTn id="114" dur="500" fill="hold"/>
                                        <p:tgtEl>
                                          <p:spTgt spid="786">
                                            <p:txEl>
                                              <p:pRg st="0" end="0"/>
                                            </p:txEl>
                                          </p:spTgt>
                                        </p:tgtEl>
                                        <p:attrNameLst>
                                          <p:attrName>ppt_x</p:attrName>
                                        </p:attrNameLst>
                                      </p:cBhvr>
                                      <p:tavLst>
                                        <p:tav tm="0">
                                          <p:val>
                                            <p:strVal val="#ppt_x"/>
                                          </p:val>
                                        </p:tav>
                                        <p:tav tm="100000">
                                          <p:val>
                                            <p:strVal val="#ppt_x"/>
                                          </p:val>
                                        </p:tav>
                                      </p:tavLst>
                                    </p:anim>
                                    <p:anim calcmode="lin" valueType="num">
                                      <p:cBhvr additive="base">
                                        <p:cTn id="115" dur="500" fill="hold"/>
                                        <p:tgtEl>
                                          <p:spTgt spid="78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16" fill="hold">
                      <p:stCondLst>
                        <p:cond delay="indefinite"/>
                      </p:stCondLst>
                      <p:childTnLst>
                        <p:par>
                          <p:cTn id="117" fill="hold">
                            <p:stCondLst>
                              <p:cond delay="0"/>
                            </p:stCondLst>
                            <p:childTnLst>
                              <p:par>
                                <p:cTn id="118" presetID="2" presetClass="entr" presetSubtype="4" fill="hold" grpId="0" nodeType="clickEffect">
                                  <p:stCondLst>
                                    <p:cond delay="0"/>
                                  </p:stCondLst>
                                  <p:childTnLst>
                                    <p:set>
                                      <p:cBhvr>
                                        <p:cTn id="119" dur="1" fill="hold">
                                          <p:stCondLst>
                                            <p:cond delay="0"/>
                                          </p:stCondLst>
                                        </p:cTn>
                                        <p:tgtEl>
                                          <p:spTgt spid="7"/>
                                        </p:tgtEl>
                                        <p:attrNameLst>
                                          <p:attrName>style.visibility</p:attrName>
                                        </p:attrNameLst>
                                      </p:cBhvr>
                                      <p:to>
                                        <p:strVal val="visible"/>
                                      </p:to>
                                    </p:set>
                                    <p:anim calcmode="lin" valueType="num">
                                      <p:cBhvr additive="base">
                                        <p:cTn id="120" dur="500" fill="hold"/>
                                        <p:tgtEl>
                                          <p:spTgt spid="7"/>
                                        </p:tgtEl>
                                        <p:attrNameLst>
                                          <p:attrName>ppt_x</p:attrName>
                                        </p:attrNameLst>
                                      </p:cBhvr>
                                      <p:tavLst>
                                        <p:tav tm="0">
                                          <p:val>
                                            <p:strVal val="#ppt_x"/>
                                          </p:val>
                                        </p:tav>
                                        <p:tav tm="100000">
                                          <p:val>
                                            <p:strVal val="#ppt_x"/>
                                          </p:val>
                                        </p:tav>
                                      </p:tavLst>
                                    </p:anim>
                                    <p:anim calcmode="lin" valueType="num">
                                      <p:cBhvr additive="base">
                                        <p:cTn id="121"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4" grpId="0"/>
      <p:bldP spid="775" grpId="0" build="p"/>
      <p:bldP spid="776" grpId="0" build="p"/>
      <p:bldP spid="777" grpId="0" build="p"/>
      <p:bldP spid="779" grpId="0" animBg="1"/>
      <p:bldP spid="780" grpId="0" animBg="1"/>
      <p:bldP spid="781" grpId="0" animBg="1"/>
      <p:bldP spid="782" grpId="0" animBg="1"/>
      <p:bldP spid="783" grpId="0" build="p"/>
      <p:bldP spid="784" grpId="0" build="p"/>
      <p:bldP spid="785" grpId="0" build="p"/>
      <p:bldP spid="786" grpId="0" build="p"/>
      <p:bldP spid="2" grpId="0" animBg="1"/>
      <p:bldP spid="3" grpId="0" build="allAtOnce" animBg="1"/>
      <p:bldP spid="4" grpId="0"/>
      <p:bldP spid="5" grpId="0"/>
      <p:bldP spid="7" grpId="0"/>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47">
          <a:extLst>
            <a:ext uri="{FF2B5EF4-FFF2-40B4-BE49-F238E27FC236}">
              <a16:creationId xmlns:a16="http://schemas.microsoft.com/office/drawing/2014/main" id="{98C48724-8C55-F2BD-471B-58409FAAA99F}"/>
            </a:ext>
          </a:extLst>
        </p:cNvPr>
        <p:cNvGrpSpPr/>
        <p:nvPr/>
      </p:nvGrpSpPr>
      <p:grpSpPr>
        <a:xfrm>
          <a:off x="0" y="0"/>
          <a:ext cx="0" cy="0"/>
          <a:chOff x="0" y="0"/>
          <a:chExt cx="0" cy="0"/>
        </a:xfrm>
      </p:grpSpPr>
      <p:sp>
        <p:nvSpPr>
          <p:cNvPr id="1848" name="Google Shape;1848;p40">
            <a:extLst>
              <a:ext uri="{FF2B5EF4-FFF2-40B4-BE49-F238E27FC236}">
                <a16:creationId xmlns:a16="http://schemas.microsoft.com/office/drawing/2014/main" id="{BD922D55-1123-0CB4-4E82-0326F3FC4EB5}"/>
              </a:ext>
            </a:extLst>
          </p:cNvPr>
          <p:cNvSpPr txBox="1">
            <a:spLocks noGrp="1"/>
          </p:cNvSpPr>
          <p:nvPr>
            <p:ph type="title"/>
          </p:nvPr>
        </p:nvSpPr>
        <p:spPr>
          <a:xfrm>
            <a:off x="667122" y="119882"/>
            <a:ext cx="7704000" cy="683700"/>
          </a:xfrm>
          <a:prstGeom prst="rect">
            <a:avLst/>
          </a:prstGeom>
          <a:ln>
            <a:noFill/>
          </a:ln>
        </p:spPr>
        <p:txBody>
          <a:bodyPr spcFirstLastPara="1" wrap="square" lIns="91425" tIns="91425" rIns="91425" bIns="91425" anchor="t" anchorCtr="0">
            <a:noAutofit/>
          </a:bodyPr>
          <a:lstStyle/>
          <a:p>
            <a:pPr lvl="0"/>
            <a:r>
              <a:rPr lang="en-US" dirty="0"/>
              <a:t>Table of Contents</a:t>
            </a:r>
            <a:endParaRPr dirty="0"/>
          </a:p>
        </p:txBody>
      </p:sp>
      <p:sp>
        <p:nvSpPr>
          <p:cNvPr id="1849" name="Google Shape;1849;p40">
            <a:extLst>
              <a:ext uri="{FF2B5EF4-FFF2-40B4-BE49-F238E27FC236}">
                <a16:creationId xmlns:a16="http://schemas.microsoft.com/office/drawing/2014/main" id="{BA4A7C8C-8264-89E5-D758-C67639ADD167}"/>
              </a:ext>
            </a:extLst>
          </p:cNvPr>
          <p:cNvSpPr txBox="1"/>
          <p:nvPr/>
        </p:nvSpPr>
        <p:spPr>
          <a:xfrm>
            <a:off x="3888868" y="1466728"/>
            <a:ext cx="733500" cy="456796"/>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b="1" dirty="0">
                <a:solidFill>
                  <a:schemeClr val="lt1"/>
                </a:solidFill>
                <a:latin typeface="Nova Square"/>
                <a:ea typeface="Nova Square"/>
                <a:cs typeface="Nova Square"/>
                <a:sym typeface="Nova Square"/>
              </a:rPr>
              <a:t>02</a:t>
            </a:r>
            <a:endParaRPr sz="3000" b="1" dirty="0">
              <a:solidFill>
                <a:schemeClr val="lt1"/>
              </a:solidFill>
              <a:latin typeface="Nova Square"/>
              <a:ea typeface="Nova Square"/>
              <a:cs typeface="Nova Square"/>
              <a:sym typeface="Nova Square"/>
            </a:endParaRPr>
          </a:p>
        </p:txBody>
      </p:sp>
      <p:sp>
        <p:nvSpPr>
          <p:cNvPr id="1855" name="Google Shape;1855;p40">
            <a:extLst>
              <a:ext uri="{FF2B5EF4-FFF2-40B4-BE49-F238E27FC236}">
                <a16:creationId xmlns:a16="http://schemas.microsoft.com/office/drawing/2014/main" id="{F08F780B-DCD0-BECD-82E7-06190C6E6C92}"/>
              </a:ext>
            </a:extLst>
          </p:cNvPr>
          <p:cNvSpPr txBox="1"/>
          <p:nvPr/>
        </p:nvSpPr>
        <p:spPr>
          <a:xfrm>
            <a:off x="4418150" y="351252"/>
            <a:ext cx="2730181" cy="1160890"/>
          </a:xfrm>
          <a:prstGeom prst="rect">
            <a:avLst/>
          </a:prstGeom>
          <a:noFill/>
          <a:ln>
            <a:noFill/>
          </a:ln>
        </p:spPr>
        <p:txBody>
          <a:bodyPr spcFirstLastPara="1" wrap="square" lIns="91425" tIns="91425" rIns="91425" bIns="91425" anchor="b" anchorCtr="0">
            <a:noAutofit/>
          </a:bodyPr>
          <a:lstStyle/>
          <a:p>
            <a:pPr lvl="0" algn="ctr">
              <a:lnSpc>
                <a:spcPct val="115000"/>
              </a:lnSpc>
              <a:spcAft>
                <a:spcPts val="1600"/>
              </a:spcAft>
            </a:pPr>
            <a:r>
              <a:rPr lang="en-US" dirty="0">
                <a:latin typeface="Aptos Black" panose="020B0004020202020204" pitchFamily="34" charset="0"/>
              </a:rPr>
              <a:t>Project Overview</a:t>
            </a:r>
            <a:endParaRPr lang="en-US" dirty="0">
              <a:solidFill>
                <a:schemeClr val="dk1"/>
              </a:solidFill>
              <a:latin typeface="Aptos Black" panose="020B0004020202020204" pitchFamily="34" charset="0"/>
              <a:ea typeface="Arimo"/>
              <a:cs typeface="Arimo"/>
              <a:sym typeface="Arimo"/>
            </a:endParaRPr>
          </a:p>
        </p:txBody>
      </p:sp>
      <p:sp>
        <p:nvSpPr>
          <p:cNvPr id="1858" name="Google Shape;1858;p40">
            <a:extLst>
              <a:ext uri="{FF2B5EF4-FFF2-40B4-BE49-F238E27FC236}">
                <a16:creationId xmlns:a16="http://schemas.microsoft.com/office/drawing/2014/main" id="{B53E4E25-5B79-2081-166B-FF11CE480887}"/>
              </a:ext>
            </a:extLst>
          </p:cNvPr>
          <p:cNvSpPr txBox="1"/>
          <p:nvPr/>
        </p:nvSpPr>
        <p:spPr>
          <a:xfrm>
            <a:off x="1609399" y="2467065"/>
            <a:ext cx="1308600" cy="4848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dirty="0">
                <a:solidFill>
                  <a:schemeClr val="lt1"/>
                </a:solidFill>
                <a:latin typeface="Nova Square"/>
                <a:ea typeface="Nova Square"/>
                <a:cs typeface="Nova Square"/>
                <a:sym typeface="Nova Square"/>
              </a:rPr>
              <a:t>Train</a:t>
            </a:r>
            <a:endParaRPr sz="2400" b="1" dirty="0">
              <a:solidFill>
                <a:schemeClr val="lt1"/>
              </a:solidFill>
              <a:latin typeface="Nova Square"/>
              <a:ea typeface="Nova Square"/>
              <a:cs typeface="Nova Square"/>
              <a:sym typeface="Nova Square"/>
            </a:endParaRPr>
          </a:p>
        </p:txBody>
      </p:sp>
      <p:cxnSp>
        <p:nvCxnSpPr>
          <p:cNvPr id="1859" name="Google Shape;1859;p40">
            <a:extLst>
              <a:ext uri="{FF2B5EF4-FFF2-40B4-BE49-F238E27FC236}">
                <a16:creationId xmlns:a16="http://schemas.microsoft.com/office/drawing/2014/main" id="{D9872C37-908F-90D0-553B-0C3708B56E7F}"/>
              </a:ext>
            </a:extLst>
          </p:cNvPr>
          <p:cNvCxnSpPr>
            <a:cxnSpLocks/>
          </p:cNvCxnSpPr>
          <p:nvPr/>
        </p:nvCxnSpPr>
        <p:spPr>
          <a:xfrm rot="5400000" flipH="1" flipV="1">
            <a:off x="2690098" y="1292959"/>
            <a:ext cx="771939" cy="1625169"/>
          </a:xfrm>
          <a:prstGeom prst="bentConnector2">
            <a:avLst/>
          </a:prstGeom>
          <a:noFill/>
          <a:ln w="19050" cap="flat" cmpd="sng">
            <a:solidFill>
              <a:schemeClr val="accent4"/>
            </a:solidFill>
            <a:prstDash val="solid"/>
            <a:round/>
            <a:headEnd type="none" w="med" len="med"/>
            <a:tailEnd type="none" w="med" len="med"/>
          </a:ln>
        </p:spPr>
      </p:cxnSp>
      <p:cxnSp>
        <p:nvCxnSpPr>
          <p:cNvPr id="1861" name="Google Shape;1861;p40">
            <a:extLst>
              <a:ext uri="{FF2B5EF4-FFF2-40B4-BE49-F238E27FC236}">
                <a16:creationId xmlns:a16="http://schemas.microsoft.com/office/drawing/2014/main" id="{1B8725BB-391C-1BBE-F3C5-2BEEF6B56B26}"/>
              </a:ext>
            </a:extLst>
          </p:cNvPr>
          <p:cNvCxnSpPr>
            <a:cxnSpLocks/>
          </p:cNvCxnSpPr>
          <p:nvPr/>
        </p:nvCxnSpPr>
        <p:spPr>
          <a:xfrm>
            <a:off x="2917999" y="2867721"/>
            <a:ext cx="1076700" cy="0"/>
          </a:xfrm>
          <a:prstGeom prst="straightConnector1">
            <a:avLst/>
          </a:prstGeom>
          <a:noFill/>
          <a:ln w="19050" cap="flat" cmpd="sng">
            <a:solidFill>
              <a:schemeClr val="accent4"/>
            </a:solidFill>
            <a:prstDash val="solid"/>
            <a:round/>
            <a:headEnd type="none" w="med" len="med"/>
            <a:tailEnd type="none" w="med" len="med"/>
          </a:ln>
        </p:spPr>
      </p:cxnSp>
      <p:grpSp>
        <p:nvGrpSpPr>
          <p:cNvPr id="1862" name="Google Shape;1862;p40">
            <a:extLst>
              <a:ext uri="{FF2B5EF4-FFF2-40B4-BE49-F238E27FC236}">
                <a16:creationId xmlns:a16="http://schemas.microsoft.com/office/drawing/2014/main" id="{A7B4C581-F1AF-0654-44B5-6C845E0A42B4}"/>
              </a:ext>
            </a:extLst>
          </p:cNvPr>
          <p:cNvGrpSpPr/>
          <p:nvPr/>
        </p:nvGrpSpPr>
        <p:grpSpPr>
          <a:xfrm>
            <a:off x="7" y="2997417"/>
            <a:ext cx="931483" cy="1666529"/>
            <a:chOff x="-3882175" y="2494675"/>
            <a:chExt cx="1407074" cy="2517416"/>
          </a:xfrm>
        </p:grpSpPr>
        <p:sp>
          <p:nvSpPr>
            <p:cNvPr id="1863" name="Google Shape;1863;p40">
              <a:extLst>
                <a:ext uri="{FF2B5EF4-FFF2-40B4-BE49-F238E27FC236}">
                  <a16:creationId xmlns:a16="http://schemas.microsoft.com/office/drawing/2014/main" id="{8C2FC870-A302-2A36-F6F1-8FFF861FD0AA}"/>
                </a:ext>
              </a:extLst>
            </p:cNvPr>
            <p:cNvSpPr/>
            <p:nvPr/>
          </p:nvSpPr>
          <p:spPr>
            <a:xfrm>
              <a:off x="-3197920" y="4233031"/>
              <a:ext cx="115694" cy="779059"/>
            </a:xfrm>
            <a:custGeom>
              <a:avLst/>
              <a:gdLst/>
              <a:ahLst/>
              <a:cxnLst/>
              <a:rect l="l" t="t" r="r" b="b"/>
              <a:pathLst>
                <a:path w="432" h="2909" extrusionOk="0">
                  <a:moveTo>
                    <a:pt x="431" y="2908"/>
                  </a:moveTo>
                  <a:lnTo>
                    <a:pt x="0" y="2908"/>
                  </a:lnTo>
                  <a:lnTo>
                    <a:pt x="78" y="0"/>
                  </a:lnTo>
                  <a:lnTo>
                    <a:pt x="3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40">
              <a:extLst>
                <a:ext uri="{FF2B5EF4-FFF2-40B4-BE49-F238E27FC236}">
                  <a16:creationId xmlns:a16="http://schemas.microsoft.com/office/drawing/2014/main" id="{73DC0270-2AAF-7A69-F82B-CCDE8003D990}"/>
                </a:ext>
              </a:extLst>
            </p:cNvPr>
            <p:cNvSpPr/>
            <p:nvPr/>
          </p:nvSpPr>
          <p:spPr>
            <a:xfrm>
              <a:off x="-3129896" y="4233031"/>
              <a:ext cx="56508" cy="779059"/>
            </a:xfrm>
            <a:custGeom>
              <a:avLst/>
              <a:gdLst/>
              <a:ahLst/>
              <a:cxnLst/>
              <a:rect l="l" t="t" r="r" b="b"/>
              <a:pathLst>
                <a:path w="211" h="2909" extrusionOk="0">
                  <a:moveTo>
                    <a:pt x="211" y="2908"/>
                  </a:moveTo>
                  <a:lnTo>
                    <a:pt x="1" y="2908"/>
                  </a:lnTo>
                  <a:lnTo>
                    <a:pt x="1" y="0"/>
                  </a:lnTo>
                  <a:lnTo>
                    <a:pt x="1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40">
              <a:extLst>
                <a:ext uri="{FF2B5EF4-FFF2-40B4-BE49-F238E27FC236}">
                  <a16:creationId xmlns:a16="http://schemas.microsoft.com/office/drawing/2014/main" id="{00FC6F37-584E-8C01-488C-DDE95DAB3B73}"/>
                </a:ext>
              </a:extLst>
            </p:cNvPr>
            <p:cNvSpPr/>
            <p:nvPr/>
          </p:nvSpPr>
          <p:spPr>
            <a:xfrm>
              <a:off x="-3103115" y="4194467"/>
              <a:ext cx="189609" cy="364489"/>
            </a:xfrm>
            <a:custGeom>
              <a:avLst/>
              <a:gdLst/>
              <a:ahLst/>
              <a:cxnLst/>
              <a:rect l="l" t="t" r="r" b="b"/>
              <a:pathLst>
                <a:path w="708" h="1361" extrusionOk="0">
                  <a:moveTo>
                    <a:pt x="22" y="1360"/>
                  </a:moveTo>
                  <a:lnTo>
                    <a:pt x="0" y="1294"/>
                  </a:lnTo>
                  <a:cubicBezTo>
                    <a:pt x="464" y="1062"/>
                    <a:pt x="630" y="476"/>
                    <a:pt x="354" y="45"/>
                  </a:cubicBezTo>
                  <a:lnTo>
                    <a:pt x="409" y="0"/>
                  </a:lnTo>
                  <a:cubicBezTo>
                    <a:pt x="708" y="476"/>
                    <a:pt x="531" y="1117"/>
                    <a:pt x="22" y="13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40">
              <a:extLst>
                <a:ext uri="{FF2B5EF4-FFF2-40B4-BE49-F238E27FC236}">
                  <a16:creationId xmlns:a16="http://schemas.microsoft.com/office/drawing/2014/main" id="{CA57211D-0E96-17BF-1CD6-71D8184DF400}"/>
                </a:ext>
              </a:extLst>
            </p:cNvPr>
            <p:cNvSpPr/>
            <p:nvPr/>
          </p:nvSpPr>
          <p:spPr>
            <a:xfrm>
              <a:off x="-3369854" y="4158848"/>
              <a:ext cx="207553" cy="376273"/>
            </a:xfrm>
            <a:custGeom>
              <a:avLst/>
              <a:gdLst/>
              <a:ahLst/>
              <a:cxnLst/>
              <a:rect l="l" t="t" r="r" b="b"/>
              <a:pathLst>
                <a:path w="775" h="1405" extrusionOk="0">
                  <a:moveTo>
                    <a:pt x="709" y="1405"/>
                  </a:moveTo>
                  <a:cubicBezTo>
                    <a:pt x="189" y="1151"/>
                    <a:pt x="1" y="487"/>
                    <a:pt x="322" y="1"/>
                  </a:cubicBezTo>
                  <a:lnTo>
                    <a:pt x="432" y="78"/>
                  </a:lnTo>
                  <a:cubicBezTo>
                    <a:pt x="167" y="498"/>
                    <a:pt x="322" y="1062"/>
                    <a:pt x="775" y="1283"/>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40">
              <a:extLst>
                <a:ext uri="{FF2B5EF4-FFF2-40B4-BE49-F238E27FC236}">
                  <a16:creationId xmlns:a16="http://schemas.microsoft.com/office/drawing/2014/main" id="{3C6FAF8C-0ED9-9DE8-513D-C0293CF3BD18}"/>
                </a:ext>
              </a:extLst>
            </p:cNvPr>
            <p:cNvSpPr/>
            <p:nvPr/>
          </p:nvSpPr>
          <p:spPr>
            <a:xfrm>
              <a:off x="-3882175" y="2497621"/>
              <a:ext cx="1407074" cy="2055442"/>
            </a:xfrm>
            <a:custGeom>
              <a:avLst/>
              <a:gdLst/>
              <a:ahLst/>
              <a:cxnLst/>
              <a:rect l="l" t="t" r="r" b="b"/>
              <a:pathLst>
                <a:path w="5254" h="7675" extrusionOk="0">
                  <a:moveTo>
                    <a:pt x="4988" y="3340"/>
                  </a:moveTo>
                  <a:cubicBezTo>
                    <a:pt x="4966" y="3196"/>
                    <a:pt x="4922" y="3052"/>
                    <a:pt x="4844" y="2920"/>
                  </a:cubicBezTo>
                  <a:cubicBezTo>
                    <a:pt x="4944" y="2787"/>
                    <a:pt x="4988" y="2632"/>
                    <a:pt x="4988" y="2466"/>
                  </a:cubicBezTo>
                  <a:cubicBezTo>
                    <a:pt x="4988" y="2079"/>
                    <a:pt x="4700" y="1747"/>
                    <a:pt x="4313" y="1681"/>
                  </a:cubicBezTo>
                  <a:cubicBezTo>
                    <a:pt x="4523" y="1294"/>
                    <a:pt x="4313" y="830"/>
                    <a:pt x="3904" y="708"/>
                  </a:cubicBezTo>
                  <a:cubicBezTo>
                    <a:pt x="3783" y="299"/>
                    <a:pt x="3451" y="0"/>
                    <a:pt x="3053" y="0"/>
                  </a:cubicBezTo>
                  <a:cubicBezTo>
                    <a:pt x="2688" y="11"/>
                    <a:pt x="2367" y="255"/>
                    <a:pt x="2257" y="609"/>
                  </a:cubicBezTo>
                  <a:cubicBezTo>
                    <a:pt x="2124" y="531"/>
                    <a:pt x="1980" y="498"/>
                    <a:pt x="1836" y="498"/>
                  </a:cubicBezTo>
                  <a:cubicBezTo>
                    <a:pt x="1317" y="509"/>
                    <a:pt x="908" y="940"/>
                    <a:pt x="919" y="1460"/>
                  </a:cubicBezTo>
                  <a:cubicBezTo>
                    <a:pt x="919" y="1626"/>
                    <a:pt x="952" y="1781"/>
                    <a:pt x="1029" y="1924"/>
                  </a:cubicBezTo>
                  <a:cubicBezTo>
                    <a:pt x="852" y="2035"/>
                    <a:pt x="698" y="2179"/>
                    <a:pt x="565" y="2356"/>
                  </a:cubicBezTo>
                  <a:cubicBezTo>
                    <a:pt x="543" y="2389"/>
                    <a:pt x="532" y="2422"/>
                    <a:pt x="510" y="2455"/>
                  </a:cubicBezTo>
                  <a:lnTo>
                    <a:pt x="498" y="2477"/>
                  </a:lnTo>
                  <a:cubicBezTo>
                    <a:pt x="476" y="2499"/>
                    <a:pt x="465" y="2522"/>
                    <a:pt x="454" y="2544"/>
                  </a:cubicBezTo>
                  <a:lnTo>
                    <a:pt x="443" y="2555"/>
                  </a:lnTo>
                  <a:lnTo>
                    <a:pt x="443" y="2577"/>
                  </a:lnTo>
                  <a:lnTo>
                    <a:pt x="432" y="2599"/>
                  </a:lnTo>
                  <a:lnTo>
                    <a:pt x="432" y="2599"/>
                  </a:lnTo>
                  <a:lnTo>
                    <a:pt x="432" y="2621"/>
                  </a:lnTo>
                  <a:lnTo>
                    <a:pt x="421" y="2643"/>
                  </a:lnTo>
                  <a:lnTo>
                    <a:pt x="410" y="2665"/>
                  </a:lnTo>
                  <a:lnTo>
                    <a:pt x="410" y="2665"/>
                  </a:lnTo>
                  <a:cubicBezTo>
                    <a:pt x="410" y="2676"/>
                    <a:pt x="399" y="2687"/>
                    <a:pt x="399" y="2687"/>
                  </a:cubicBezTo>
                  <a:lnTo>
                    <a:pt x="388" y="2709"/>
                  </a:lnTo>
                  <a:lnTo>
                    <a:pt x="388" y="2721"/>
                  </a:lnTo>
                  <a:lnTo>
                    <a:pt x="377" y="2776"/>
                  </a:lnTo>
                  <a:cubicBezTo>
                    <a:pt x="377" y="2787"/>
                    <a:pt x="366" y="2809"/>
                    <a:pt x="355" y="2820"/>
                  </a:cubicBezTo>
                  <a:lnTo>
                    <a:pt x="355" y="2820"/>
                  </a:lnTo>
                  <a:cubicBezTo>
                    <a:pt x="355" y="2842"/>
                    <a:pt x="355" y="2853"/>
                    <a:pt x="344" y="2875"/>
                  </a:cubicBezTo>
                  <a:cubicBezTo>
                    <a:pt x="344" y="2886"/>
                    <a:pt x="344" y="2897"/>
                    <a:pt x="344" y="2897"/>
                  </a:cubicBezTo>
                  <a:lnTo>
                    <a:pt x="344" y="2931"/>
                  </a:lnTo>
                  <a:cubicBezTo>
                    <a:pt x="277" y="3240"/>
                    <a:pt x="311" y="3550"/>
                    <a:pt x="432" y="3837"/>
                  </a:cubicBezTo>
                  <a:cubicBezTo>
                    <a:pt x="156" y="4158"/>
                    <a:pt x="1" y="4567"/>
                    <a:pt x="1" y="4998"/>
                  </a:cubicBezTo>
                  <a:cubicBezTo>
                    <a:pt x="1" y="5009"/>
                    <a:pt x="1" y="5021"/>
                    <a:pt x="1" y="5032"/>
                  </a:cubicBezTo>
                  <a:cubicBezTo>
                    <a:pt x="1" y="5054"/>
                    <a:pt x="1" y="5065"/>
                    <a:pt x="1" y="5076"/>
                  </a:cubicBezTo>
                  <a:lnTo>
                    <a:pt x="1" y="5087"/>
                  </a:lnTo>
                  <a:lnTo>
                    <a:pt x="1" y="5120"/>
                  </a:lnTo>
                  <a:lnTo>
                    <a:pt x="1" y="5131"/>
                  </a:lnTo>
                  <a:cubicBezTo>
                    <a:pt x="1" y="5142"/>
                    <a:pt x="1" y="5153"/>
                    <a:pt x="1" y="5164"/>
                  </a:cubicBezTo>
                  <a:lnTo>
                    <a:pt x="1" y="5175"/>
                  </a:lnTo>
                  <a:lnTo>
                    <a:pt x="1" y="5208"/>
                  </a:lnTo>
                  <a:lnTo>
                    <a:pt x="1" y="5208"/>
                  </a:lnTo>
                  <a:cubicBezTo>
                    <a:pt x="1" y="5220"/>
                    <a:pt x="1" y="5231"/>
                    <a:pt x="1" y="5242"/>
                  </a:cubicBezTo>
                  <a:lnTo>
                    <a:pt x="1" y="5253"/>
                  </a:lnTo>
                  <a:lnTo>
                    <a:pt x="1" y="5286"/>
                  </a:lnTo>
                  <a:lnTo>
                    <a:pt x="1" y="5297"/>
                  </a:lnTo>
                  <a:lnTo>
                    <a:pt x="1" y="5319"/>
                  </a:lnTo>
                  <a:lnTo>
                    <a:pt x="1" y="5341"/>
                  </a:lnTo>
                  <a:cubicBezTo>
                    <a:pt x="1" y="5352"/>
                    <a:pt x="1" y="5363"/>
                    <a:pt x="1" y="5363"/>
                  </a:cubicBezTo>
                  <a:cubicBezTo>
                    <a:pt x="1" y="5374"/>
                    <a:pt x="12" y="5396"/>
                    <a:pt x="12" y="5408"/>
                  </a:cubicBezTo>
                  <a:lnTo>
                    <a:pt x="12" y="5419"/>
                  </a:lnTo>
                  <a:lnTo>
                    <a:pt x="23" y="5441"/>
                  </a:lnTo>
                  <a:lnTo>
                    <a:pt x="23" y="5463"/>
                  </a:lnTo>
                  <a:lnTo>
                    <a:pt x="23" y="5485"/>
                  </a:lnTo>
                  <a:lnTo>
                    <a:pt x="23" y="5496"/>
                  </a:lnTo>
                  <a:lnTo>
                    <a:pt x="23" y="5518"/>
                  </a:lnTo>
                  <a:lnTo>
                    <a:pt x="23" y="5540"/>
                  </a:lnTo>
                  <a:cubicBezTo>
                    <a:pt x="23" y="5540"/>
                    <a:pt x="23" y="5551"/>
                    <a:pt x="23" y="5562"/>
                  </a:cubicBezTo>
                  <a:lnTo>
                    <a:pt x="23" y="5573"/>
                  </a:lnTo>
                  <a:lnTo>
                    <a:pt x="34" y="5596"/>
                  </a:lnTo>
                  <a:lnTo>
                    <a:pt x="34" y="5618"/>
                  </a:lnTo>
                  <a:lnTo>
                    <a:pt x="34" y="5629"/>
                  </a:lnTo>
                  <a:cubicBezTo>
                    <a:pt x="34" y="5640"/>
                    <a:pt x="45" y="5651"/>
                    <a:pt x="45" y="5662"/>
                  </a:cubicBezTo>
                  <a:lnTo>
                    <a:pt x="45" y="5673"/>
                  </a:lnTo>
                  <a:lnTo>
                    <a:pt x="56" y="5695"/>
                  </a:lnTo>
                  <a:lnTo>
                    <a:pt x="56" y="5706"/>
                  </a:lnTo>
                  <a:lnTo>
                    <a:pt x="56" y="5728"/>
                  </a:lnTo>
                  <a:lnTo>
                    <a:pt x="78" y="5750"/>
                  </a:lnTo>
                  <a:lnTo>
                    <a:pt x="78" y="5761"/>
                  </a:lnTo>
                  <a:lnTo>
                    <a:pt x="78" y="5772"/>
                  </a:lnTo>
                  <a:cubicBezTo>
                    <a:pt x="78" y="5783"/>
                    <a:pt x="89" y="5795"/>
                    <a:pt x="89" y="5806"/>
                  </a:cubicBezTo>
                  <a:lnTo>
                    <a:pt x="134" y="5883"/>
                  </a:lnTo>
                  <a:cubicBezTo>
                    <a:pt x="421" y="6381"/>
                    <a:pt x="919" y="6701"/>
                    <a:pt x="1472" y="6779"/>
                  </a:cubicBezTo>
                  <a:cubicBezTo>
                    <a:pt x="3241" y="7674"/>
                    <a:pt x="5253" y="6093"/>
                    <a:pt x="4789" y="4158"/>
                  </a:cubicBezTo>
                  <a:cubicBezTo>
                    <a:pt x="4944" y="3915"/>
                    <a:pt x="5021" y="3627"/>
                    <a:pt x="4988" y="334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40">
              <a:extLst>
                <a:ext uri="{FF2B5EF4-FFF2-40B4-BE49-F238E27FC236}">
                  <a16:creationId xmlns:a16="http://schemas.microsoft.com/office/drawing/2014/main" id="{8D8C9703-CF77-D8FC-BF36-B68A3745B0E9}"/>
                </a:ext>
              </a:extLst>
            </p:cNvPr>
            <p:cNvSpPr/>
            <p:nvPr/>
          </p:nvSpPr>
          <p:spPr>
            <a:xfrm>
              <a:off x="-3882175" y="2494675"/>
              <a:ext cx="1335836" cy="1617037"/>
            </a:xfrm>
            <a:custGeom>
              <a:avLst/>
              <a:gdLst/>
              <a:ahLst/>
              <a:cxnLst/>
              <a:rect l="l" t="t" r="r" b="b"/>
              <a:pathLst>
                <a:path w="4988" h="6038" extrusionOk="0">
                  <a:moveTo>
                    <a:pt x="4933" y="3130"/>
                  </a:moveTo>
                  <a:cubicBezTo>
                    <a:pt x="4910" y="3063"/>
                    <a:pt x="4877" y="2997"/>
                    <a:pt x="4844" y="2931"/>
                  </a:cubicBezTo>
                  <a:cubicBezTo>
                    <a:pt x="4944" y="2798"/>
                    <a:pt x="4988" y="2643"/>
                    <a:pt x="4988" y="2477"/>
                  </a:cubicBezTo>
                  <a:cubicBezTo>
                    <a:pt x="4988" y="2090"/>
                    <a:pt x="4700" y="1758"/>
                    <a:pt x="4313" y="1692"/>
                  </a:cubicBezTo>
                  <a:cubicBezTo>
                    <a:pt x="4523" y="1305"/>
                    <a:pt x="4313" y="841"/>
                    <a:pt x="3904" y="719"/>
                  </a:cubicBezTo>
                  <a:cubicBezTo>
                    <a:pt x="3783" y="310"/>
                    <a:pt x="3451" y="0"/>
                    <a:pt x="3053" y="0"/>
                  </a:cubicBezTo>
                  <a:cubicBezTo>
                    <a:pt x="2688" y="22"/>
                    <a:pt x="2367" y="266"/>
                    <a:pt x="2257" y="609"/>
                  </a:cubicBezTo>
                  <a:cubicBezTo>
                    <a:pt x="2124" y="542"/>
                    <a:pt x="1980" y="509"/>
                    <a:pt x="1836" y="498"/>
                  </a:cubicBezTo>
                  <a:cubicBezTo>
                    <a:pt x="1317" y="520"/>
                    <a:pt x="908" y="951"/>
                    <a:pt x="919" y="1471"/>
                  </a:cubicBezTo>
                  <a:cubicBezTo>
                    <a:pt x="919" y="1637"/>
                    <a:pt x="952" y="1792"/>
                    <a:pt x="1029" y="1935"/>
                  </a:cubicBezTo>
                  <a:cubicBezTo>
                    <a:pt x="852" y="2046"/>
                    <a:pt x="698" y="2190"/>
                    <a:pt x="565" y="2367"/>
                  </a:cubicBezTo>
                  <a:cubicBezTo>
                    <a:pt x="543" y="2400"/>
                    <a:pt x="532" y="2433"/>
                    <a:pt x="510" y="2455"/>
                  </a:cubicBezTo>
                  <a:lnTo>
                    <a:pt x="498" y="2477"/>
                  </a:lnTo>
                  <a:cubicBezTo>
                    <a:pt x="476" y="2510"/>
                    <a:pt x="465" y="2533"/>
                    <a:pt x="454" y="2555"/>
                  </a:cubicBezTo>
                  <a:lnTo>
                    <a:pt x="443" y="2566"/>
                  </a:lnTo>
                  <a:lnTo>
                    <a:pt x="443" y="2588"/>
                  </a:lnTo>
                  <a:lnTo>
                    <a:pt x="432" y="2599"/>
                  </a:lnTo>
                  <a:lnTo>
                    <a:pt x="432" y="2610"/>
                  </a:lnTo>
                  <a:lnTo>
                    <a:pt x="432" y="2632"/>
                  </a:lnTo>
                  <a:lnTo>
                    <a:pt x="421" y="2643"/>
                  </a:lnTo>
                  <a:lnTo>
                    <a:pt x="410" y="2665"/>
                  </a:lnTo>
                  <a:lnTo>
                    <a:pt x="410" y="2676"/>
                  </a:lnTo>
                  <a:cubicBezTo>
                    <a:pt x="410" y="2687"/>
                    <a:pt x="399" y="2698"/>
                    <a:pt x="399" y="2698"/>
                  </a:cubicBezTo>
                  <a:lnTo>
                    <a:pt x="388" y="2720"/>
                  </a:lnTo>
                  <a:lnTo>
                    <a:pt x="388" y="2732"/>
                  </a:lnTo>
                  <a:lnTo>
                    <a:pt x="377" y="2776"/>
                  </a:lnTo>
                  <a:cubicBezTo>
                    <a:pt x="377" y="2798"/>
                    <a:pt x="366" y="2820"/>
                    <a:pt x="355" y="2831"/>
                  </a:cubicBezTo>
                  <a:lnTo>
                    <a:pt x="355" y="2831"/>
                  </a:lnTo>
                  <a:cubicBezTo>
                    <a:pt x="355" y="2853"/>
                    <a:pt x="355" y="2864"/>
                    <a:pt x="344" y="2886"/>
                  </a:cubicBezTo>
                  <a:cubicBezTo>
                    <a:pt x="344" y="2897"/>
                    <a:pt x="344" y="2897"/>
                    <a:pt x="344" y="2908"/>
                  </a:cubicBezTo>
                  <a:lnTo>
                    <a:pt x="344" y="2942"/>
                  </a:lnTo>
                  <a:cubicBezTo>
                    <a:pt x="277" y="3240"/>
                    <a:pt x="311" y="3561"/>
                    <a:pt x="432" y="3848"/>
                  </a:cubicBezTo>
                  <a:cubicBezTo>
                    <a:pt x="156" y="4169"/>
                    <a:pt x="1" y="4578"/>
                    <a:pt x="1" y="5009"/>
                  </a:cubicBezTo>
                  <a:cubicBezTo>
                    <a:pt x="1" y="5020"/>
                    <a:pt x="1" y="5032"/>
                    <a:pt x="1" y="5043"/>
                  </a:cubicBezTo>
                  <a:cubicBezTo>
                    <a:pt x="1" y="5054"/>
                    <a:pt x="1" y="5076"/>
                    <a:pt x="1" y="5087"/>
                  </a:cubicBezTo>
                  <a:lnTo>
                    <a:pt x="1" y="5098"/>
                  </a:lnTo>
                  <a:lnTo>
                    <a:pt x="1" y="5131"/>
                  </a:lnTo>
                  <a:lnTo>
                    <a:pt x="1" y="5142"/>
                  </a:lnTo>
                  <a:cubicBezTo>
                    <a:pt x="1" y="5153"/>
                    <a:pt x="1" y="5164"/>
                    <a:pt x="1" y="5164"/>
                  </a:cubicBezTo>
                  <a:lnTo>
                    <a:pt x="1" y="5175"/>
                  </a:lnTo>
                  <a:lnTo>
                    <a:pt x="1" y="5208"/>
                  </a:lnTo>
                  <a:lnTo>
                    <a:pt x="1" y="5219"/>
                  </a:lnTo>
                  <a:cubicBezTo>
                    <a:pt x="1" y="5231"/>
                    <a:pt x="1" y="5242"/>
                    <a:pt x="1" y="5253"/>
                  </a:cubicBezTo>
                  <a:lnTo>
                    <a:pt x="1" y="5264"/>
                  </a:lnTo>
                  <a:lnTo>
                    <a:pt x="1" y="5297"/>
                  </a:lnTo>
                  <a:lnTo>
                    <a:pt x="1" y="5308"/>
                  </a:lnTo>
                  <a:lnTo>
                    <a:pt x="1" y="5330"/>
                  </a:lnTo>
                  <a:lnTo>
                    <a:pt x="1" y="5352"/>
                  </a:lnTo>
                  <a:cubicBezTo>
                    <a:pt x="1" y="5363"/>
                    <a:pt x="1" y="5363"/>
                    <a:pt x="1" y="5374"/>
                  </a:cubicBezTo>
                  <a:cubicBezTo>
                    <a:pt x="1" y="5385"/>
                    <a:pt x="12" y="5396"/>
                    <a:pt x="12" y="5419"/>
                  </a:cubicBezTo>
                  <a:lnTo>
                    <a:pt x="12" y="5430"/>
                  </a:lnTo>
                  <a:lnTo>
                    <a:pt x="23" y="5452"/>
                  </a:lnTo>
                  <a:lnTo>
                    <a:pt x="23" y="5463"/>
                  </a:lnTo>
                  <a:lnTo>
                    <a:pt x="23" y="5496"/>
                  </a:lnTo>
                  <a:lnTo>
                    <a:pt x="23" y="5507"/>
                  </a:lnTo>
                  <a:lnTo>
                    <a:pt x="23" y="5529"/>
                  </a:lnTo>
                  <a:lnTo>
                    <a:pt x="23" y="5540"/>
                  </a:lnTo>
                  <a:cubicBezTo>
                    <a:pt x="23" y="5551"/>
                    <a:pt x="23" y="5562"/>
                    <a:pt x="23" y="5573"/>
                  </a:cubicBezTo>
                  <a:lnTo>
                    <a:pt x="23" y="5584"/>
                  </a:lnTo>
                  <a:lnTo>
                    <a:pt x="34" y="5607"/>
                  </a:lnTo>
                  <a:lnTo>
                    <a:pt x="34" y="5629"/>
                  </a:lnTo>
                  <a:lnTo>
                    <a:pt x="34" y="5640"/>
                  </a:lnTo>
                  <a:cubicBezTo>
                    <a:pt x="34" y="5651"/>
                    <a:pt x="45" y="5662"/>
                    <a:pt x="45" y="5673"/>
                  </a:cubicBezTo>
                  <a:lnTo>
                    <a:pt x="45" y="5673"/>
                  </a:lnTo>
                  <a:lnTo>
                    <a:pt x="56" y="5706"/>
                  </a:lnTo>
                  <a:lnTo>
                    <a:pt x="56" y="5717"/>
                  </a:lnTo>
                  <a:lnTo>
                    <a:pt x="56" y="5728"/>
                  </a:lnTo>
                  <a:lnTo>
                    <a:pt x="78" y="5761"/>
                  </a:lnTo>
                  <a:lnTo>
                    <a:pt x="78" y="5772"/>
                  </a:lnTo>
                  <a:lnTo>
                    <a:pt x="78" y="5783"/>
                  </a:lnTo>
                  <a:cubicBezTo>
                    <a:pt x="78" y="5794"/>
                    <a:pt x="89" y="5806"/>
                    <a:pt x="89" y="5817"/>
                  </a:cubicBezTo>
                  <a:lnTo>
                    <a:pt x="134" y="5894"/>
                  </a:lnTo>
                  <a:cubicBezTo>
                    <a:pt x="167" y="5949"/>
                    <a:pt x="189" y="5994"/>
                    <a:pt x="222" y="6038"/>
                  </a:cubicBezTo>
                  <a:cubicBezTo>
                    <a:pt x="808" y="6027"/>
                    <a:pt x="1383" y="5916"/>
                    <a:pt x="1925" y="5728"/>
                  </a:cubicBezTo>
                  <a:cubicBezTo>
                    <a:pt x="3396" y="5242"/>
                    <a:pt x="4446" y="4257"/>
                    <a:pt x="4933" y="31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40">
              <a:extLst>
                <a:ext uri="{FF2B5EF4-FFF2-40B4-BE49-F238E27FC236}">
                  <a16:creationId xmlns:a16="http://schemas.microsoft.com/office/drawing/2014/main" id="{694F6C42-1BA8-CCA1-0A75-4E5930DA82AE}"/>
                </a:ext>
              </a:extLst>
            </p:cNvPr>
            <p:cNvSpPr/>
            <p:nvPr/>
          </p:nvSpPr>
          <p:spPr>
            <a:xfrm>
              <a:off x="-3423148" y="2938704"/>
              <a:ext cx="266739" cy="317355"/>
            </a:xfrm>
            <a:custGeom>
              <a:avLst/>
              <a:gdLst/>
              <a:ahLst/>
              <a:cxnLst/>
              <a:rect l="l" t="t" r="r" b="b"/>
              <a:pathLst>
                <a:path w="996" h="1185" extrusionOk="0">
                  <a:moveTo>
                    <a:pt x="753" y="1074"/>
                  </a:moveTo>
                  <a:cubicBezTo>
                    <a:pt x="565" y="1184"/>
                    <a:pt x="288" y="1051"/>
                    <a:pt x="145" y="786"/>
                  </a:cubicBezTo>
                  <a:cubicBezTo>
                    <a:pt x="1" y="521"/>
                    <a:pt x="34" y="222"/>
                    <a:pt x="233" y="112"/>
                  </a:cubicBezTo>
                  <a:cubicBezTo>
                    <a:pt x="432" y="1"/>
                    <a:pt x="709" y="134"/>
                    <a:pt x="852" y="399"/>
                  </a:cubicBezTo>
                  <a:cubicBezTo>
                    <a:pt x="996" y="664"/>
                    <a:pt x="952" y="974"/>
                    <a:pt x="753" y="107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40">
              <a:extLst>
                <a:ext uri="{FF2B5EF4-FFF2-40B4-BE49-F238E27FC236}">
                  <a16:creationId xmlns:a16="http://schemas.microsoft.com/office/drawing/2014/main" id="{5145014B-F7DB-9C55-25C4-B6C2FCEBE5FB}"/>
                </a:ext>
              </a:extLst>
            </p:cNvPr>
            <p:cNvSpPr/>
            <p:nvPr/>
          </p:nvSpPr>
          <p:spPr>
            <a:xfrm>
              <a:off x="-3585977" y="3279359"/>
              <a:ext cx="915375" cy="1069365"/>
            </a:xfrm>
            <a:custGeom>
              <a:avLst/>
              <a:gdLst/>
              <a:ahLst/>
              <a:cxnLst/>
              <a:rect l="l" t="t" r="r" b="b"/>
              <a:pathLst>
                <a:path w="3418" h="3993" extrusionOk="0">
                  <a:moveTo>
                    <a:pt x="1681" y="520"/>
                  </a:moveTo>
                  <a:cubicBezTo>
                    <a:pt x="1648" y="565"/>
                    <a:pt x="1626" y="609"/>
                    <a:pt x="1604" y="664"/>
                  </a:cubicBezTo>
                  <a:cubicBezTo>
                    <a:pt x="1482" y="952"/>
                    <a:pt x="1250" y="1195"/>
                    <a:pt x="963" y="1316"/>
                  </a:cubicBezTo>
                  <a:cubicBezTo>
                    <a:pt x="642" y="1427"/>
                    <a:pt x="388" y="1670"/>
                    <a:pt x="255" y="1980"/>
                  </a:cubicBezTo>
                  <a:cubicBezTo>
                    <a:pt x="1" y="2577"/>
                    <a:pt x="255" y="3285"/>
                    <a:pt x="841" y="3583"/>
                  </a:cubicBezTo>
                  <a:cubicBezTo>
                    <a:pt x="1681" y="3992"/>
                    <a:pt x="2654" y="3351"/>
                    <a:pt x="2621" y="2422"/>
                  </a:cubicBezTo>
                  <a:cubicBezTo>
                    <a:pt x="2599" y="2157"/>
                    <a:pt x="2710" y="1902"/>
                    <a:pt x="2931" y="1737"/>
                  </a:cubicBezTo>
                  <a:cubicBezTo>
                    <a:pt x="3373" y="1416"/>
                    <a:pt x="3417" y="775"/>
                    <a:pt x="3030" y="388"/>
                  </a:cubicBezTo>
                  <a:cubicBezTo>
                    <a:pt x="2643" y="1"/>
                    <a:pt x="1991" y="67"/>
                    <a:pt x="1681" y="52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40">
              <a:extLst>
                <a:ext uri="{FF2B5EF4-FFF2-40B4-BE49-F238E27FC236}">
                  <a16:creationId xmlns:a16="http://schemas.microsoft.com/office/drawing/2014/main" id="{14F88845-BEC4-E9EE-8B0A-597BA0460461}"/>
                </a:ext>
              </a:extLst>
            </p:cNvPr>
            <p:cNvSpPr/>
            <p:nvPr/>
          </p:nvSpPr>
          <p:spPr>
            <a:xfrm>
              <a:off x="-3553304" y="3217227"/>
              <a:ext cx="870918" cy="859134"/>
            </a:xfrm>
            <a:custGeom>
              <a:avLst/>
              <a:gdLst/>
              <a:ahLst/>
              <a:cxnLst/>
              <a:rect l="l" t="t" r="r" b="b"/>
              <a:pathLst>
                <a:path w="3252" h="3208" extrusionOk="0">
                  <a:moveTo>
                    <a:pt x="1559" y="752"/>
                  </a:moveTo>
                  <a:cubicBezTo>
                    <a:pt x="1526" y="797"/>
                    <a:pt x="1504" y="841"/>
                    <a:pt x="1482" y="896"/>
                  </a:cubicBezTo>
                  <a:cubicBezTo>
                    <a:pt x="1360" y="1184"/>
                    <a:pt x="1128" y="1427"/>
                    <a:pt x="841" y="1548"/>
                  </a:cubicBezTo>
                  <a:cubicBezTo>
                    <a:pt x="520" y="1659"/>
                    <a:pt x="266" y="1902"/>
                    <a:pt x="133" y="2212"/>
                  </a:cubicBezTo>
                  <a:cubicBezTo>
                    <a:pt x="0" y="2533"/>
                    <a:pt x="0" y="2897"/>
                    <a:pt x="144" y="3207"/>
                  </a:cubicBezTo>
                  <a:cubicBezTo>
                    <a:pt x="354" y="3163"/>
                    <a:pt x="564" y="3108"/>
                    <a:pt x="774" y="3030"/>
                  </a:cubicBezTo>
                  <a:cubicBezTo>
                    <a:pt x="1725" y="2709"/>
                    <a:pt x="2555" y="2112"/>
                    <a:pt x="3174" y="1327"/>
                  </a:cubicBezTo>
                  <a:cubicBezTo>
                    <a:pt x="3251" y="421"/>
                    <a:pt x="2079" y="0"/>
                    <a:pt x="1559" y="75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40">
              <a:extLst>
                <a:ext uri="{FF2B5EF4-FFF2-40B4-BE49-F238E27FC236}">
                  <a16:creationId xmlns:a16="http://schemas.microsoft.com/office/drawing/2014/main" id="{0986E47A-3D63-2803-D084-7D82EA17C911}"/>
                </a:ext>
              </a:extLst>
            </p:cNvPr>
            <p:cNvSpPr/>
            <p:nvPr/>
          </p:nvSpPr>
          <p:spPr>
            <a:xfrm>
              <a:off x="-3124004" y="3063236"/>
              <a:ext cx="178094" cy="213445"/>
            </a:xfrm>
            <a:custGeom>
              <a:avLst/>
              <a:gdLst/>
              <a:ahLst/>
              <a:cxnLst/>
              <a:rect l="l" t="t" r="r" b="b"/>
              <a:pathLst>
                <a:path w="665" h="797" extrusionOk="0">
                  <a:moveTo>
                    <a:pt x="542" y="597"/>
                  </a:moveTo>
                  <a:cubicBezTo>
                    <a:pt x="343" y="797"/>
                    <a:pt x="1" y="631"/>
                    <a:pt x="34" y="343"/>
                  </a:cubicBezTo>
                  <a:cubicBezTo>
                    <a:pt x="78" y="67"/>
                    <a:pt x="454" y="0"/>
                    <a:pt x="587" y="244"/>
                  </a:cubicBezTo>
                  <a:cubicBezTo>
                    <a:pt x="664" y="354"/>
                    <a:pt x="642" y="509"/>
                    <a:pt x="542" y="59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40">
              <a:extLst>
                <a:ext uri="{FF2B5EF4-FFF2-40B4-BE49-F238E27FC236}">
                  <a16:creationId xmlns:a16="http://schemas.microsoft.com/office/drawing/2014/main" id="{32F29CD3-CF66-AA15-F41A-2DB33492F06C}"/>
                </a:ext>
              </a:extLst>
            </p:cNvPr>
            <p:cNvSpPr/>
            <p:nvPr/>
          </p:nvSpPr>
          <p:spPr>
            <a:xfrm>
              <a:off x="-3763535" y="3427458"/>
              <a:ext cx="266739" cy="311195"/>
            </a:xfrm>
            <a:custGeom>
              <a:avLst/>
              <a:gdLst/>
              <a:ahLst/>
              <a:cxnLst/>
              <a:rect l="l" t="t" r="r" b="b"/>
              <a:pathLst>
                <a:path w="996" h="1162" extrusionOk="0">
                  <a:moveTo>
                    <a:pt x="752" y="1062"/>
                  </a:moveTo>
                  <a:cubicBezTo>
                    <a:pt x="564" y="1162"/>
                    <a:pt x="288" y="1040"/>
                    <a:pt x="144" y="774"/>
                  </a:cubicBezTo>
                  <a:cubicBezTo>
                    <a:pt x="0" y="509"/>
                    <a:pt x="44" y="211"/>
                    <a:pt x="232" y="100"/>
                  </a:cubicBezTo>
                  <a:cubicBezTo>
                    <a:pt x="431" y="0"/>
                    <a:pt x="708" y="122"/>
                    <a:pt x="852" y="387"/>
                  </a:cubicBezTo>
                  <a:cubicBezTo>
                    <a:pt x="995" y="653"/>
                    <a:pt x="951" y="962"/>
                    <a:pt x="752" y="106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74" name="Google Shape;1874;p40">
            <a:extLst>
              <a:ext uri="{FF2B5EF4-FFF2-40B4-BE49-F238E27FC236}">
                <a16:creationId xmlns:a16="http://schemas.microsoft.com/office/drawing/2014/main" id="{B798C564-AC96-E12B-F59B-F1160AA75168}"/>
              </a:ext>
            </a:extLst>
          </p:cNvPr>
          <p:cNvGrpSpPr/>
          <p:nvPr/>
        </p:nvGrpSpPr>
        <p:grpSpPr>
          <a:xfrm>
            <a:off x="8186727" y="3160181"/>
            <a:ext cx="709503" cy="1503780"/>
            <a:chOff x="152700" y="2332825"/>
            <a:chExt cx="1036527" cy="2197225"/>
          </a:xfrm>
        </p:grpSpPr>
        <p:sp>
          <p:nvSpPr>
            <p:cNvPr id="1875" name="Google Shape;1875;p40">
              <a:extLst>
                <a:ext uri="{FF2B5EF4-FFF2-40B4-BE49-F238E27FC236}">
                  <a16:creationId xmlns:a16="http://schemas.microsoft.com/office/drawing/2014/main" id="{F2B36AC4-9112-8CB1-4C0B-25CD48688A62}"/>
                </a:ext>
              </a:extLst>
            </p:cNvPr>
            <p:cNvSpPr/>
            <p:nvPr/>
          </p:nvSpPr>
          <p:spPr>
            <a:xfrm>
              <a:off x="677722" y="2976053"/>
              <a:ext cx="111607" cy="1369765"/>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40">
              <a:extLst>
                <a:ext uri="{FF2B5EF4-FFF2-40B4-BE49-F238E27FC236}">
                  <a16:creationId xmlns:a16="http://schemas.microsoft.com/office/drawing/2014/main" id="{6214C966-DFF8-6E8B-B7EC-D385650DE5E1}"/>
                </a:ext>
              </a:extLst>
            </p:cNvPr>
            <p:cNvSpPr/>
            <p:nvPr/>
          </p:nvSpPr>
          <p:spPr>
            <a:xfrm>
              <a:off x="733368" y="2976053"/>
              <a:ext cx="55961" cy="1369765"/>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40">
              <a:extLst>
                <a:ext uri="{FF2B5EF4-FFF2-40B4-BE49-F238E27FC236}">
                  <a16:creationId xmlns:a16="http://schemas.microsoft.com/office/drawing/2014/main" id="{7BD04A6B-6493-BF04-AF92-CA0D84DAA047}"/>
                </a:ext>
              </a:extLst>
            </p:cNvPr>
            <p:cNvSpPr/>
            <p:nvPr/>
          </p:nvSpPr>
          <p:spPr>
            <a:xfrm>
              <a:off x="677722" y="3198322"/>
              <a:ext cx="111607" cy="76081"/>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40">
              <a:extLst>
                <a:ext uri="{FF2B5EF4-FFF2-40B4-BE49-F238E27FC236}">
                  <a16:creationId xmlns:a16="http://schemas.microsoft.com/office/drawing/2014/main" id="{A9B59924-51BC-9638-04E6-88740AD322AE}"/>
                </a:ext>
              </a:extLst>
            </p:cNvPr>
            <p:cNvSpPr/>
            <p:nvPr/>
          </p:nvSpPr>
          <p:spPr>
            <a:xfrm>
              <a:off x="344160" y="4348965"/>
              <a:ext cx="782504" cy="181084"/>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40">
              <a:extLst>
                <a:ext uri="{FF2B5EF4-FFF2-40B4-BE49-F238E27FC236}">
                  <a16:creationId xmlns:a16="http://schemas.microsoft.com/office/drawing/2014/main" id="{A81CA503-87C7-5CCE-CED7-07BAEBAF07EB}"/>
                </a:ext>
              </a:extLst>
            </p:cNvPr>
            <p:cNvSpPr/>
            <p:nvPr/>
          </p:nvSpPr>
          <p:spPr>
            <a:xfrm>
              <a:off x="173764" y="2332825"/>
              <a:ext cx="1015464" cy="87052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40">
              <a:extLst>
                <a:ext uri="{FF2B5EF4-FFF2-40B4-BE49-F238E27FC236}">
                  <a16:creationId xmlns:a16="http://schemas.microsoft.com/office/drawing/2014/main" id="{8C3433BF-9E9A-D592-288E-6FF7B0D8C944}"/>
                </a:ext>
              </a:extLst>
            </p:cNvPr>
            <p:cNvSpPr/>
            <p:nvPr/>
          </p:nvSpPr>
          <p:spPr>
            <a:xfrm>
              <a:off x="197971" y="2367407"/>
              <a:ext cx="935610" cy="801361"/>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40">
              <a:extLst>
                <a:ext uri="{FF2B5EF4-FFF2-40B4-BE49-F238E27FC236}">
                  <a16:creationId xmlns:a16="http://schemas.microsoft.com/office/drawing/2014/main" id="{F39FE483-E785-83CE-C255-752082E43DCC}"/>
                </a:ext>
              </a:extLst>
            </p:cNvPr>
            <p:cNvSpPr/>
            <p:nvPr/>
          </p:nvSpPr>
          <p:spPr>
            <a:xfrm>
              <a:off x="152700" y="2332825"/>
              <a:ext cx="1015464" cy="871154"/>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40">
              <a:extLst>
                <a:ext uri="{FF2B5EF4-FFF2-40B4-BE49-F238E27FC236}">
                  <a16:creationId xmlns:a16="http://schemas.microsoft.com/office/drawing/2014/main" id="{BBA92988-CE4F-B653-8EA8-A853586E7476}"/>
                </a:ext>
              </a:extLst>
            </p:cNvPr>
            <p:cNvSpPr/>
            <p:nvPr/>
          </p:nvSpPr>
          <p:spPr>
            <a:xfrm>
              <a:off x="413639" y="2656011"/>
              <a:ext cx="142731" cy="212523"/>
            </a:xfrm>
            <a:custGeom>
              <a:avLst/>
              <a:gdLst/>
              <a:ahLst/>
              <a:cxnLst/>
              <a:rect l="l" t="t" r="r" b="b"/>
              <a:pathLst>
                <a:path w="454" h="676" extrusionOk="0">
                  <a:moveTo>
                    <a:pt x="243" y="1"/>
                  </a:moveTo>
                  <a:cubicBezTo>
                    <a:pt x="210" y="1"/>
                    <a:pt x="177" y="12"/>
                    <a:pt x="144" y="12"/>
                  </a:cubicBezTo>
                  <a:cubicBezTo>
                    <a:pt x="122" y="23"/>
                    <a:pt x="100" y="34"/>
                    <a:pt x="78" y="56"/>
                  </a:cubicBezTo>
                  <a:cubicBezTo>
                    <a:pt x="56" y="78"/>
                    <a:pt x="44" y="100"/>
                    <a:pt x="33" y="122"/>
                  </a:cubicBezTo>
                  <a:cubicBezTo>
                    <a:pt x="22" y="145"/>
                    <a:pt x="11" y="178"/>
                    <a:pt x="11" y="200"/>
                  </a:cubicBezTo>
                  <a:cubicBezTo>
                    <a:pt x="11" y="233"/>
                    <a:pt x="22" y="255"/>
                    <a:pt x="22" y="277"/>
                  </a:cubicBezTo>
                  <a:cubicBezTo>
                    <a:pt x="33" y="288"/>
                    <a:pt x="44" y="310"/>
                    <a:pt x="56" y="321"/>
                  </a:cubicBezTo>
                  <a:cubicBezTo>
                    <a:pt x="67" y="344"/>
                    <a:pt x="89" y="355"/>
                    <a:pt x="100" y="366"/>
                  </a:cubicBezTo>
                  <a:cubicBezTo>
                    <a:pt x="122" y="377"/>
                    <a:pt x="144" y="388"/>
                    <a:pt x="166" y="388"/>
                  </a:cubicBezTo>
                  <a:lnTo>
                    <a:pt x="210" y="410"/>
                  </a:lnTo>
                  <a:lnTo>
                    <a:pt x="232" y="421"/>
                  </a:lnTo>
                  <a:lnTo>
                    <a:pt x="255" y="432"/>
                  </a:lnTo>
                  <a:cubicBezTo>
                    <a:pt x="266" y="432"/>
                    <a:pt x="277" y="443"/>
                    <a:pt x="277" y="443"/>
                  </a:cubicBezTo>
                  <a:cubicBezTo>
                    <a:pt x="277" y="454"/>
                    <a:pt x="277" y="465"/>
                    <a:pt x="277" y="476"/>
                  </a:cubicBezTo>
                  <a:cubicBezTo>
                    <a:pt x="277" y="487"/>
                    <a:pt x="277" y="509"/>
                    <a:pt x="255" y="520"/>
                  </a:cubicBezTo>
                  <a:cubicBezTo>
                    <a:pt x="232" y="532"/>
                    <a:pt x="210" y="532"/>
                    <a:pt x="177" y="532"/>
                  </a:cubicBezTo>
                  <a:cubicBezTo>
                    <a:pt x="133" y="532"/>
                    <a:pt x="78" y="520"/>
                    <a:pt x="33" y="498"/>
                  </a:cubicBezTo>
                  <a:cubicBezTo>
                    <a:pt x="22" y="520"/>
                    <a:pt x="11" y="543"/>
                    <a:pt x="11" y="576"/>
                  </a:cubicBezTo>
                  <a:cubicBezTo>
                    <a:pt x="11" y="598"/>
                    <a:pt x="0" y="620"/>
                    <a:pt x="0" y="642"/>
                  </a:cubicBezTo>
                  <a:cubicBezTo>
                    <a:pt x="33" y="653"/>
                    <a:pt x="67" y="664"/>
                    <a:pt x="100" y="664"/>
                  </a:cubicBezTo>
                  <a:cubicBezTo>
                    <a:pt x="122" y="675"/>
                    <a:pt x="155" y="675"/>
                    <a:pt x="199" y="675"/>
                  </a:cubicBezTo>
                  <a:cubicBezTo>
                    <a:pt x="232" y="675"/>
                    <a:pt x="266" y="675"/>
                    <a:pt x="299" y="664"/>
                  </a:cubicBezTo>
                  <a:cubicBezTo>
                    <a:pt x="332" y="653"/>
                    <a:pt x="365" y="642"/>
                    <a:pt x="387" y="620"/>
                  </a:cubicBezTo>
                  <a:cubicBezTo>
                    <a:pt x="409" y="598"/>
                    <a:pt x="420" y="576"/>
                    <a:pt x="431" y="554"/>
                  </a:cubicBezTo>
                  <a:cubicBezTo>
                    <a:pt x="443" y="520"/>
                    <a:pt x="454" y="498"/>
                    <a:pt x="454" y="465"/>
                  </a:cubicBezTo>
                  <a:cubicBezTo>
                    <a:pt x="454" y="443"/>
                    <a:pt x="443" y="410"/>
                    <a:pt x="443" y="388"/>
                  </a:cubicBezTo>
                  <a:cubicBezTo>
                    <a:pt x="431" y="366"/>
                    <a:pt x="420" y="355"/>
                    <a:pt x="409" y="332"/>
                  </a:cubicBezTo>
                  <a:cubicBezTo>
                    <a:pt x="387" y="321"/>
                    <a:pt x="376" y="310"/>
                    <a:pt x="354" y="299"/>
                  </a:cubicBezTo>
                  <a:cubicBezTo>
                    <a:pt x="332" y="288"/>
                    <a:pt x="310" y="277"/>
                    <a:pt x="288" y="266"/>
                  </a:cubicBezTo>
                  <a:lnTo>
                    <a:pt x="243" y="244"/>
                  </a:lnTo>
                  <a:cubicBezTo>
                    <a:pt x="232" y="244"/>
                    <a:pt x="210" y="233"/>
                    <a:pt x="199" y="233"/>
                  </a:cubicBezTo>
                  <a:cubicBezTo>
                    <a:pt x="188" y="222"/>
                    <a:pt x="188" y="200"/>
                    <a:pt x="188" y="189"/>
                  </a:cubicBezTo>
                  <a:cubicBezTo>
                    <a:pt x="177" y="178"/>
                    <a:pt x="177" y="167"/>
                    <a:pt x="188" y="167"/>
                  </a:cubicBezTo>
                  <a:cubicBezTo>
                    <a:pt x="188" y="156"/>
                    <a:pt x="199" y="145"/>
                    <a:pt x="199" y="145"/>
                  </a:cubicBezTo>
                  <a:cubicBezTo>
                    <a:pt x="210" y="145"/>
                    <a:pt x="221" y="133"/>
                    <a:pt x="221" y="133"/>
                  </a:cubicBezTo>
                  <a:lnTo>
                    <a:pt x="255" y="133"/>
                  </a:lnTo>
                  <a:cubicBezTo>
                    <a:pt x="277" y="133"/>
                    <a:pt x="310" y="145"/>
                    <a:pt x="332" y="145"/>
                  </a:cubicBezTo>
                  <a:lnTo>
                    <a:pt x="387" y="167"/>
                  </a:lnTo>
                  <a:cubicBezTo>
                    <a:pt x="398" y="145"/>
                    <a:pt x="409" y="122"/>
                    <a:pt x="409" y="100"/>
                  </a:cubicBezTo>
                  <a:cubicBezTo>
                    <a:pt x="420" y="78"/>
                    <a:pt x="420" y="56"/>
                    <a:pt x="420" y="45"/>
                  </a:cubicBezTo>
                  <a:cubicBezTo>
                    <a:pt x="398" y="23"/>
                    <a:pt x="365" y="23"/>
                    <a:pt x="332" y="12"/>
                  </a:cubicBezTo>
                  <a:cubicBezTo>
                    <a:pt x="299" y="12"/>
                    <a:pt x="277" y="1"/>
                    <a:pt x="24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40">
              <a:extLst>
                <a:ext uri="{FF2B5EF4-FFF2-40B4-BE49-F238E27FC236}">
                  <a16:creationId xmlns:a16="http://schemas.microsoft.com/office/drawing/2014/main" id="{67D8E503-5D45-C38A-7B9D-64206E145F71}"/>
                </a:ext>
              </a:extLst>
            </p:cNvPr>
            <p:cNvSpPr/>
            <p:nvPr/>
          </p:nvSpPr>
          <p:spPr>
            <a:xfrm>
              <a:off x="562971" y="2659469"/>
              <a:ext cx="149962" cy="209064"/>
            </a:xfrm>
            <a:custGeom>
              <a:avLst/>
              <a:gdLst/>
              <a:ahLst/>
              <a:cxnLst/>
              <a:rect l="l" t="t" r="r" b="b"/>
              <a:pathLst>
                <a:path w="477" h="665" extrusionOk="0">
                  <a:moveTo>
                    <a:pt x="12" y="1"/>
                  </a:moveTo>
                  <a:cubicBezTo>
                    <a:pt x="12" y="23"/>
                    <a:pt x="1" y="45"/>
                    <a:pt x="1" y="78"/>
                  </a:cubicBezTo>
                  <a:cubicBezTo>
                    <a:pt x="1" y="100"/>
                    <a:pt x="12" y="122"/>
                    <a:pt x="12" y="145"/>
                  </a:cubicBezTo>
                  <a:lnTo>
                    <a:pt x="167" y="145"/>
                  </a:lnTo>
                  <a:lnTo>
                    <a:pt x="167" y="653"/>
                  </a:lnTo>
                  <a:cubicBezTo>
                    <a:pt x="200" y="653"/>
                    <a:pt x="222" y="664"/>
                    <a:pt x="255" y="664"/>
                  </a:cubicBezTo>
                  <a:cubicBezTo>
                    <a:pt x="277" y="664"/>
                    <a:pt x="310" y="653"/>
                    <a:pt x="332" y="653"/>
                  </a:cubicBezTo>
                  <a:lnTo>
                    <a:pt x="332" y="145"/>
                  </a:lnTo>
                  <a:lnTo>
                    <a:pt x="476" y="145"/>
                  </a:lnTo>
                  <a:cubicBezTo>
                    <a:pt x="476" y="122"/>
                    <a:pt x="476" y="100"/>
                    <a:pt x="476" y="78"/>
                  </a:cubicBezTo>
                  <a:cubicBezTo>
                    <a:pt x="476" y="67"/>
                    <a:pt x="476" y="45"/>
                    <a:pt x="476" y="45"/>
                  </a:cubicBezTo>
                  <a:lnTo>
                    <a:pt x="47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40">
              <a:extLst>
                <a:ext uri="{FF2B5EF4-FFF2-40B4-BE49-F238E27FC236}">
                  <a16:creationId xmlns:a16="http://schemas.microsoft.com/office/drawing/2014/main" id="{FE87F8C4-ACB7-F25C-9523-BCFC8EB31B2C}"/>
                </a:ext>
              </a:extLst>
            </p:cNvPr>
            <p:cNvSpPr/>
            <p:nvPr/>
          </p:nvSpPr>
          <p:spPr>
            <a:xfrm>
              <a:off x="722993" y="2655068"/>
              <a:ext cx="181086" cy="214409"/>
            </a:xfrm>
            <a:custGeom>
              <a:avLst/>
              <a:gdLst/>
              <a:ahLst/>
              <a:cxnLst/>
              <a:rect l="l" t="t" r="r" b="b"/>
              <a:pathLst>
                <a:path w="576" h="682" extrusionOk="0">
                  <a:moveTo>
                    <a:pt x="288" y="148"/>
                  </a:moveTo>
                  <a:cubicBezTo>
                    <a:pt x="365" y="148"/>
                    <a:pt x="398" y="203"/>
                    <a:pt x="398" y="347"/>
                  </a:cubicBezTo>
                  <a:cubicBezTo>
                    <a:pt x="398" y="479"/>
                    <a:pt x="365" y="546"/>
                    <a:pt x="288" y="546"/>
                  </a:cubicBezTo>
                  <a:cubicBezTo>
                    <a:pt x="244" y="546"/>
                    <a:pt x="210" y="523"/>
                    <a:pt x="199" y="490"/>
                  </a:cubicBezTo>
                  <a:cubicBezTo>
                    <a:pt x="177" y="446"/>
                    <a:pt x="166" y="391"/>
                    <a:pt x="166" y="347"/>
                  </a:cubicBezTo>
                  <a:cubicBezTo>
                    <a:pt x="166" y="214"/>
                    <a:pt x="210" y="148"/>
                    <a:pt x="288" y="148"/>
                  </a:cubicBezTo>
                  <a:close/>
                  <a:moveTo>
                    <a:pt x="286" y="1"/>
                  </a:moveTo>
                  <a:cubicBezTo>
                    <a:pt x="244" y="1"/>
                    <a:pt x="199" y="9"/>
                    <a:pt x="155" y="26"/>
                  </a:cubicBezTo>
                  <a:cubicBezTo>
                    <a:pt x="122" y="48"/>
                    <a:pt x="89" y="70"/>
                    <a:pt x="67" y="103"/>
                  </a:cubicBezTo>
                  <a:cubicBezTo>
                    <a:pt x="45" y="125"/>
                    <a:pt x="22" y="170"/>
                    <a:pt x="11" y="203"/>
                  </a:cubicBezTo>
                  <a:cubicBezTo>
                    <a:pt x="0" y="247"/>
                    <a:pt x="0" y="302"/>
                    <a:pt x="0" y="347"/>
                  </a:cubicBezTo>
                  <a:cubicBezTo>
                    <a:pt x="0" y="391"/>
                    <a:pt x="0" y="435"/>
                    <a:pt x="11" y="479"/>
                  </a:cubicBezTo>
                  <a:cubicBezTo>
                    <a:pt x="22" y="523"/>
                    <a:pt x="45" y="557"/>
                    <a:pt x="67" y="590"/>
                  </a:cubicBezTo>
                  <a:cubicBezTo>
                    <a:pt x="89" y="623"/>
                    <a:pt x="122" y="645"/>
                    <a:pt x="155" y="656"/>
                  </a:cubicBezTo>
                  <a:cubicBezTo>
                    <a:pt x="199" y="673"/>
                    <a:pt x="244" y="681"/>
                    <a:pt x="286" y="681"/>
                  </a:cubicBezTo>
                  <a:cubicBezTo>
                    <a:pt x="329" y="681"/>
                    <a:pt x="371" y="673"/>
                    <a:pt x="409" y="656"/>
                  </a:cubicBezTo>
                  <a:cubicBezTo>
                    <a:pt x="454" y="645"/>
                    <a:pt x="476" y="623"/>
                    <a:pt x="498" y="590"/>
                  </a:cubicBezTo>
                  <a:cubicBezTo>
                    <a:pt x="531" y="557"/>
                    <a:pt x="542" y="523"/>
                    <a:pt x="553" y="479"/>
                  </a:cubicBezTo>
                  <a:cubicBezTo>
                    <a:pt x="564" y="435"/>
                    <a:pt x="575" y="391"/>
                    <a:pt x="575" y="347"/>
                  </a:cubicBezTo>
                  <a:cubicBezTo>
                    <a:pt x="575" y="302"/>
                    <a:pt x="564" y="247"/>
                    <a:pt x="553" y="203"/>
                  </a:cubicBezTo>
                  <a:cubicBezTo>
                    <a:pt x="542" y="170"/>
                    <a:pt x="531" y="125"/>
                    <a:pt x="498" y="103"/>
                  </a:cubicBezTo>
                  <a:cubicBezTo>
                    <a:pt x="476" y="70"/>
                    <a:pt x="454" y="48"/>
                    <a:pt x="409" y="26"/>
                  </a:cubicBezTo>
                  <a:cubicBezTo>
                    <a:pt x="371" y="9"/>
                    <a:pt x="329" y="1"/>
                    <a:pt x="28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40">
              <a:extLst>
                <a:ext uri="{FF2B5EF4-FFF2-40B4-BE49-F238E27FC236}">
                  <a16:creationId xmlns:a16="http://schemas.microsoft.com/office/drawing/2014/main" id="{F57BB782-8CD6-C979-A4B5-468A83982C7D}"/>
                </a:ext>
              </a:extLst>
            </p:cNvPr>
            <p:cNvSpPr/>
            <p:nvPr/>
          </p:nvSpPr>
          <p:spPr>
            <a:xfrm>
              <a:off x="931430" y="2659469"/>
              <a:ext cx="143045" cy="212523"/>
            </a:xfrm>
            <a:custGeom>
              <a:avLst/>
              <a:gdLst/>
              <a:ahLst/>
              <a:cxnLst/>
              <a:rect l="l" t="t" r="r" b="b"/>
              <a:pathLst>
                <a:path w="455" h="676" extrusionOk="0">
                  <a:moveTo>
                    <a:pt x="233" y="134"/>
                  </a:moveTo>
                  <a:cubicBezTo>
                    <a:pt x="244" y="134"/>
                    <a:pt x="255" y="145"/>
                    <a:pt x="266" y="145"/>
                  </a:cubicBezTo>
                  <a:cubicBezTo>
                    <a:pt x="277" y="156"/>
                    <a:pt x="277" y="167"/>
                    <a:pt x="288" y="178"/>
                  </a:cubicBezTo>
                  <a:cubicBezTo>
                    <a:pt x="288" y="189"/>
                    <a:pt x="288" y="211"/>
                    <a:pt x="288" y="222"/>
                  </a:cubicBezTo>
                  <a:cubicBezTo>
                    <a:pt x="288" y="271"/>
                    <a:pt x="253" y="312"/>
                    <a:pt x="214" y="312"/>
                  </a:cubicBezTo>
                  <a:cubicBezTo>
                    <a:pt x="209" y="312"/>
                    <a:pt x="204" y="312"/>
                    <a:pt x="200" y="310"/>
                  </a:cubicBezTo>
                  <a:lnTo>
                    <a:pt x="156" y="310"/>
                  </a:lnTo>
                  <a:lnTo>
                    <a:pt x="167" y="134"/>
                  </a:lnTo>
                  <a:close/>
                  <a:moveTo>
                    <a:pt x="67" y="1"/>
                  </a:moveTo>
                  <a:lnTo>
                    <a:pt x="1" y="12"/>
                  </a:lnTo>
                  <a:lnTo>
                    <a:pt x="1" y="664"/>
                  </a:lnTo>
                  <a:cubicBezTo>
                    <a:pt x="23" y="664"/>
                    <a:pt x="45" y="675"/>
                    <a:pt x="78" y="675"/>
                  </a:cubicBezTo>
                  <a:lnTo>
                    <a:pt x="111" y="675"/>
                  </a:lnTo>
                  <a:cubicBezTo>
                    <a:pt x="122" y="675"/>
                    <a:pt x="145" y="664"/>
                    <a:pt x="156" y="664"/>
                  </a:cubicBezTo>
                  <a:lnTo>
                    <a:pt x="156" y="454"/>
                  </a:lnTo>
                  <a:lnTo>
                    <a:pt x="211" y="454"/>
                  </a:lnTo>
                  <a:cubicBezTo>
                    <a:pt x="244" y="454"/>
                    <a:pt x="266" y="454"/>
                    <a:pt x="299" y="443"/>
                  </a:cubicBezTo>
                  <a:cubicBezTo>
                    <a:pt x="321" y="432"/>
                    <a:pt x="355" y="421"/>
                    <a:pt x="377" y="410"/>
                  </a:cubicBezTo>
                  <a:cubicBezTo>
                    <a:pt x="399" y="388"/>
                    <a:pt x="410" y="366"/>
                    <a:pt x="421" y="344"/>
                  </a:cubicBezTo>
                  <a:cubicBezTo>
                    <a:pt x="454" y="266"/>
                    <a:pt x="454" y="189"/>
                    <a:pt x="421" y="111"/>
                  </a:cubicBezTo>
                  <a:cubicBezTo>
                    <a:pt x="410" y="89"/>
                    <a:pt x="388" y="56"/>
                    <a:pt x="355" y="45"/>
                  </a:cubicBezTo>
                  <a:cubicBezTo>
                    <a:pt x="333" y="23"/>
                    <a:pt x="299" y="12"/>
                    <a:pt x="266" y="12"/>
                  </a:cubicBezTo>
                  <a:cubicBezTo>
                    <a:pt x="233" y="1"/>
                    <a:pt x="211" y="1"/>
                    <a:pt x="17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Google Shape;1849;p40">
            <a:extLst>
              <a:ext uri="{FF2B5EF4-FFF2-40B4-BE49-F238E27FC236}">
                <a16:creationId xmlns:a16="http://schemas.microsoft.com/office/drawing/2014/main" id="{191B371F-51FD-980A-30FA-90D75EA0B555}"/>
              </a:ext>
            </a:extLst>
          </p:cNvPr>
          <p:cNvSpPr txBox="1"/>
          <p:nvPr/>
        </p:nvSpPr>
        <p:spPr>
          <a:xfrm>
            <a:off x="3867558" y="3298421"/>
            <a:ext cx="733500" cy="456796"/>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b="1" dirty="0">
                <a:solidFill>
                  <a:schemeClr val="lt1"/>
                </a:solidFill>
                <a:latin typeface="Nova Square"/>
                <a:ea typeface="Nova Square"/>
                <a:cs typeface="Nova Square"/>
                <a:sym typeface="Nova Square"/>
              </a:rPr>
              <a:t>05</a:t>
            </a:r>
            <a:endParaRPr sz="3000" b="1" dirty="0">
              <a:solidFill>
                <a:schemeClr val="lt1"/>
              </a:solidFill>
              <a:latin typeface="Nova Square"/>
              <a:ea typeface="Nova Square"/>
              <a:cs typeface="Nova Square"/>
              <a:sym typeface="Nova Square"/>
            </a:endParaRPr>
          </a:p>
        </p:txBody>
      </p:sp>
      <p:sp>
        <p:nvSpPr>
          <p:cNvPr id="6" name="Google Shape;1849;p40">
            <a:extLst>
              <a:ext uri="{FF2B5EF4-FFF2-40B4-BE49-F238E27FC236}">
                <a16:creationId xmlns:a16="http://schemas.microsoft.com/office/drawing/2014/main" id="{61195A44-5BB4-D5A8-DF62-910C7493F5FB}"/>
              </a:ext>
            </a:extLst>
          </p:cNvPr>
          <p:cNvSpPr txBox="1"/>
          <p:nvPr/>
        </p:nvSpPr>
        <p:spPr>
          <a:xfrm>
            <a:off x="3888868" y="893186"/>
            <a:ext cx="733500" cy="456796"/>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b="1" dirty="0">
                <a:solidFill>
                  <a:schemeClr val="lt1"/>
                </a:solidFill>
                <a:latin typeface="Nova Square"/>
                <a:ea typeface="Nova Square"/>
                <a:cs typeface="Nova Square"/>
                <a:sym typeface="Nova Square"/>
              </a:rPr>
              <a:t>01</a:t>
            </a:r>
            <a:endParaRPr sz="3000" b="1" dirty="0">
              <a:solidFill>
                <a:schemeClr val="lt1"/>
              </a:solidFill>
              <a:latin typeface="Nova Square"/>
              <a:ea typeface="Nova Square"/>
              <a:cs typeface="Nova Square"/>
              <a:sym typeface="Nova Square"/>
            </a:endParaRPr>
          </a:p>
        </p:txBody>
      </p:sp>
      <p:sp>
        <p:nvSpPr>
          <p:cNvPr id="7" name="Google Shape;1849;p40">
            <a:extLst>
              <a:ext uri="{FF2B5EF4-FFF2-40B4-BE49-F238E27FC236}">
                <a16:creationId xmlns:a16="http://schemas.microsoft.com/office/drawing/2014/main" id="{9AA46610-B886-B915-A65C-47C9D03CB1B2}"/>
              </a:ext>
            </a:extLst>
          </p:cNvPr>
          <p:cNvSpPr txBox="1"/>
          <p:nvPr/>
        </p:nvSpPr>
        <p:spPr>
          <a:xfrm>
            <a:off x="3888868" y="2034717"/>
            <a:ext cx="733500" cy="456796"/>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b="1" dirty="0">
                <a:solidFill>
                  <a:schemeClr val="lt1"/>
                </a:solidFill>
                <a:latin typeface="Nova Square"/>
                <a:ea typeface="Nova Square"/>
                <a:cs typeface="Nova Square"/>
                <a:sym typeface="Nova Square"/>
              </a:rPr>
              <a:t>03</a:t>
            </a:r>
            <a:endParaRPr sz="3000" b="1" dirty="0">
              <a:solidFill>
                <a:schemeClr val="lt1"/>
              </a:solidFill>
              <a:latin typeface="Nova Square"/>
              <a:ea typeface="Nova Square"/>
              <a:cs typeface="Nova Square"/>
              <a:sym typeface="Nova Square"/>
            </a:endParaRPr>
          </a:p>
        </p:txBody>
      </p:sp>
      <p:sp>
        <p:nvSpPr>
          <p:cNvPr id="8" name="Google Shape;1849;p40">
            <a:extLst>
              <a:ext uri="{FF2B5EF4-FFF2-40B4-BE49-F238E27FC236}">
                <a16:creationId xmlns:a16="http://schemas.microsoft.com/office/drawing/2014/main" id="{8A93088A-5440-EFA6-3689-C791E9B3FEAD}"/>
              </a:ext>
            </a:extLst>
          </p:cNvPr>
          <p:cNvSpPr txBox="1"/>
          <p:nvPr/>
        </p:nvSpPr>
        <p:spPr>
          <a:xfrm>
            <a:off x="3869190" y="2640021"/>
            <a:ext cx="733500" cy="456796"/>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b="1" dirty="0">
                <a:solidFill>
                  <a:schemeClr val="lt1"/>
                </a:solidFill>
                <a:latin typeface="Nova Square"/>
                <a:ea typeface="Nova Square"/>
                <a:cs typeface="Nova Square"/>
                <a:sym typeface="Nova Square"/>
              </a:rPr>
              <a:t>04</a:t>
            </a:r>
            <a:endParaRPr sz="3000" b="1" dirty="0">
              <a:solidFill>
                <a:schemeClr val="lt1"/>
              </a:solidFill>
              <a:latin typeface="Nova Square"/>
              <a:ea typeface="Nova Square"/>
              <a:cs typeface="Nova Square"/>
              <a:sym typeface="Nova Square"/>
            </a:endParaRPr>
          </a:p>
        </p:txBody>
      </p:sp>
      <p:cxnSp>
        <p:nvCxnSpPr>
          <p:cNvPr id="12" name="Google Shape;1861;p40">
            <a:extLst>
              <a:ext uri="{FF2B5EF4-FFF2-40B4-BE49-F238E27FC236}">
                <a16:creationId xmlns:a16="http://schemas.microsoft.com/office/drawing/2014/main" id="{2F3A5A49-7A8D-2382-C321-C11A9D7EE81D}"/>
              </a:ext>
            </a:extLst>
          </p:cNvPr>
          <p:cNvCxnSpPr>
            <a:cxnSpLocks/>
          </p:cNvCxnSpPr>
          <p:nvPr/>
        </p:nvCxnSpPr>
        <p:spPr>
          <a:xfrm flipV="1">
            <a:off x="2263696" y="3452336"/>
            <a:ext cx="1731001" cy="3516"/>
          </a:xfrm>
          <a:prstGeom prst="straightConnector1">
            <a:avLst/>
          </a:prstGeom>
          <a:noFill/>
          <a:ln w="19050" cap="flat" cmpd="sng">
            <a:solidFill>
              <a:schemeClr val="accent4"/>
            </a:solidFill>
            <a:prstDash val="solid"/>
            <a:round/>
            <a:headEnd type="none" w="med" len="med"/>
            <a:tailEnd type="none" w="med" len="med"/>
          </a:ln>
        </p:spPr>
      </p:cxnSp>
      <p:cxnSp>
        <p:nvCxnSpPr>
          <p:cNvPr id="14" name="Google Shape;1861;p40">
            <a:extLst>
              <a:ext uri="{FF2B5EF4-FFF2-40B4-BE49-F238E27FC236}">
                <a16:creationId xmlns:a16="http://schemas.microsoft.com/office/drawing/2014/main" id="{A13DC630-EA91-FC0F-0B0D-7F7D10A4EEC3}"/>
              </a:ext>
            </a:extLst>
          </p:cNvPr>
          <p:cNvCxnSpPr>
            <a:cxnSpLocks/>
          </p:cNvCxnSpPr>
          <p:nvPr/>
        </p:nvCxnSpPr>
        <p:spPr>
          <a:xfrm>
            <a:off x="2263697" y="2236019"/>
            <a:ext cx="1731001" cy="0"/>
          </a:xfrm>
          <a:prstGeom prst="straightConnector1">
            <a:avLst/>
          </a:prstGeom>
          <a:noFill/>
          <a:ln w="19050" cap="flat" cmpd="sng">
            <a:solidFill>
              <a:schemeClr val="accent4"/>
            </a:solidFill>
            <a:prstDash val="solid"/>
            <a:round/>
            <a:headEnd type="none" w="med" len="med"/>
            <a:tailEnd type="none" w="med" len="med"/>
          </a:ln>
        </p:spPr>
      </p:cxnSp>
      <p:cxnSp>
        <p:nvCxnSpPr>
          <p:cNvPr id="18" name="Google Shape;1861;p40">
            <a:extLst>
              <a:ext uri="{FF2B5EF4-FFF2-40B4-BE49-F238E27FC236}">
                <a16:creationId xmlns:a16="http://schemas.microsoft.com/office/drawing/2014/main" id="{37D55A1D-73C3-1E96-493C-DC2D7487403C}"/>
              </a:ext>
            </a:extLst>
          </p:cNvPr>
          <p:cNvCxnSpPr>
            <a:cxnSpLocks/>
          </p:cNvCxnSpPr>
          <p:nvPr/>
        </p:nvCxnSpPr>
        <p:spPr>
          <a:xfrm>
            <a:off x="2263696" y="1095690"/>
            <a:ext cx="1731001" cy="0"/>
          </a:xfrm>
          <a:prstGeom prst="straightConnector1">
            <a:avLst/>
          </a:prstGeom>
          <a:noFill/>
          <a:ln w="19050" cap="flat" cmpd="sng">
            <a:solidFill>
              <a:schemeClr val="accent4"/>
            </a:solidFill>
            <a:prstDash val="solid"/>
            <a:round/>
            <a:headEnd type="none" w="med" len="med"/>
            <a:tailEnd type="none" w="med" len="med"/>
          </a:ln>
        </p:spPr>
      </p:cxnSp>
      <p:cxnSp>
        <p:nvCxnSpPr>
          <p:cNvPr id="19" name="Google Shape;1861;p40">
            <a:extLst>
              <a:ext uri="{FF2B5EF4-FFF2-40B4-BE49-F238E27FC236}">
                <a16:creationId xmlns:a16="http://schemas.microsoft.com/office/drawing/2014/main" id="{961489B7-1036-A67A-799C-7DDEA1BA923B}"/>
              </a:ext>
            </a:extLst>
          </p:cNvPr>
          <p:cNvCxnSpPr>
            <a:cxnSpLocks/>
          </p:cNvCxnSpPr>
          <p:nvPr/>
        </p:nvCxnSpPr>
        <p:spPr>
          <a:xfrm>
            <a:off x="2262597" y="2912733"/>
            <a:ext cx="0" cy="563013"/>
          </a:xfrm>
          <a:prstGeom prst="straightConnector1">
            <a:avLst/>
          </a:prstGeom>
          <a:noFill/>
          <a:ln w="19050" cap="flat" cmpd="sng">
            <a:solidFill>
              <a:schemeClr val="accent4"/>
            </a:solidFill>
            <a:prstDash val="solid"/>
            <a:round/>
            <a:headEnd type="none" w="med" len="med"/>
            <a:tailEnd type="none" w="med" len="med"/>
          </a:ln>
        </p:spPr>
      </p:cxnSp>
      <p:cxnSp>
        <p:nvCxnSpPr>
          <p:cNvPr id="25" name="Google Shape;1861;p40">
            <a:extLst>
              <a:ext uri="{FF2B5EF4-FFF2-40B4-BE49-F238E27FC236}">
                <a16:creationId xmlns:a16="http://schemas.microsoft.com/office/drawing/2014/main" id="{BD495D98-297F-C72A-464B-5550636B91CB}"/>
              </a:ext>
            </a:extLst>
          </p:cNvPr>
          <p:cNvCxnSpPr>
            <a:cxnSpLocks/>
          </p:cNvCxnSpPr>
          <p:nvPr/>
        </p:nvCxnSpPr>
        <p:spPr>
          <a:xfrm>
            <a:off x="2262597" y="1095690"/>
            <a:ext cx="0" cy="623884"/>
          </a:xfrm>
          <a:prstGeom prst="straightConnector1">
            <a:avLst/>
          </a:prstGeom>
          <a:noFill/>
          <a:ln w="19050" cap="flat" cmpd="sng">
            <a:solidFill>
              <a:schemeClr val="accent4"/>
            </a:solidFill>
            <a:prstDash val="solid"/>
            <a:round/>
            <a:headEnd type="none" w="med" len="med"/>
            <a:tailEnd type="none" w="med" len="med"/>
          </a:ln>
        </p:spPr>
      </p:cxnSp>
      <p:sp>
        <p:nvSpPr>
          <p:cNvPr id="29" name="TextBox 28">
            <a:extLst>
              <a:ext uri="{FF2B5EF4-FFF2-40B4-BE49-F238E27FC236}">
                <a16:creationId xmlns:a16="http://schemas.microsoft.com/office/drawing/2014/main" id="{B776746B-4348-FCDB-B12E-469C5C201680}"/>
              </a:ext>
            </a:extLst>
          </p:cNvPr>
          <p:cNvSpPr txBox="1"/>
          <p:nvPr/>
        </p:nvSpPr>
        <p:spPr>
          <a:xfrm>
            <a:off x="4121994" y="1530435"/>
            <a:ext cx="3643991" cy="327910"/>
          </a:xfrm>
          <a:prstGeom prst="rect">
            <a:avLst/>
          </a:prstGeom>
          <a:noFill/>
        </p:spPr>
        <p:txBody>
          <a:bodyPr wrap="square">
            <a:spAutoFit/>
          </a:bodyPr>
          <a:lstStyle/>
          <a:p>
            <a:pPr marL="0" marR="0" lvl="0" indent="0" algn="ctr" rtl="0">
              <a:lnSpc>
                <a:spcPct val="115000"/>
              </a:lnSpc>
              <a:spcBef>
                <a:spcPts val="0"/>
              </a:spcBef>
              <a:spcAft>
                <a:spcPts val="1600"/>
              </a:spcAft>
              <a:buNone/>
            </a:pPr>
            <a:r>
              <a:rPr lang="en-US" sz="1400" dirty="0">
                <a:latin typeface="Aptos Black" panose="020B0004020202020204" pitchFamily="34" charset="0"/>
              </a:rPr>
              <a:t>Dataset Description</a:t>
            </a:r>
            <a:endParaRPr lang="en-US" sz="1400" dirty="0">
              <a:solidFill>
                <a:schemeClr val="dk1"/>
              </a:solidFill>
              <a:latin typeface="Aptos Black" panose="020B0004020202020204" pitchFamily="34" charset="0"/>
              <a:ea typeface="Arimo"/>
              <a:cs typeface="Arimo"/>
              <a:sym typeface="Arimo"/>
            </a:endParaRPr>
          </a:p>
        </p:txBody>
      </p:sp>
      <p:sp>
        <p:nvSpPr>
          <p:cNvPr id="31" name="TextBox 30">
            <a:extLst>
              <a:ext uri="{FF2B5EF4-FFF2-40B4-BE49-F238E27FC236}">
                <a16:creationId xmlns:a16="http://schemas.microsoft.com/office/drawing/2014/main" id="{F0767ECA-4FD1-C4CD-BCCF-8986BD51F1B1}"/>
              </a:ext>
            </a:extLst>
          </p:cNvPr>
          <p:cNvSpPr txBox="1"/>
          <p:nvPr/>
        </p:nvSpPr>
        <p:spPr>
          <a:xfrm>
            <a:off x="3461459" y="2135739"/>
            <a:ext cx="4643562" cy="327910"/>
          </a:xfrm>
          <a:prstGeom prst="rect">
            <a:avLst/>
          </a:prstGeom>
          <a:noFill/>
        </p:spPr>
        <p:txBody>
          <a:bodyPr wrap="square">
            <a:spAutoFit/>
          </a:bodyPr>
          <a:lstStyle/>
          <a:p>
            <a:pPr marL="0" lvl="0" indent="0" algn="ctr" rtl="0">
              <a:lnSpc>
                <a:spcPct val="115000"/>
              </a:lnSpc>
              <a:spcBef>
                <a:spcPts val="0"/>
              </a:spcBef>
              <a:spcAft>
                <a:spcPts val="1600"/>
              </a:spcAft>
              <a:buNone/>
            </a:pPr>
            <a:r>
              <a:rPr lang="en-US" sz="1400" dirty="0">
                <a:latin typeface="Aptos Black" panose="020B0004020202020204" pitchFamily="34" charset="0"/>
              </a:rPr>
              <a:t>Data Modeling</a:t>
            </a:r>
            <a:endParaRPr lang="en-US" sz="1400" dirty="0">
              <a:solidFill>
                <a:schemeClr val="dk1"/>
              </a:solidFill>
              <a:latin typeface="Aptos Black" panose="020B0004020202020204" pitchFamily="34" charset="0"/>
              <a:ea typeface="Arimo"/>
              <a:cs typeface="Arimo"/>
              <a:sym typeface="Arimo"/>
            </a:endParaRPr>
          </a:p>
        </p:txBody>
      </p:sp>
      <p:sp>
        <p:nvSpPr>
          <p:cNvPr id="1825" name="TextBox 1824">
            <a:extLst>
              <a:ext uri="{FF2B5EF4-FFF2-40B4-BE49-F238E27FC236}">
                <a16:creationId xmlns:a16="http://schemas.microsoft.com/office/drawing/2014/main" id="{ECE5D11D-49EB-555E-58C3-DD706DDA328B}"/>
              </a:ext>
            </a:extLst>
          </p:cNvPr>
          <p:cNvSpPr txBox="1"/>
          <p:nvPr/>
        </p:nvSpPr>
        <p:spPr>
          <a:xfrm>
            <a:off x="3461459" y="2651524"/>
            <a:ext cx="4643562" cy="327910"/>
          </a:xfrm>
          <a:prstGeom prst="rect">
            <a:avLst/>
          </a:prstGeom>
          <a:noFill/>
        </p:spPr>
        <p:txBody>
          <a:bodyPr wrap="square">
            <a:spAutoFit/>
          </a:bodyPr>
          <a:lstStyle/>
          <a:p>
            <a:pPr marL="0" lvl="0" indent="0" algn="ctr" rtl="0">
              <a:lnSpc>
                <a:spcPct val="115000"/>
              </a:lnSpc>
              <a:spcBef>
                <a:spcPts val="0"/>
              </a:spcBef>
              <a:spcAft>
                <a:spcPts val="1600"/>
              </a:spcAft>
              <a:buNone/>
            </a:pPr>
            <a:r>
              <a:rPr lang="en-US" sz="1400" dirty="0">
                <a:latin typeface="Aptos Black" panose="020B0004020202020204" pitchFamily="34" charset="0"/>
              </a:rPr>
              <a:t>DAX Measures</a:t>
            </a:r>
            <a:endParaRPr lang="en-US" sz="1400" dirty="0">
              <a:solidFill>
                <a:schemeClr val="dk1"/>
              </a:solidFill>
              <a:latin typeface="Aptos Black" panose="020B0004020202020204" pitchFamily="34" charset="0"/>
              <a:ea typeface="Arimo"/>
              <a:cs typeface="Arimo"/>
              <a:sym typeface="Arimo"/>
            </a:endParaRPr>
          </a:p>
        </p:txBody>
      </p:sp>
      <p:sp>
        <p:nvSpPr>
          <p:cNvPr id="1829" name="TextBox 1828">
            <a:extLst>
              <a:ext uri="{FF2B5EF4-FFF2-40B4-BE49-F238E27FC236}">
                <a16:creationId xmlns:a16="http://schemas.microsoft.com/office/drawing/2014/main" id="{60A9B606-4C50-9705-EAE3-7F662929C06A}"/>
              </a:ext>
            </a:extLst>
          </p:cNvPr>
          <p:cNvSpPr txBox="1"/>
          <p:nvPr/>
        </p:nvSpPr>
        <p:spPr>
          <a:xfrm>
            <a:off x="3517126" y="3332179"/>
            <a:ext cx="4643562" cy="327910"/>
          </a:xfrm>
          <a:prstGeom prst="rect">
            <a:avLst/>
          </a:prstGeom>
          <a:noFill/>
        </p:spPr>
        <p:txBody>
          <a:bodyPr wrap="square">
            <a:spAutoFit/>
          </a:bodyPr>
          <a:lstStyle/>
          <a:p>
            <a:pPr marL="0" lvl="0" indent="0" algn="ctr" rtl="0">
              <a:lnSpc>
                <a:spcPct val="115000"/>
              </a:lnSpc>
              <a:spcBef>
                <a:spcPts val="0"/>
              </a:spcBef>
              <a:spcAft>
                <a:spcPts val="1600"/>
              </a:spcAft>
              <a:buNone/>
            </a:pPr>
            <a:r>
              <a:rPr lang="en-US" sz="1400" dirty="0">
                <a:latin typeface="Aptos Black" panose="020B0004020202020204" pitchFamily="34" charset="0"/>
              </a:rPr>
              <a:t>Key Insights</a:t>
            </a:r>
            <a:endParaRPr lang="en-US" sz="1400" dirty="0">
              <a:solidFill>
                <a:schemeClr val="dk1"/>
              </a:solidFill>
              <a:latin typeface="Aptos Black" panose="020B0004020202020204" pitchFamily="34" charset="0"/>
              <a:ea typeface="Arimo"/>
              <a:cs typeface="Arimo"/>
              <a:sym typeface="Arimo"/>
            </a:endParaRPr>
          </a:p>
        </p:txBody>
      </p:sp>
    </p:spTree>
    <p:extLst>
      <p:ext uri="{BB962C8B-B14F-4D97-AF65-F5344CB8AC3E}">
        <p14:creationId xmlns:p14="http://schemas.microsoft.com/office/powerpoint/2010/main" val="2737650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848"/>
                                        </p:tgtEl>
                                        <p:attrNameLst>
                                          <p:attrName>style.visibility</p:attrName>
                                        </p:attrNameLst>
                                      </p:cBhvr>
                                      <p:to>
                                        <p:strVal val="visible"/>
                                      </p:to>
                                    </p:set>
                                    <p:animEffect transition="in" filter="barn(inVertical)">
                                      <p:cBhvr>
                                        <p:cTn id="7" dur="500"/>
                                        <p:tgtEl>
                                          <p:spTgt spid="184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858"/>
                                        </p:tgtEl>
                                        <p:attrNameLst>
                                          <p:attrName>style.visibility</p:attrName>
                                        </p:attrNameLst>
                                      </p:cBhvr>
                                      <p:to>
                                        <p:strVal val="visible"/>
                                      </p:to>
                                    </p:set>
                                    <p:animEffect transition="in" filter="barn(inVertical)">
                                      <p:cBhvr>
                                        <p:cTn id="12" dur="500"/>
                                        <p:tgtEl>
                                          <p:spTgt spid="185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barn(inVertical)">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arn(inVertical)">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855"/>
                                        </p:tgtEl>
                                        <p:attrNameLst>
                                          <p:attrName>style.visibility</p:attrName>
                                        </p:attrNameLst>
                                      </p:cBhvr>
                                      <p:to>
                                        <p:strVal val="visible"/>
                                      </p:to>
                                    </p:set>
                                    <p:anim calcmode="lin" valueType="num">
                                      <p:cBhvr additive="base">
                                        <p:cTn id="27" dur="500" fill="hold"/>
                                        <p:tgtEl>
                                          <p:spTgt spid="1855"/>
                                        </p:tgtEl>
                                        <p:attrNameLst>
                                          <p:attrName>ppt_x</p:attrName>
                                        </p:attrNameLst>
                                      </p:cBhvr>
                                      <p:tavLst>
                                        <p:tav tm="0">
                                          <p:val>
                                            <p:strVal val="#ppt_x"/>
                                          </p:val>
                                        </p:tav>
                                        <p:tav tm="100000">
                                          <p:val>
                                            <p:strVal val="#ppt_x"/>
                                          </p:val>
                                        </p:tav>
                                      </p:tavLst>
                                    </p:anim>
                                    <p:anim calcmode="lin" valueType="num">
                                      <p:cBhvr additive="base">
                                        <p:cTn id="28" dur="500" fill="hold"/>
                                        <p:tgtEl>
                                          <p:spTgt spid="1855"/>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859"/>
                                        </p:tgtEl>
                                        <p:attrNameLst>
                                          <p:attrName>style.visibility</p:attrName>
                                        </p:attrNameLst>
                                      </p:cBhvr>
                                      <p:to>
                                        <p:strVal val="visible"/>
                                      </p:to>
                                    </p:set>
                                    <p:animEffect transition="in" filter="fade">
                                      <p:cBhvr>
                                        <p:cTn id="33" dur="500"/>
                                        <p:tgtEl>
                                          <p:spTgt spid="1859"/>
                                        </p:tgtEl>
                                      </p:cBhvr>
                                    </p:animEffect>
                                  </p:childTnLst>
                                </p:cTn>
                              </p:par>
                            </p:childTnLst>
                          </p:cTn>
                        </p:par>
                      </p:childTnLst>
                    </p:cTn>
                  </p:par>
                  <p:par>
                    <p:cTn id="34" fill="hold">
                      <p:stCondLst>
                        <p:cond delay="indefinite"/>
                      </p:stCondLst>
                      <p:childTnLst>
                        <p:par>
                          <p:cTn id="35" fill="hold">
                            <p:stCondLst>
                              <p:cond delay="0"/>
                            </p:stCondLst>
                            <p:childTnLst>
                              <p:par>
                                <p:cTn id="36" presetID="16" presetClass="entr" presetSubtype="21" fill="hold" grpId="0" nodeType="clickEffect">
                                  <p:stCondLst>
                                    <p:cond delay="0"/>
                                  </p:stCondLst>
                                  <p:childTnLst>
                                    <p:set>
                                      <p:cBhvr>
                                        <p:cTn id="37" dur="1" fill="hold">
                                          <p:stCondLst>
                                            <p:cond delay="0"/>
                                          </p:stCondLst>
                                        </p:cTn>
                                        <p:tgtEl>
                                          <p:spTgt spid="1849"/>
                                        </p:tgtEl>
                                        <p:attrNameLst>
                                          <p:attrName>style.visibility</p:attrName>
                                        </p:attrNameLst>
                                      </p:cBhvr>
                                      <p:to>
                                        <p:strVal val="visible"/>
                                      </p:to>
                                    </p:set>
                                    <p:animEffect transition="in" filter="barn(inVertical)">
                                      <p:cBhvr>
                                        <p:cTn id="38" dur="500"/>
                                        <p:tgtEl>
                                          <p:spTgt spid="1849"/>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9"/>
                                        </p:tgtEl>
                                        <p:attrNameLst>
                                          <p:attrName>style.visibility</p:attrName>
                                        </p:attrNameLst>
                                      </p:cBhvr>
                                      <p:to>
                                        <p:strVal val="visible"/>
                                      </p:to>
                                    </p:set>
                                    <p:anim calcmode="lin" valueType="num">
                                      <p:cBhvr additive="base">
                                        <p:cTn id="43" dur="500" fill="hold"/>
                                        <p:tgtEl>
                                          <p:spTgt spid="29"/>
                                        </p:tgtEl>
                                        <p:attrNameLst>
                                          <p:attrName>ppt_x</p:attrName>
                                        </p:attrNameLst>
                                      </p:cBhvr>
                                      <p:tavLst>
                                        <p:tav tm="0">
                                          <p:val>
                                            <p:strVal val="#ppt_x"/>
                                          </p:val>
                                        </p:tav>
                                        <p:tav tm="100000">
                                          <p:val>
                                            <p:strVal val="#ppt_x"/>
                                          </p:val>
                                        </p:tav>
                                      </p:tavLst>
                                    </p:anim>
                                    <p:anim calcmode="lin" valueType="num">
                                      <p:cBhvr additive="base">
                                        <p:cTn id="44"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6" presetClass="entr" presetSubtype="21" fill="hold" nodeType="click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barn(inVertical)">
                                      <p:cBhvr>
                                        <p:cTn id="49" dur="500"/>
                                        <p:tgtEl>
                                          <p:spTgt spid="14"/>
                                        </p:tgtEl>
                                      </p:cBhvr>
                                    </p:animEffect>
                                  </p:childTnLst>
                                </p:cTn>
                              </p:par>
                            </p:childTnLst>
                          </p:cTn>
                        </p:par>
                      </p:childTnLst>
                    </p:cTn>
                  </p:par>
                  <p:par>
                    <p:cTn id="50" fill="hold">
                      <p:stCondLst>
                        <p:cond delay="indefinite"/>
                      </p:stCondLst>
                      <p:childTnLst>
                        <p:par>
                          <p:cTn id="51" fill="hold">
                            <p:stCondLst>
                              <p:cond delay="0"/>
                            </p:stCondLst>
                            <p:childTnLst>
                              <p:par>
                                <p:cTn id="52" presetID="16" presetClass="entr" presetSubtype="21" fill="hold" grpId="0" nodeType="clickEffect">
                                  <p:stCondLst>
                                    <p:cond delay="0"/>
                                  </p:stCondLst>
                                  <p:childTnLst>
                                    <p:set>
                                      <p:cBhvr>
                                        <p:cTn id="53" dur="1" fill="hold">
                                          <p:stCondLst>
                                            <p:cond delay="0"/>
                                          </p:stCondLst>
                                        </p:cTn>
                                        <p:tgtEl>
                                          <p:spTgt spid="7"/>
                                        </p:tgtEl>
                                        <p:attrNameLst>
                                          <p:attrName>style.visibility</p:attrName>
                                        </p:attrNameLst>
                                      </p:cBhvr>
                                      <p:to>
                                        <p:strVal val="visible"/>
                                      </p:to>
                                    </p:set>
                                    <p:animEffect transition="in" filter="barn(inVertical)">
                                      <p:cBhvr>
                                        <p:cTn id="54" dur="500"/>
                                        <p:tgtEl>
                                          <p:spTgt spid="7"/>
                                        </p:tgtEl>
                                      </p:cBhvr>
                                    </p:animEffect>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31">
                                            <p:txEl>
                                              <p:pRg st="0" end="0"/>
                                            </p:txEl>
                                          </p:spTgt>
                                        </p:tgtEl>
                                        <p:attrNameLst>
                                          <p:attrName>style.visibility</p:attrName>
                                        </p:attrNameLst>
                                      </p:cBhvr>
                                      <p:to>
                                        <p:strVal val="visible"/>
                                      </p:to>
                                    </p:set>
                                    <p:anim calcmode="lin" valueType="num">
                                      <p:cBhvr additive="base">
                                        <p:cTn id="59" dur="500" fill="hold"/>
                                        <p:tgtEl>
                                          <p:spTgt spid="31">
                                            <p:txEl>
                                              <p:pRg st="0" end="0"/>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16" presetClass="entr" presetSubtype="21" fill="hold" nodeType="clickEffect">
                                  <p:stCondLst>
                                    <p:cond delay="0"/>
                                  </p:stCondLst>
                                  <p:childTnLst>
                                    <p:set>
                                      <p:cBhvr>
                                        <p:cTn id="64" dur="1" fill="hold">
                                          <p:stCondLst>
                                            <p:cond delay="0"/>
                                          </p:stCondLst>
                                        </p:cTn>
                                        <p:tgtEl>
                                          <p:spTgt spid="1861"/>
                                        </p:tgtEl>
                                        <p:attrNameLst>
                                          <p:attrName>style.visibility</p:attrName>
                                        </p:attrNameLst>
                                      </p:cBhvr>
                                      <p:to>
                                        <p:strVal val="visible"/>
                                      </p:to>
                                    </p:set>
                                    <p:animEffect transition="in" filter="barn(inVertical)">
                                      <p:cBhvr>
                                        <p:cTn id="65" dur="500"/>
                                        <p:tgtEl>
                                          <p:spTgt spid="1861"/>
                                        </p:tgtEl>
                                      </p:cBhvr>
                                    </p:animEffect>
                                  </p:childTnLst>
                                </p:cTn>
                              </p:par>
                            </p:childTnLst>
                          </p:cTn>
                        </p:par>
                      </p:childTnLst>
                    </p:cTn>
                  </p:par>
                  <p:par>
                    <p:cTn id="66" fill="hold">
                      <p:stCondLst>
                        <p:cond delay="indefinite"/>
                      </p:stCondLst>
                      <p:childTnLst>
                        <p:par>
                          <p:cTn id="67" fill="hold">
                            <p:stCondLst>
                              <p:cond delay="0"/>
                            </p:stCondLst>
                            <p:childTnLst>
                              <p:par>
                                <p:cTn id="68" presetID="16" presetClass="entr" presetSubtype="21" fill="hold" grpId="0" nodeType="clickEffect">
                                  <p:stCondLst>
                                    <p:cond delay="0"/>
                                  </p:stCondLst>
                                  <p:childTnLst>
                                    <p:set>
                                      <p:cBhvr>
                                        <p:cTn id="69" dur="1" fill="hold">
                                          <p:stCondLst>
                                            <p:cond delay="0"/>
                                          </p:stCondLst>
                                        </p:cTn>
                                        <p:tgtEl>
                                          <p:spTgt spid="8"/>
                                        </p:tgtEl>
                                        <p:attrNameLst>
                                          <p:attrName>style.visibility</p:attrName>
                                        </p:attrNameLst>
                                      </p:cBhvr>
                                      <p:to>
                                        <p:strVal val="visible"/>
                                      </p:to>
                                    </p:set>
                                    <p:animEffect transition="in" filter="barn(inVertical)">
                                      <p:cBhvr>
                                        <p:cTn id="70" dur="500"/>
                                        <p:tgtEl>
                                          <p:spTgt spid="8"/>
                                        </p:tgtEl>
                                      </p:cBhvr>
                                    </p:animEffect>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grpId="0" nodeType="clickEffect">
                                  <p:stCondLst>
                                    <p:cond delay="0"/>
                                  </p:stCondLst>
                                  <p:childTnLst>
                                    <p:set>
                                      <p:cBhvr>
                                        <p:cTn id="74" dur="1" fill="hold">
                                          <p:stCondLst>
                                            <p:cond delay="0"/>
                                          </p:stCondLst>
                                        </p:cTn>
                                        <p:tgtEl>
                                          <p:spTgt spid="1825"/>
                                        </p:tgtEl>
                                        <p:attrNameLst>
                                          <p:attrName>style.visibility</p:attrName>
                                        </p:attrNameLst>
                                      </p:cBhvr>
                                      <p:to>
                                        <p:strVal val="visible"/>
                                      </p:to>
                                    </p:set>
                                    <p:anim calcmode="lin" valueType="num">
                                      <p:cBhvr additive="base">
                                        <p:cTn id="75" dur="500" fill="hold"/>
                                        <p:tgtEl>
                                          <p:spTgt spid="1825"/>
                                        </p:tgtEl>
                                        <p:attrNameLst>
                                          <p:attrName>ppt_x</p:attrName>
                                        </p:attrNameLst>
                                      </p:cBhvr>
                                      <p:tavLst>
                                        <p:tav tm="0">
                                          <p:val>
                                            <p:strVal val="#ppt_x"/>
                                          </p:val>
                                        </p:tav>
                                        <p:tav tm="100000">
                                          <p:val>
                                            <p:strVal val="#ppt_x"/>
                                          </p:val>
                                        </p:tav>
                                      </p:tavLst>
                                    </p:anim>
                                    <p:anim calcmode="lin" valueType="num">
                                      <p:cBhvr additive="base">
                                        <p:cTn id="76" dur="500" fill="hold"/>
                                        <p:tgtEl>
                                          <p:spTgt spid="1825"/>
                                        </p:tgtEl>
                                        <p:attrNameLst>
                                          <p:attrName>ppt_y</p:attrName>
                                        </p:attrNameLst>
                                      </p:cBhvr>
                                      <p:tavLst>
                                        <p:tav tm="0">
                                          <p:val>
                                            <p:strVal val="1+#ppt_h/2"/>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16" presetClass="entr" presetSubtype="21" fill="hold" nodeType="clickEffect">
                                  <p:stCondLst>
                                    <p:cond delay="0"/>
                                  </p:stCondLst>
                                  <p:childTnLst>
                                    <p:set>
                                      <p:cBhvr>
                                        <p:cTn id="80" dur="1" fill="hold">
                                          <p:stCondLst>
                                            <p:cond delay="0"/>
                                          </p:stCondLst>
                                        </p:cTn>
                                        <p:tgtEl>
                                          <p:spTgt spid="12"/>
                                        </p:tgtEl>
                                        <p:attrNameLst>
                                          <p:attrName>style.visibility</p:attrName>
                                        </p:attrNameLst>
                                      </p:cBhvr>
                                      <p:to>
                                        <p:strVal val="visible"/>
                                      </p:to>
                                    </p:set>
                                    <p:animEffect transition="in" filter="barn(inVertical)">
                                      <p:cBhvr>
                                        <p:cTn id="81" dur="500"/>
                                        <p:tgtEl>
                                          <p:spTgt spid="12"/>
                                        </p:tgtEl>
                                      </p:cBhvr>
                                    </p:animEffect>
                                  </p:childTnLst>
                                </p:cTn>
                              </p:par>
                            </p:childTnLst>
                          </p:cTn>
                        </p:par>
                      </p:childTnLst>
                    </p:cTn>
                  </p:par>
                  <p:par>
                    <p:cTn id="82" fill="hold">
                      <p:stCondLst>
                        <p:cond delay="indefinite"/>
                      </p:stCondLst>
                      <p:childTnLst>
                        <p:par>
                          <p:cTn id="83" fill="hold">
                            <p:stCondLst>
                              <p:cond delay="0"/>
                            </p:stCondLst>
                            <p:childTnLst>
                              <p:par>
                                <p:cTn id="84" presetID="16" presetClass="entr" presetSubtype="21" fill="hold" grpId="0" nodeType="clickEffect">
                                  <p:stCondLst>
                                    <p:cond delay="0"/>
                                  </p:stCondLst>
                                  <p:childTnLst>
                                    <p:set>
                                      <p:cBhvr>
                                        <p:cTn id="85" dur="1" fill="hold">
                                          <p:stCondLst>
                                            <p:cond delay="0"/>
                                          </p:stCondLst>
                                        </p:cTn>
                                        <p:tgtEl>
                                          <p:spTgt spid="5"/>
                                        </p:tgtEl>
                                        <p:attrNameLst>
                                          <p:attrName>style.visibility</p:attrName>
                                        </p:attrNameLst>
                                      </p:cBhvr>
                                      <p:to>
                                        <p:strVal val="visible"/>
                                      </p:to>
                                    </p:set>
                                    <p:animEffect transition="in" filter="barn(inVertical)">
                                      <p:cBhvr>
                                        <p:cTn id="86" dur="500"/>
                                        <p:tgtEl>
                                          <p:spTgt spid="5"/>
                                        </p:tgtEl>
                                      </p:cBhvr>
                                    </p:animEffect>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1829">
                                            <p:txEl>
                                              <p:pRg st="0" end="0"/>
                                            </p:txEl>
                                          </p:spTgt>
                                        </p:tgtEl>
                                        <p:attrNameLst>
                                          <p:attrName>style.visibility</p:attrName>
                                        </p:attrNameLst>
                                      </p:cBhvr>
                                      <p:to>
                                        <p:strVal val="visible"/>
                                      </p:to>
                                    </p:set>
                                    <p:anim calcmode="lin" valueType="num">
                                      <p:cBhvr additive="base">
                                        <p:cTn id="91" dur="500" fill="hold"/>
                                        <p:tgtEl>
                                          <p:spTgt spid="1829">
                                            <p:txEl>
                                              <p:pRg st="0" end="0"/>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182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1862"/>
                                        </p:tgtEl>
                                        <p:attrNameLst>
                                          <p:attrName>style.visibility</p:attrName>
                                        </p:attrNameLst>
                                      </p:cBhvr>
                                      <p:to>
                                        <p:strVal val="visible"/>
                                      </p:to>
                                    </p:set>
                                    <p:anim calcmode="lin" valueType="num">
                                      <p:cBhvr additive="base">
                                        <p:cTn id="97" dur="500" fill="hold"/>
                                        <p:tgtEl>
                                          <p:spTgt spid="1862"/>
                                        </p:tgtEl>
                                        <p:attrNameLst>
                                          <p:attrName>ppt_x</p:attrName>
                                        </p:attrNameLst>
                                      </p:cBhvr>
                                      <p:tavLst>
                                        <p:tav tm="0">
                                          <p:val>
                                            <p:strVal val="#ppt_x"/>
                                          </p:val>
                                        </p:tav>
                                        <p:tav tm="100000">
                                          <p:val>
                                            <p:strVal val="#ppt_x"/>
                                          </p:val>
                                        </p:tav>
                                      </p:tavLst>
                                    </p:anim>
                                    <p:anim calcmode="lin" valueType="num">
                                      <p:cBhvr additive="base">
                                        <p:cTn id="98" dur="500" fill="hold"/>
                                        <p:tgtEl>
                                          <p:spTgt spid="1862"/>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nodeType="clickEffect">
                                  <p:stCondLst>
                                    <p:cond delay="0"/>
                                  </p:stCondLst>
                                  <p:childTnLst>
                                    <p:set>
                                      <p:cBhvr>
                                        <p:cTn id="102" dur="1" fill="hold">
                                          <p:stCondLst>
                                            <p:cond delay="0"/>
                                          </p:stCondLst>
                                        </p:cTn>
                                        <p:tgtEl>
                                          <p:spTgt spid="1874"/>
                                        </p:tgtEl>
                                        <p:attrNameLst>
                                          <p:attrName>style.visibility</p:attrName>
                                        </p:attrNameLst>
                                      </p:cBhvr>
                                      <p:to>
                                        <p:strVal val="visible"/>
                                      </p:to>
                                    </p:set>
                                    <p:anim calcmode="lin" valueType="num">
                                      <p:cBhvr additive="base">
                                        <p:cTn id="103" dur="500" fill="hold"/>
                                        <p:tgtEl>
                                          <p:spTgt spid="1874"/>
                                        </p:tgtEl>
                                        <p:attrNameLst>
                                          <p:attrName>ppt_x</p:attrName>
                                        </p:attrNameLst>
                                      </p:cBhvr>
                                      <p:tavLst>
                                        <p:tav tm="0">
                                          <p:val>
                                            <p:strVal val="#ppt_x"/>
                                          </p:val>
                                        </p:tav>
                                        <p:tav tm="100000">
                                          <p:val>
                                            <p:strVal val="#ppt_x"/>
                                          </p:val>
                                        </p:tav>
                                      </p:tavLst>
                                    </p:anim>
                                    <p:anim calcmode="lin" valueType="num">
                                      <p:cBhvr additive="base">
                                        <p:cTn id="104" dur="500" fill="hold"/>
                                        <p:tgtEl>
                                          <p:spTgt spid="18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8" grpId="0"/>
      <p:bldP spid="1849" grpId="0" animBg="1"/>
      <p:bldP spid="1855" grpId="0"/>
      <p:bldP spid="1858" grpId="0" animBg="1"/>
      <p:bldP spid="5" grpId="0" animBg="1"/>
      <p:bldP spid="6" grpId="0" animBg="1"/>
      <p:bldP spid="7" grpId="0" animBg="1"/>
      <p:bldP spid="8" grpId="0" animBg="1"/>
      <p:bldP spid="29" grpId="0"/>
      <p:bldP spid="182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7">
          <a:extLst>
            <a:ext uri="{FF2B5EF4-FFF2-40B4-BE49-F238E27FC236}">
              <a16:creationId xmlns:a16="http://schemas.microsoft.com/office/drawing/2014/main" id="{132F9862-2144-26F5-6A1A-05632DB55793}"/>
            </a:ext>
          </a:extLst>
        </p:cNvPr>
        <p:cNvGrpSpPr/>
        <p:nvPr/>
      </p:nvGrpSpPr>
      <p:grpSpPr>
        <a:xfrm>
          <a:off x="0" y="0"/>
          <a:ext cx="0" cy="0"/>
          <a:chOff x="0" y="0"/>
          <a:chExt cx="0" cy="0"/>
        </a:xfrm>
      </p:grpSpPr>
      <p:sp>
        <p:nvSpPr>
          <p:cNvPr id="1148" name="Google Shape;1148;p34">
            <a:extLst>
              <a:ext uri="{FF2B5EF4-FFF2-40B4-BE49-F238E27FC236}">
                <a16:creationId xmlns:a16="http://schemas.microsoft.com/office/drawing/2014/main" id="{A69B31B8-1503-22CD-EC7A-104D405809ED}"/>
              </a:ext>
            </a:extLst>
          </p:cNvPr>
          <p:cNvSpPr txBox="1">
            <a:spLocks noGrp="1"/>
          </p:cNvSpPr>
          <p:nvPr>
            <p:ph type="title"/>
          </p:nvPr>
        </p:nvSpPr>
        <p:spPr>
          <a:xfrm>
            <a:off x="831698" y="1566431"/>
            <a:ext cx="4878460" cy="1806699"/>
          </a:xfrm>
          <a:prstGeom prst="rect">
            <a:avLst/>
          </a:prstGeom>
        </p:spPr>
        <p:txBody>
          <a:bodyPr spcFirstLastPara="1" wrap="square" lIns="91425" tIns="91425" rIns="91425" bIns="91425" anchor="t" anchorCtr="0">
            <a:noAutofit/>
          </a:bodyPr>
          <a:lstStyle/>
          <a:p>
            <a:br>
              <a:rPr lang="en" dirty="0"/>
            </a:br>
            <a:r>
              <a:rPr lang="en-US" dirty="0"/>
              <a:t>Project Overview</a:t>
            </a:r>
            <a:endParaRPr dirty="0"/>
          </a:p>
        </p:txBody>
      </p:sp>
      <p:sp>
        <p:nvSpPr>
          <p:cNvPr id="1150" name="Google Shape;1150;p34">
            <a:extLst>
              <a:ext uri="{FF2B5EF4-FFF2-40B4-BE49-F238E27FC236}">
                <a16:creationId xmlns:a16="http://schemas.microsoft.com/office/drawing/2014/main" id="{A93322CB-F516-4F4D-F37D-A7F124D22DA4}"/>
              </a:ext>
            </a:extLst>
          </p:cNvPr>
          <p:cNvSpPr/>
          <p:nvPr/>
        </p:nvSpPr>
        <p:spPr>
          <a:xfrm flipH="1">
            <a:off x="3352620" y="4629950"/>
            <a:ext cx="1852422" cy="513550"/>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1" name="Google Shape;1151;p34">
            <a:extLst>
              <a:ext uri="{FF2B5EF4-FFF2-40B4-BE49-F238E27FC236}">
                <a16:creationId xmlns:a16="http://schemas.microsoft.com/office/drawing/2014/main" id="{EB6055B9-EABD-C841-4F80-F4AE76A0F5F2}"/>
              </a:ext>
            </a:extLst>
          </p:cNvPr>
          <p:cNvGrpSpPr/>
          <p:nvPr/>
        </p:nvGrpSpPr>
        <p:grpSpPr>
          <a:xfrm rot="5400000">
            <a:off x="-361547" y="3902218"/>
            <a:ext cx="1686810" cy="795739"/>
            <a:chOff x="7486078" y="1255168"/>
            <a:chExt cx="1686810" cy="795739"/>
          </a:xfrm>
        </p:grpSpPr>
        <p:sp>
          <p:nvSpPr>
            <p:cNvPr id="1152" name="Google Shape;1152;p34">
              <a:extLst>
                <a:ext uri="{FF2B5EF4-FFF2-40B4-BE49-F238E27FC236}">
                  <a16:creationId xmlns:a16="http://schemas.microsoft.com/office/drawing/2014/main" id="{26750D51-46C1-B645-4AEA-261BFB7D4959}"/>
                </a:ext>
              </a:extLst>
            </p:cNvPr>
            <p:cNvSpPr/>
            <p:nvPr/>
          </p:nvSpPr>
          <p:spPr>
            <a:xfrm rot="-5400000">
              <a:off x="8462831" y="1079222"/>
              <a:ext cx="85680" cy="1051573"/>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34">
              <a:extLst>
                <a:ext uri="{FF2B5EF4-FFF2-40B4-BE49-F238E27FC236}">
                  <a16:creationId xmlns:a16="http://schemas.microsoft.com/office/drawing/2014/main" id="{6EF30C75-3D55-8014-FB78-3529C33E8241}"/>
                </a:ext>
              </a:extLst>
            </p:cNvPr>
            <p:cNvSpPr/>
            <p:nvPr/>
          </p:nvSpPr>
          <p:spPr>
            <a:xfrm rot="-5400000">
              <a:off x="8484190" y="1057862"/>
              <a:ext cx="42961" cy="1051573"/>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4">
              <a:extLst>
                <a:ext uri="{FF2B5EF4-FFF2-40B4-BE49-F238E27FC236}">
                  <a16:creationId xmlns:a16="http://schemas.microsoft.com/office/drawing/2014/main" id="{57784364-4189-0848-F954-47F58B00B8B8}"/>
                </a:ext>
              </a:extLst>
            </p:cNvPr>
            <p:cNvSpPr/>
            <p:nvPr/>
          </p:nvSpPr>
          <p:spPr>
            <a:xfrm rot="-5400000">
              <a:off x="8136884" y="1575805"/>
              <a:ext cx="85680" cy="58407"/>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34">
              <a:extLst>
                <a:ext uri="{FF2B5EF4-FFF2-40B4-BE49-F238E27FC236}">
                  <a16:creationId xmlns:a16="http://schemas.microsoft.com/office/drawing/2014/main" id="{B9A89E55-4955-A467-CF08-3436BEBE2EDE}"/>
                </a:ext>
              </a:extLst>
            </p:cNvPr>
            <p:cNvSpPr/>
            <p:nvPr/>
          </p:nvSpPr>
          <p:spPr>
            <a:xfrm rot="-5400000">
              <a:off x="8803015" y="1534051"/>
              <a:ext cx="600726" cy="139019"/>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34">
              <a:extLst>
                <a:ext uri="{FF2B5EF4-FFF2-40B4-BE49-F238E27FC236}">
                  <a16:creationId xmlns:a16="http://schemas.microsoft.com/office/drawing/2014/main" id="{37BF271D-0CCA-384A-9607-775B018486A3}"/>
                </a:ext>
              </a:extLst>
            </p:cNvPr>
            <p:cNvSpPr/>
            <p:nvPr/>
          </p:nvSpPr>
          <p:spPr>
            <a:xfrm rot="-5400000">
              <a:off x="7430446" y="1310800"/>
              <a:ext cx="779569" cy="66830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4">
              <a:extLst>
                <a:ext uri="{FF2B5EF4-FFF2-40B4-BE49-F238E27FC236}">
                  <a16:creationId xmlns:a16="http://schemas.microsoft.com/office/drawing/2014/main" id="{2B87C04F-EA6E-3C20-E466-1D069BCF86CC}"/>
                </a:ext>
              </a:extLst>
            </p:cNvPr>
            <p:cNvSpPr/>
            <p:nvPr/>
          </p:nvSpPr>
          <p:spPr>
            <a:xfrm rot="-5400000">
              <a:off x="7461098" y="1349417"/>
              <a:ext cx="718265" cy="615208"/>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4">
              <a:extLst>
                <a:ext uri="{FF2B5EF4-FFF2-40B4-BE49-F238E27FC236}">
                  <a16:creationId xmlns:a16="http://schemas.microsoft.com/office/drawing/2014/main" id="{C2FD1FB4-5056-048F-3481-CFDB1BD239BD}"/>
                </a:ext>
              </a:extLst>
            </p:cNvPr>
            <p:cNvSpPr/>
            <p:nvPr/>
          </p:nvSpPr>
          <p:spPr>
            <a:xfrm rot="-5400000">
              <a:off x="7430688" y="1326729"/>
              <a:ext cx="779569" cy="668788"/>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34">
              <a:extLst>
                <a:ext uri="{FF2B5EF4-FFF2-40B4-BE49-F238E27FC236}">
                  <a16:creationId xmlns:a16="http://schemas.microsoft.com/office/drawing/2014/main" id="{238F3C24-0D6D-A85C-FFAD-408F31BFDD74}"/>
                </a:ext>
              </a:extLst>
            </p:cNvPr>
            <p:cNvSpPr/>
            <p:nvPr/>
          </p:nvSpPr>
          <p:spPr>
            <a:xfrm rot="5400000" flipH="1">
              <a:off x="7557667" y="1340997"/>
              <a:ext cx="525000" cy="525000"/>
            </a:xfrm>
            <a:prstGeom prst="mathMultiply">
              <a:avLst>
                <a:gd name="adj1" fmla="val 1275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Picture 1" descr="This may contain: an old fashioned train is on display in a museum with people walking around it and flags hanging from the ceiling">
            <a:extLst>
              <a:ext uri="{FF2B5EF4-FFF2-40B4-BE49-F238E27FC236}">
                <a16:creationId xmlns:a16="http://schemas.microsoft.com/office/drawing/2014/main" id="{975C533F-1821-8E29-9D89-B6C62FF0EF08}"/>
              </a:ext>
            </a:extLst>
          </p:cNvPr>
          <p:cNvPicPr>
            <a:picLocks noChangeAspect="1"/>
          </p:cNvPicPr>
          <p:nvPr/>
        </p:nvPicPr>
        <p:blipFill>
          <a:blip r:embed="rId3"/>
          <a:stretch>
            <a:fillRect/>
          </a:stretch>
        </p:blipFill>
        <p:spPr>
          <a:xfrm>
            <a:off x="5486790" y="0"/>
            <a:ext cx="3657209" cy="5143500"/>
          </a:xfrm>
          <a:prstGeom prst="rect">
            <a:avLst/>
          </a:prstGeom>
          <a:ln>
            <a:noFill/>
          </a:ln>
          <a:effectLst>
            <a:outerShdw blurRad="292100" dist="139700" dir="2700000" algn="tl" rotWithShape="0">
              <a:srgbClr val="333333">
                <a:alpha val="65000"/>
              </a:srgbClr>
            </a:outerShdw>
          </a:effectLst>
        </p:spPr>
        <p:style>
          <a:lnRef idx="2">
            <a:schemeClr val="accent1">
              <a:shade val="15000"/>
            </a:schemeClr>
          </a:lnRef>
          <a:fillRef idx="1">
            <a:schemeClr val="accent1"/>
          </a:fillRef>
          <a:effectRef idx="0">
            <a:schemeClr val="accent1"/>
          </a:effectRef>
          <a:fontRef idx="minor">
            <a:schemeClr val="lt1"/>
          </a:fontRef>
        </p:style>
      </p:pic>
      <p:sp>
        <p:nvSpPr>
          <p:cNvPr id="6" name="Google Shape;812;p29">
            <a:extLst>
              <a:ext uri="{FF2B5EF4-FFF2-40B4-BE49-F238E27FC236}">
                <a16:creationId xmlns:a16="http://schemas.microsoft.com/office/drawing/2014/main" id="{24F55371-2109-DBA0-9C0C-22CF208814A9}"/>
              </a:ext>
            </a:extLst>
          </p:cNvPr>
          <p:cNvSpPr txBox="1">
            <a:spLocks/>
          </p:cNvSpPr>
          <p:nvPr/>
        </p:nvSpPr>
        <p:spPr>
          <a:xfrm>
            <a:off x="215814" y="1943294"/>
            <a:ext cx="1156170" cy="981075"/>
          </a:xfrm>
          <a:prstGeom prst="rect">
            <a:avLst/>
          </a:prstGeom>
          <a:solidFill>
            <a:schemeClr val="accent4"/>
          </a:solidFill>
          <a:ln>
            <a:solidFill>
              <a:schemeClr val="accent4"/>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6000" dirty="0">
                <a:solidFill>
                  <a:schemeClr val="bg1"/>
                </a:solidFill>
                <a:latin typeface="Nova Square" panose="020B0604020202020204" charset="0"/>
              </a:rPr>
              <a:t>01</a:t>
            </a:r>
          </a:p>
        </p:txBody>
      </p:sp>
    </p:spTree>
    <p:extLst>
      <p:ext uri="{BB962C8B-B14F-4D97-AF65-F5344CB8AC3E}">
        <p14:creationId xmlns:p14="http://schemas.microsoft.com/office/powerpoint/2010/main" val="42364708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09"/>
        <p:cNvGrpSpPr/>
        <p:nvPr/>
      </p:nvGrpSpPr>
      <p:grpSpPr>
        <a:xfrm>
          <a:off x="0" y="0"/>
          <a:ext cx="0" cy="0"/>
          <a:chOff x="0" y="0"/>
          <a:chExt cx="0" cy="0"/>
        </a:xfrm>
      </p:grpSpPr>
      <p:sp>
        <p:nvSpPr>
          <p:cNvPr id="1011" name="Google Shape;1011;p30"/>
          <p:cNvSpPr txBox="1">
            <a:spLocks noGrp="1"/>
          </p:cNvSpPr>
          <p:nvPr>
            <p:ph type="title"/>
          </p:nvPr>
        </p:nvSpPr>
        <p:spPr>
          <a:xfrm>
            <a:off x="720000" y="334125"/>
            <a:ext cx="7704000" cy="683700"/>
          </a:xfrm>
          <a:prstGeom prst="rect">
            <a:avLst/>
          </a:prstGeom>
        </p:spPr>
        <p:txBody>
          <a:bodyPr spcFirstLastPara="1" wrap="square" lIns="91425" tIns="91425" rIns="91425" bIns="91425" anchor="t" anchorCtr="0">
            <a:noAutofit/>
          </a:bodyPr>
          <a:lstStyle/>
          <a:p>
            <a:pPr lvl="0"/>
            <a:r>
              <a:rPr lang="en-US" dirty="0"/>
              <a:t>Overview</a:t>
            </a:r>
            <a:endParaRPr dirty="0"/>
          </a:p>
        </p:txBody>
      </p:sp>
      <p:sp>
        <p:nvSpPr>
          <p:cNvPr id="1012" name="Google Shape;1012;p30"/>
          <p:cNvSpPr txBox="1">
            <a:spLocks noGrp="1"/>
          </p:cNvSpPr>
          <p:nvPr>
            <p:ph type="body" idx="1"/>
          </p:nvPr>
        </p:nvSpPr>
        <p:spPr>
          <a:xfrm flipH="1">
            <a:off x="3400423" y="1187100"/>
            <a:ext cx="4914901" cy="2769300"/>
          </a:xfrm>
          <a:prstGeom prst="rect">
            <a:avLst/>
          </a:prstGeom>
        </p:spPr>
        <p:txBody>
          <a:bodyPr spcFirstLastPara="1" wrap="square" lIns="91425" tIns="91425" rIns="91425" bIns="91425" anchor="t" anchorCtr="0">
            <a:noAutofit/>
          </a:bodyPr>
          <a:lstStyle/>
          <a:p>
            <a:r>
              <a:rPr lang="en-US" sz="1300" dirty="0"/>
              <a:t>This project is an interactive UK Railway Analytics Dashboard built using Microsoft Power BI. It analyzes ticket sales performance, journey punctuality, delay patterns, and refund behavior across 31,653 real transaction records from December 2023 to April 2024.</a:t>
            </a:r>
          </a:p>
          <a:p>
            <a:r>
              <a:rPr lang="en-US" sz="1300" dirty="0"/>
              <a:t>The dashboard helps railway operations teams make data-driven decisions through 9 interactive pages covering revenue, regional performance, customer behavior, and time trends.</a:t>
            </a:r>
          </a:p>
          <a:p>
            <a:pPr marL="139700" indent="0">
              <a:buNone/>
            </a:pPr>
            <a:r>
              <a:rPr lang="en-US" sz="1300" b="1" dirty="0"/>
              <a:t>3 highlight stats:</a:t>
            </a:r>
            <a:endParaRPr lang="en-US" sz="1300" dirty="0"/>
          </a:p>
          <a:p>
            <a:r>
              <a:rPr lang="en-US" sz="1300" dirty="0"/>
              <a:t> 31,653 Transactions</a:t>
            </a:r>
          </a:p>
          <a:p>
            <a:r>
              <a:rPr lang="en-US" sz="1300" dirty="0"/>
              <a:t> £741.92K Total Revenue</a:t>
            </a:r>
          </a:p>
          <a:p>
            <a:r>
              <a:rPr lang="en-US" sz="1300" dirty="0"/>
              <a:t> 9 Dashboard Pages</a:t>
            </a:r>
          </a:p>
        </p:txBody>
      </p:sp>
      <p:pic>
        <p:nvPicPr>
          <p:cNvPr id="6" name="Picture Placeholder 5">
            <a:extLst>
              <a:ext uri="{FF2B5EF4-FFF2-40B4-BE49-F238E27FC236}">
                <a16:creationId xmlns:a16="http://schemas.microsoft.com/office/drawing/2014/main" id="{F794627F-DB50-F897-899D-917EFAF2BF58}"/>
              </a:ext>
            </a:extLst>
          </p:cNvPr>
          <p:cNvPicPr>
            <a:picLocks noGrp="1" noChangeAspect="1"/>
          </p:cNvPicPr>
          <p:nvPr>
            <p:ph type="pic" idx="2"/>
          </p:nvPr>
        </p:nvPicPr>
        <p:blipFill>
          <a:blip r:embed="rId3"/>
          <a:srcRect t="12520" b="12520"/>
          <a:stretch>
            <a:fillRect/>
          </a:stretch>
        </p:blipFill>
        <p:spPr>
          <a:xfrm>
            <a:off x="433723" y="1088400"/>
            <a:ext cx="2966700" cy="2966700"/>
          </a:xfrm>
          <a:prstGeom prst="ellipse">
            <a:avLst/>
          </a:prstGeom>
          <a:noFill/>
          <a:ln w="19050" cap="flat" cmpd="sng">
            <a:solidFill>
              <a:srgbClr val="E3FBFF"/>
            </a:solidFill>
            <a:prstDash val="solid"/>
            <a:round/>
            <a:headEnd type="none" w="sm" len="sm"/>
            <a:tailEnd type="none" w="sm" len="sm"/>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011"/>
                                        </p:tgtEl>
                                        <p:attrNameLst>
                                          <p:attrName>style.visibility</p:attrName>
                                        </p:attrNameLst>
                                      </p:cBhvr>
                                      <p:to>
                                        <p:strVal val="visible"/>
                                      </p:to>
                                    </p:set>
                                    <p:anim calcmode="lin" valueType="num">
                                      <p:cBhvr additive="base">
                                        <p:cTn id="12" dur="500" fill="hold"/>
                                        <p:tgtEl>
                                          <p:spTgt spid="1011"/>
                                        </p:tgtEl>
                                        <p:attrNameLst>
                                          <p:attrName>ppt_x</p:attrName>
                                        </p:attrNameLst>
                                      </p:cBhvr>
                                      <p:tavLst>
                                        <p:tav tm="0">
                                          <p:val>
                                            <p:strVal val="#ppt_x"/>
                                          </p:val>
                                        </p:tav>
                                        <p:tav tm="100000">
                                          <p:val>
                                            <p:strVal val="#ppt_x"/>
                                          </p:val>
                                        </p:tav>
                                      </p:tavLst>
                                    </p:anim>
                                    <p:anim calcmode="lin" valueType="num">
                                      <p:cBhvr additive="base">
                                        <p:cTn id="13" dur="500" fill="hold"/>
                                        <p:tgtEl>
                                          <p:spTgt spid="1011"/>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grpId="0" nodeType="clickEffect">
                                  <p:stCondLst>
                                    <p:cond delay="0"/>
                                  </p:stCondLst>
                                  <p:childTnLst>
                                    <p:set>
                                      <p:cBhvr>
                                        <p:cTn id="17" dur="1" fill="hold">
                                          <p:stCondLst>
                                            <p:cond delay="0"/>
                                          </p:stCondLst>
                                        </p:cTn>
                                        <p:tgtEl>
                                          <p:spTgt spid="1012">
                                            <p:txEl>
                                              <p:pRg st="0" end="0"/>
                                            </p:txEl>
                                          </p:spTgt>
                                        </p:tgtEl>
                                        <p:attrNameLst>
                                          <p:attrName>style.visibility</p:attrName>
                                        </p:attrNameLst>
                                      </p:cBhvr>
                                      <p:to>
                                        <p:strVal val="visible"/>
                                      </p:to>
                                    </p:set>
                                    <p:animEffect transition="in" filter="barn(inVertical)">
                                      <p:cBhvr>
                                        <p:cTn id="18" dur="500"/>
                                        <p:tgtEl>
                                          <p:spTgt spid="1012">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1012">
                                            <p:txEl>
                                              <p:pRg st="1" end="1"/>
                                            </p:txEl>
                                          </p:spTgt>
                                        </p:tgtEl>
                                        <p:attrNameLst>
                                          <p:attrName>style.visibility</p:attrName>
                                        </p:attrNameLst>
                                      </p:cBhvr>
                                      <p:to>
                                        <p:strVal val="visible"/>
                                      </p:to>
                                    </p:set>
                                    <p:animEffect transition="in" filter="barn(inVertical)">
                                      <p:cBhvr>
                                        <p:cTn id="23" dur="500"/>
                                        <p:tgtEl>
                                          <p:spTgt spid="1012">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grpId="0" nodeType="clickEffect">
                                  <p:stCondLst>
                                    <p:cond delay="0"/>
                                  </p:stCondLst>
                                  <p:childTnLst>
                                    <p:set>
                                      <p:cBhvr>
                                        <p:cTn id="27" dur="1" fill="hold">
                                          <p:stCondLst>
                                            <p:cond delay="0"/>
                                          </p:stCondLst>
                                        </p:cTn>
                                        <p:tgtEl>
                                          <p:spTgt spid="1012">
                                            <p:txEl>
                                              <p:pRg st="2" end="2"/>
                                            </p:txEl>
                                          </p:spTgt>
                                        </p:tgtEl>
                                        <p:attrNameLst>
                                          <p:attrName>style.visibility</p:attrName>
                                        </p:attrNameLst>
                                      </p:cBhvr>
                                      <p:to>
                                        <p:strVal val="visible"/>
                                      </p:to>
                                    </p:set>
                                    <p:animEffect transition="in" filter="barn(inVertical)">
                                      <p:cBhvr>
                                        <p:cTn id="28" dur="500"/>
                                        <p:tgtEl>
                                          <p:spTgt spid="1012">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grpId="0" nodeType="clickEffect">
                                  <p:stCondLst>
                                    <p:cond delay="0"/>
                                  </p:stCondLst>
                                  <p:childTnLst>
                                    <p:set>
                                      <p:cBhvr>
                                        <p:cTn id="32" dur="1" fill="hold">
                                          <p:stCondLst>
                                            <p:cond delay="0"/>
                                          </p:stCondLst>
                                        </p:cTn>
                                        <p:tgtEl>
                                          <p:spTgt spid="1012">
                                            <p:txEl>
                                              <p:pRg st="3" end="3"/>
                                            </p:txEl>
                                          </p:spTgt>
                                        </p:tgtEl>
                                        <p:attrNameLst>
                                          <p:attrName>style.visibility</p:attrName>
                                        </p:attrNameLst>
                                      </p:cBhvr>
                                      <p:to>
                                        <p:strVal val="visible"/>
                                      </p:to>
                                    </p:set>
                                    <p:animEffect transition="in" filter="barn(inVertical)">
                                      <p:cBhvr>
                                        <p:cTn id="33" dur="500"/>
                                        <p:tgtEl>
                                          <p:spTgt spid="1012">
                                            <p:txEl>
                                              <p:pRg st="3" end="3"/>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6" presetClass="entr" presetSubtype="21" fill="hold" grpId="0" nodeType="clickEffect">
                                  <p:stCondLst>
                                    <p:cond delay="0"/>
                                  </p:stCondLst>
                                  <p:childTnLst>
                                    <p:set>
                                      <p:cBhvr>
                                        <p:cTn id="37" dur="1" fill="hold">
                                          <p:stCondLst>
                                            <p:cond delay="0"/>
                                          </p:stCondLst>
                                        </p:cTn>
                                        <p:tgtEl>
                                          <p:spTgt spid="1012">
                                            <p:txEl>
                                              <p:pRg st="4" end="4"/>
                                            </p:txEl>
                                          </p:spTgt>
                                        </p:tgtEl>
                                        <p:attrNameLst>
                                          <p:attrName>style.visibility</p:attrName>
                                        </p:attrNameLst>
                                      </p:cBhvr>
                                      <p:to>
                                        <p:strVal val="visible"/>
                                      </p:to>
                                    </p:set>
                                    <p:animEffect transition="in" filter="barn(inVertical)">
                                      <p:cBhvr>
                                        <p:cTn id="38" dur="500"/>
                                        <p:tgtEl>
                                          <p:spTgt spid="1012">
                                            <p:txEl>
                                              <p:pRg st="4" end="4"/>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grpId="0" nodeType="clickEffect">
                                  <p:stCondLst>
                                    <p:cond delay="0"/>
                                  </p:stCondLst>
                                  <p:childTnLst>
                                    <p:set>
                                      <p:cBhvr>
                                        <p:cTn id="42" dur="1" fill="hold">
                                          <p:stCondLst>
                                            <p:cond delay="0"/>
                                          </p:stCondLst>
                                        </p:cTn>
                                        <p:tgtEl>
                                          <p:spTgt spid="1012">
                                            <p:txEl>
                                              <p:pRg st="5" end="5"/>
                                            </p:txEl>
                                          </p:spTgt>
                                        </p:tgtEl>
                                        <p:attrNameLst>
                                          <p:attrName>style.visibility</p:attrName>
                                        </p:attrNameLst>
                                      </p:cBhvr>
                                      <p:to>
                                        <p:strVal val="visible"/>
                                      </p:to>
                                    </p:set>
                                    <p:animEffect transition="in" filter="barn(inVertical)">
                                      <p:cBhvr>
                                        <p:cTn id="43" dur="500"/>
                                        <p:tgtEl>
                                          <p:spTgt spid="101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1" grpId="0"/>
      <p:bldP spid="1012"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sp>
        <p:nvSpPr>
          <p:cNvPr id="811" name="Google Shape;811;p29"/>
          <p:cNvSpPr txBox="1">
            <a:spLocks noGrp="1"/>
          </p:cNvSpPr>
          <p:nvPr>
            <p:ph type="title"/>
          </p:nvPr>
        </p:nvSpPr>
        <p:spPr>
          <a:xfrm>
            <a:off x="3410175" y="1075750"/>
            <a:ext cx="5000400" cy="841800"/>
          </a:xfrm>
          <a:prstGeom prst="rect">
            <a:avLst/>
          </a:prstGeom>
        </p:spPr>
        <p:txBody>
          <a:bodyPr spcFirstLastPara="1" wrap="square" lIns="91425" tIns="91425" rIns="91425" bIns="91425" anchor="ctr" anchorCtr="0">
            <a:noAutofit/>
          </a:bodyPr>
          <a:lstStyle/>
          <a:p>
            <a:pPr lvl="0"/>
            <a:r>
              <a:rPr lang="en-US" dirty="0"/>
              <a:t>Dataset Description</a:t>
            </a:r>
            <a:endParaRPr dirty="0"/>
          </a:p>
        </p:txBody>
      </p:sp>
      <p:sp>
        <p:nvSpPr>
          <p:cNvPr id="812" name="Google Shape;812;p29"/>
          <p:cNvSpPr txBox="1">
            <a:spLocks noGrp="1"/>
          </p:cNvSpPr>
          <p:nvPr>
            <p:ph type="title" idx="2"/>
          </p:nvPr>
        </p:nvSpPr>
        <p:spPr>
          <a:xfrm>
            <a:off x="1895250" y="861850"/>
            <a:ext cx="1268400" cy="1269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grpSp>
        <p:nvGrpSpPr>
          <p:cNvPr id="813" name="Google Shape;813;p29"/>
          <p:cNvGrpSpPr/>
          <p:nvPr/>
        </p:nvGrpSpPr>
        <p:grpSpPr>
          <a:xfrm>
            <a:off x="4683750" y="2574250"/>
            <a:ext cx="4466625" cy="1978850"/>
            <a:chOff x="4683750" y="2574250"/>
            <a:chExt cx="4466625" cy="1978850"/>
          </a:xfrm>
        </p:grpSpPr>
        <p:sp>
          <p:nvSpPr>
            <p:cNvPr id="814" name="Google Shape;814;p29"/>
            <p:cNvSpPr/>
            <p:nvPr/>
          </p:nvSpPr>
          <p:spPr>
            <a:xfrm>
              <a:off x="5909175" y="2577600"/>
              <a:ext cx="3241200" cy="1975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15" name="Google Shape;815;p29"/>
            <p:cNvGrpSpPr/>
            <p:nvPr/>
          </p:nvGrpSpPr>
          <p:grpSpPr>
            <a:xfrm>
              <a:off x="4683750" y="2574250"/>
              <a:ext cx="4460259" cy="1944238"/>
              <a:chOff x="4683750" y="2574250"/>
              <a:chExt cx="4460259" cy="1944238"/>
            </a:xfrm>
          </p:grpSpPr>
          <p:sp>
            <p:nvSpPr>
              <p:cNvPr id="816" name="Google Shape;816;p29"/>
              <p:cNvSpPr/>
              <p:nvPr/>
            </p:nvSpPr>
            <p:spPr>
              <a:xfrm>
                <a:off x="6038238" y="2574250"/>
                <a:ext cx="1882269" cy="1944238"/>
              </a:xfrm>
              <a:custGeom>
                <a:avLst/>
                <a:gdLst/>
                <a:ahLst/>
                <a:cxnLst/>
                <a:rect l="l" t="t" r="r" b="b"/>
                <a:pathLst>
                  <a:path w="11755" h="12142" extrusionOk="0">
                    <a:moveTo>
                      <a:pt x="0" y="1"/>
                    </a:moveTo>
                    <a:lnTo>
                      <a:pt x="0" y="12142"/>
                    </a:lnTo>
                    <a:lnTo>
                      <a:pt x="11754" y="12142"/>
                    </a:lnTo>
                    <a:lnTo>
                      <a:pt x="1175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29"/>
              <p:cNvSpPr/>
              <p:nvPr/>
            </p:nvSpPr>
            <p:spPr>
              <a:xfrm>
                <a:off x="7920333" y="2815076"/>
                <a:ext cx="1223675" cy="1703410"/>
              </a:xfrm>
              <a:custGeom>
                <a:avLst/>
                <a:gdLst/>
                <a:ahLst/>
                <a:cxnLst/>
                <a:rect l="l" t="t" r="r" b="b"/>
                <a:pathLst>
                  <a:path w="7642" h="10638" extrusionOk="0">
                    <a:moveTo>
                      <a:pt x="0" y="0"/>
                    </a:moveTo>
                    <a:lnTo>
                      <a:pt x="0" y="10638"/>
                    </a:lnTo>
                    <a:lnTo>
                      <a:pt x="7641" y="10638"/>
                    </a:lnTo>
                    <a:lnTo>
                      <a:pt x="7641" y="3594"/>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29"/>
              <p:cNvSpPr/>
              <p:nvPr/>
            </p:nvSpPr>
            <p:spPr>
              <a:xfrm>
                <a:off x="5908858" y="2574250"/>
                <a:ext cx="1882430" cy="1944238"/>
              </a:xfrm>
              <a:custGeom>
                <a:avLst/>
                <a:gdLst/>
                <a:ahLst/>
                <a:cxnLst/>
                <a:rect l="l" t="t" r="r" b="b"/>
                <a:pathLst>
                  <a:path w="11756" h="12142" extrusionOk="0">
                    <a:moveTo>
                      <a:pt x="1" y="1"/>
                    </a:moveTo>
                    <a:lnTo>
                      <a:pt x="1" y="12142"/>
                    </a:lnTo>
                    <a:lnTo>
                      <a:pt x="11755" y="12142"/>
                    </a:lnTo>
                    <a:lnTo>
                      <a:pt x="1175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29"/>
              <p:cNvSpPr/>
              <p:nvPr/>
            </p:nvSpPr>
            <p:spPr>
              <a:xfrm>
                <a:off x="6071864" y="2986729"/>
                <a:ext cx="1558176" cy="1529994"/>
              </a:xfrm>
              <a:custGeom>
                <a:avLst/>
                <a:gdLst/>
                <a:ahLst/>
                <a:cxnLst/>
                <a:rect l="l" t="t" r="r" b="b"/>
                <a:pathLst>
                  <a:path w="9731" h="9555" extrusionOk="0">
                    <a:moveTo>
                      <a:pt x="4854" y="443"/>
                    </a:moveTo>
                    <a:cubicBezTo>
                      <a:pt x="7298" y="443"/>
                      <a:pt x="9266" y="2423"/>
                      <a:pt x="9278" y="4855"/>
                    </a:cubicBezTo>
                    <a:lnTo>
                      <a:pt x="9278" y="9123"/>
                    </a:lnTo>
                    <a:lnTo>
                      <a:pt x="442" y="9123"/>
                    </a:lnTo>
                    <a:lnTo>
                      <a:pt x="442" y="4855"/>
                    </a:lnTo>
                    <a:cubicBezTo>
                      <a:pt x="442" y="2423"/>
                      <a:pt x="2422" y="443"/>
                      <a:pt x="4854" y="443"/>
                    </a:cubicBezTo>
                    <a:close/>
                    <a:moveTo>
                      <a:pt x="4875" y="1"/>
                    </a:moveTo>
                    <a:cubicBezTo>
                      <a:pt x="4868" y="1"/>
                      <a:pt x="4861" y="1"/>
                      <a:pt x="4854" y="1"/>
                    </a:cubicBezTo>
                    <a:cubicBezTo>
                      <a:pt x="2179" y="1"/>
                      <a:pt x="0" y="2179"/>
                      <a:pt x="0" y="4855"/>
                    </a:cubicBezTo>
                    <a:lnTo>
                      <a:pt x="0" y="9555"/>
                    </a:lnTo>
                    <a:lnTo>
                      <a:pt x="9731" y="9555"/>
                    </a:lnTo>
                    <a:lnTo>
                      <a:pt x="9731" y="4855"/>
                    </a:lnTo>
                    <a:cubicBezTo>
                      <a:pt x="9731" y="2175"/>
                      <a:pt x="7553" y="1"/>
                      <a:pt x="48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29"/>
              <p:cNvSpPr/>
              <p:nvPr/>
            </p:nvSpPr>
            <p:spPr>
              <a:xfrm>
                <a:off x="6142638" y="3057824"/>
                <a:ext cx="942176" cy="1458899"/>
              </a:xfrm>
              <a:custGeom>
                <a:avLst/>
                <a:gdLst/>
                <a:ahLst/>
                <a:cxnLst/>
                <a:rect l="l" t="t" r="r" b="b"/>
                <a:pathLst>
                  <a:path w="5884" h="9111" extrusionOk="0">
                    <a:moveTo>
                      <a:pt x="4411" y="1"/>
                    </a:moveTo>
                    <a:cubicBezTo>
                      <a:pt x="2067" y="1"/>
                      <a:pt x="0" y="1891"/>
                      <a:pt x="0" y="4411"/>
                    </a:cubicBezTo>
                    <a:lnTo>
                      <a:pt x="0" y="9111"/>
                    </a:lnTo>
                    <a:lnTo>
                      <a:pt x="2931" y="9111"/>
                    </a:lnTo>
                    <a:lnTo>
                      <a:pt x="2931" y="4411"/>
                    </a:lnTo>
                    <a:cubicBezTo>
                      <a:pt x="2931" y="2542"/>
                      <a:pt x="4114" y="873"/>
                      <a:pt x="5883" y="254"/>
                    </a:cubicBezTo>
                    <a:cubicBezTo>
                      <a:pt x="5391" y="81"/>
                      <a:pt x="4895" y="1"/>
                      <a:pt x="441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29"/>
              <p:cNvSpPr/>
              <p:nvPr/>
            </p:nvSpPr>
            <p:spPr>
              <a:xfrm>
                <a:off x="6611801" y="3098336"/>
                <a:ext cx="945698" cy="1418387"/>
              </a:xfrm>
              <a:custGeom>
                <a:avLst/>
                <a:gdLst/>
                <a:ahLst/>
                <a:cxnLst/>
                <a:rect l="l" t="t" r="r" b="b"/>
                <a:pathLst>
                  <a:path w="5906" h="8858" extrusionOk="0">
                    <a:moveTo>
                      <a:pt x="2953" y="1"/>
                    </a:moveTo>
                    <a:cubicBezTo>
                      <a:pt x="1184" y="620"/>
                      <a:pt x="1" y="2289"/>
                      <a:pt x="1" y="4158"/>
                    </a:cubicBezTo>
                    <a:lnTo>
                      <a:pt x="1" y="8858"/>
                    </a:lnTo>
                    <a:lnTo>
                      <a:pt x="5906" y="8858"/>
                    </a:lnTo>
                    <a:lnTo>
                      <a:pt x="5906" y="4158"/>
                    </a:lnTo>
                    <a:cubicBezTo>
                      <a:pt x="5894" y="2289"/>
                      <a:pt x="4711" y="620"/>
                      <a:pt x="29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29"/>
              <p:cNvSpPr/>
              <p:nvPr/>
            </p:nvSpPr>
            <p:spPr>
              <a:xfrm>
                <a:off x="7791114" y="2815076"/>
                <a:ext cx="1223515" cy="1703410"/>
              </a:xfrm>
              <a:custGeom>
                <a:avLst/>
                <a:gdLst/>
                <a:ahLst/>
                <a:cxnLst/>
                <a:rect l="l" t="t" r="r" b="b"/>
                <a:pathLst>
                  <a:path w="7641" h="10638" extrusionOk="0">
                    <a:moveTo>
                      <a:pt x="0" y="0"/>
                    </a:moveTo>
                    <a:lnTo>
                      <a:pt x="0" y="10638"/>
                    </a:lnTo>
                    <a:lnTo>
                      <a:pt x="7641" y="10638"/>
                    </a:lnTo>
                    <a:lnTo>
                      <a:pt x="7641" y="3594"/>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29"/>
              <p:cNvSpPr/>
              <p:nvPr/>
            </p:nvSpPr>
            <p:spPr>
              <a:xfrm>
                <a:off x="4683750" y="2815076"/>
                <a:ext cx="1225277" cy="1703410"/>
              </a:xfrm>
              <a:custGeom>
                <a:avLst/>
                <a:gdLst/>
                <a:ahLst/>
                <a:cxnLst/>
                <a:rect l="l" t="t" r="r" b="b"/>
                <a:pathLst>
                  <a:path w="7652" h="10638" extrusionOk="0">
                    <a:moveTo>
                      <a:pt x="7652" y="0"/>
                    </a:moveTo>
                    <a:lnTo>
                      <a:pt x="0" y="3594"/>
                    </a:lnTo>
                    <a:lnTo>
                      <a:pt x="0" y="10638"/>
                    </a:lnTo>
                    <a:lnTo>
                      <a:pt x="7652" y="10638"/>
                    </a:lnTo>
                    <a:lnTo>
                      <a:pt x="765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29"/>
              <p:cNvSpPr/>
              <p:nvPr/>
            </p:nvSpPr>
            <p:spPr>
              <a:xfrm>
                <a:off x="4683750" y="2574250"/>
                <a:ext cx="4330901" cy="1944238"/>
              </a:xfrm>
              <a:custGeom>
                <a:avLst/>
                <a:gdLst/>
                <a:ahLst/>
                <a:cxnLst/>
                <a:rect l="l" t="t" r="r" b="b"/>
                <a:pathLst>
                  <a:path w="27047" h="12142" extrusionOk="0">
                    <a:moveTo>
                      <a:pt x="7652" y="1"/>
                    </a:moveTo>
                    <a:lnTo>
                      <a:pt x="7652" y="1504"/>
                    </a:lnTo>
                    <a:lnTo>
                      <a:pt x="0" y="5098"/>
                    </a:lnTo>
                    <a:lnTo>
                      <a:pt x="0" y="12142"/>
                    </a:lnTo>
                    <a:lnTo>
                      <a:pt x="708" y="12142"/>
                    </a:lnTo>
                    <a:lnTo>
                      <a:pt x="708" y="11445"/>
                    </a:lnTo>
                    <a:lnTo>
                      <a:pt x="708" y="5551"/>
                    </a:lnTo>
                    <a:lnTo>
                      <a:pt x="7950" y="2135"/>
                    </a:lnTo>
                    <a:lnTo>
                      <a:pt x="8360" y="1947"/>
                    </a:lnTo>
                    <a:lnTo>
                      <a:pt x="8360" y="1504"/>
                    </a:lnTo>
                    <a:lnTo>
                      <a:pt x="8360" y="708"/>
                    </a:lnTo>
                    <a:lnTo>
                      <a:pt x="18698" y="708"/>
                    </a:lnTo>
                    <a:lnTo>
                      <a:pt x="18698" y="1504"/>
                    </a:lnTo>
                    <a:lnTo>
                      <a:pt x="18698" y="1947"/>
                    </a:lnTo>
                    <a:lnTo>
                      <a:pt x="19108" y="2135"/>
                    </a:lnTo>
                    <a:lnTo>
                      <a:pt x="26350" y="5551"/>
                    </a:lnTo>
                    <a:lnTo>
                      <a:pt x="26350" y="11445"/>
                    </a:lnTo>
                    <a:lnTo>
                      <a:pt x="26350" y="12142"/>
                    </a:lnTo>
                    <a:lnTo>
                      <a:pt x="27047" y="12142"/>
                    </a:lnTo>
                    <a:lnTo>
                      <a:pt x="27047" y="5098"/>
                    </a:lnTo>
                    <a:lnTo>
                      <a:pt x="19406" y="1504"/>
                    </a:lnTo>
                    <a:lnTo>
                      <a:pt x="1940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5" name="Google Shape;825;p29"/>
              <p:cNvSpPr/>
              <p:nvPr/>
            </p:nvSpPr>
            <p:spPr>
              <a:xfrm>
                <a:off x="6528697" y="2753108"/>
                <a:ext cx="132904" cy="51400"/>
              </a:xfrm>
              <a:custGeom>
                <a:avLst/>
                <a:gdLst/>
                <a:ahLst/>
                <a:cxnLst/>
                <a:rect l="l" t="t" r="r" b="b"/>
                <a:pathLst>
                  <a:path w="830" h="321" extrusionOk="0">
                    <a:moveTo>
                      <a:pt x="0" y="0"/>
                    </a:moveTo>
                    <a:lnTo>
                      <a:pt x="0" y="321"/>
                    </a:lnTo>
                    <a:lnTo>
                      <a:pt x="829" y="321"/>
                    </a:lnTo>
                    <a:lnTo>
                      <a:pt x="829"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29"/>
              <p:cNvSpPr/>
              <p:nvPr/>
            </p:nvSpPr>
            <p:spPr>
              <a:xfrm>
                <a:off x="6728692" y="2753108"/>
                <a:ext cx="134665" cy="51400"/>
              </a:xfrm>
              <a:custGeom>
                <a:avLst/>
                <a:gdLst/>
                <a:ahLst/>
                <a:cxnLst/>
                <a:rect l="l" t="t" r="r" b="b"/>
                <a:pathLst>
                  <a:path w="841" h="321" extrusionOk="0">
                    <a:moveTo>
                      <a:pt x="1" y="0"/>
                    </a:moveTo>
                    <a:lnTo>
                      <a:pt x="1" y="321"/>
                    </a:lnTo>
                    <a:lnTo>
                      <a:pt x="841" y="321"/>
                    </a:lnTo>
                    <a:lnTo>
                      <a:pt x="841"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29"/>
              <p:cNvSpPr/>
              <p:nvPr/>
            </p:nvSpPr>
            <p:spPr>
              <a:xfrm>
                <a:off x="7615778" y="3174555"/>
                <a:ext cx="134665" cy="51400"/>
              </a:xfrm>
              <a:custGeom>
                <a:avLst/>
                <a:gdLst/>
                <a:ahLst/>
                <a:cxnLst/>
                <a:rect l="l" t="t" r="r" b="b"/>
                <a:pathLst>
                  <a:path w="841" h="321" extrusionOk="0">
                    <a:moveTo>
                      <a:pt x="0" y="0"/>
                    </a:moveTo>
                    <a:lnTo>
                      <a:pt x="0" y="321"/>
                    </a:lnTo>
                    <a:lnTo>
                      <a:pt x="841" y="321"/>
                    </a:lnTo>
                    <a:lnTo>
                      <a:pt x="841"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29"/>
              <p:cNvSpPr/>
              <p:nvPr/>
            </p:nvSpPr>
            <p:spPr>
              <a:xfrm>
                <a:off x="7815773" y="3174555"/>
                <a:ext cx="134825" cy="51400"/>
              </a:xfrm>
              <a:custGeom>
                <a:avLst/>
                <a:gdLst/>
                <a:ahLst/>
                <a:cxnLst/>
                <a:rect l="l" t="t" r="r" b="b"/>
                <a:pathLst>
                  <a:path w="842" h="321" extrusionOk="0">
                    <a:moveTo>
                      <a:pt x="1" y="0"/>
                    </a:moveTo>
                    <a:lnTo>
                      <a:pt x="1" y="321"/>
                    </a:lnTo>
                    <a:lnTo>
                      <a:pt x="841" y="321"/>
                    </a:lnTo>
                    <a:lnTo>
                      <a:pt x="8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29"/>
              <p:cNvSpPr/>
              <p:nvPr/>
            </p:nvSpPr>
            <p:spPr>
              <a:xfrm>
                <a:off x="8014166" y="3174555"/>
                <a:ext cx="134665" cy="51400"/>
              </a:xfrm>
              <a:custGeom>
                <a:avLst/>
                <a:gdLst/>
                <a:ahLst/>
                <a:cxnLst/>
                <a:rect l="l" t="t" r="r" b="b"/>
                <a:pathLst>
                  <a:path w="841" h="321" extrusionOk="0">
                    <a:moveTo>
                      <a:pt x="0" y="0"/>
                    </a:moveTo>
                    <a:lnTo>
                      <a:pt x="0" y="321"/>
                    </a:lnTo>
                    <a:lnTo>
                      <a:pt x="841" y="321"/>
                    </a:lnTo>
                    <a:lnTo>
                      <a:pt x="8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29"/>
              <p:cNvSpPr/>
              <p:nvPr/>
            </p:nvSpPr>
            <p:spPr>
              <a:xfrm>
                <a:off x="7815773" y="3841951"/>
                <a:ext cx="134825" cy="51560"/>
              </a:xfrm>
              <a:custGeom>
                <a:avLst/>
                <a:gdLst/>
                <a:ahLst/>
                <a:cxnLst/>
                <a:rect l="l" t="t" r="r" b="b"/>
                <a:pathLst>
                  <a:path w="842" h="322" extrusionOk="0">
                    <a:moveTo>
                      <a:pt x="1" y="1"/>
                    </a:moveTo>
                    <a:lnTo>
                      <a:pt x="1" y="321"/>
                    </a:lnTo>
                    <a:lnTo>
                      <a:pt x="841" y="321"/>
                    </a:lnTo>
                    <a:lnTo>
                      <a:pt x="8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29"/>
              <p:cNvSpPr/>
              <p:nvPr/>
            </p:nvSpPr>
            <p:spPr>
              <a:xfrm>
                <a:off x="8612549" y="3841951"/>
                <a:ext cx="134825" cy="51560"/>
              </a:xfrm>
              <a:custGeom>
                <a:avLst/>
                <a:gdLst/>
                <a:ahLst/>
                <a:cxnLst/>
                <a:rect l="l" t="t" r="r" b="b"/>
                <a:pathLst>
                  <a:path w="842" h="322" extrusionOk="0">
                    <a:moveTo>
                      <a:pt x="1" y="1"/>
                    </a:moveTo>
                    <a:lnTo>
                      <a:pt x="1" y="321"/>
                    </a:lnTo>
                    <a:lnTo>
                      <a:pt x="841" y="321"/>
                    </a:lnTo>
                    <a:lnTo>
                      <a:pt x="8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29"/>
              <p:cNvSpPr/>
              <p:nvPr/>
            </p:nvSpPr>
            <p:spPr>
              <a:xfrm>
                <a:off x="8679961" y="3765892"/>
                <a:ext cx="134665" cy="51400"/>
              </a:xfrm>
              <a:custGeom>
                <a:avLst/>
                <a:gdLst/>
                <a:ahLst/>
                <a:cxnLst/>
                <a:rect l="l" t="t" r="r" b="b"/>
                <a:pathLst>
                  <a:path w="841" h="321" extrusionOk="0">
                    <a:moveTo>
                      <a:pt x="0" y="0"/>
                    </a:moveTo>
                    <a:lnTo>
                      <a:pt x="0" y="321"/>
                    </a:lnTo>
                    <a:lnTo>
                      <a:pt x="840" y="3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29"/>
              <p:cNvSpPr/>
              <p:nvPr/>
            </p:nvSpPr>
            <p:spPr>
              <a:xfrm>
                <a:off x="8014166" y="3841951"/>
                <a:ext cx="134665" cy="51560"/>
              </a:xfrm>
              <a:custGeom>
                <a:avLst/>
                <a:gdLst/>
                <a:ahLst/>
                <a:cxnLst/>
                <a:rect l="l" t="t" r="r" b="b"/>
                <a:pathLst>
                  <a:path w="841" h="322" extrusionOk="0">
                    <a:moveTo>
                      <a:pt x="0" y="1"/>
                    </a:moveTo>
                    <a:lnTo>
                      <a:pt x="0" y="321"/>
                    </a:lnTo>
                    <a:lnTo>
                      <a:pt x="841" y="321"/>
                    </a:lnTo>
                    <a:lnTo>
                      <a:pt x="8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29"/>
              <p:cNvSpPr/>
              <p:nvPr/>
            </p:nvSpPr>
            <p:spPr>
              <a:xfrm>
                <a:off x="7723701" y="3098336"/>
                <a:ext cx="65811" cy="51560"/>
              </a:xfrm>
              <a:custGeom>
                <a:avLst/>
                <a:gdLst/>
                <a:ahLst/>
                <a:cxnLst/>
                <a:rect l="l" t="t" r="r" b="b"/>
                <a:pathLst>
                  <a:path w="411" h="322" extrusionOk="0">
                    <a:moveTo>
                      <a:pt x="1" y="1"/>
                    </a:moveTo>
                    <a:lnTo>
                      <a:pt x="1" y="321"/>
                    </a:lnTo>
                    <a:lnTo>
                      <a:pt x="410" y="321"/>
                    </a:lnTo>
                    <a:lnTo>
                      <a:pt x="410" y="1"/>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29"/>
              <p:cNvSpPr/>
              <p:nvPr/>
            </p:nvSpPr>
            <p:spPr>
              <a:xfrm>
                <a:off x="7791114" y="3098336"/>
                <a:ext cx="67413" cy="51560"/>
              </a:xfrm>
              <a:custGeom>
                <a:avLst/>
                <a:gdLst/>
                <a:ahLst/>
                <a:cxnLst/>
                <a:rect l="l" t="t" r="r" b="b"/>
                <a:pathLst>
                  <a:path w="421" h="322" extrusionOk="0">
                    <a:moveTo>
                      <a:pt x="0" y="1"/>
                    </a:moveTo>
                    <a:lnTo>
                      <a:pt x="0" y="321"/>
                    </a:lnTo>
                    <a:lnTo>
                      <a:pt x="420" y="321"/>
                    </a:lnTo>
                    <a:lnTo>
                      <a:pt x="4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29"/>
              <p:cNvSpPr/>
              <p:nvPr/>
            </p:nvSpPr>
            <p:spPr>
              <a:xfrm>
                <a:off x="5962019" y="3046936"/>
                <a:ext cx="132904" cy="51560"/>
              </a:xfrm>
              <a:custGeom>
                <a:avLst/>
                <a:gdLst/>
                <a:ahLst/>
                <a:cxnLst/>
                <a:rect l="l" t="t" r="r" b="b"/>
                <a:pathLst>
                  <a:path w="830" h="322" extrusionOk="0">
                    <a:moveTo>
                      <a:pt x="1" y="1"/>
                    </a:moveTo>
                    <a:lnTo>
                      <a:pt x="1" y="322"/>
                    </a:lnTo>
                    <a:lnTo>
                      <a:pt x="830" y="322"/>
                    </a:lnTo>
                    <a:lnTo>
                      <a:pt x="830" y="1"/>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29"/>
              <p:cNvSpPr/>
              <p:nvPr/>
            </p:nvSpPr>
            <p:spPr>
              <a:xfrm>
                <a:off x="6162174" y="3046936"/>
                <a:ext cx="134665" cy="51560"/>
              </a:xfrm>
              <a:custGeom>
                <a:avLst/>
                <a:gdLst/>
                <a:ahLst/>
                <a:cxnLst/>
                <a:rect l="l" t="t" r="r" b="b"/>
                <a:pathLst>
                  <a:path w="841" h="322" extrusionOk="0">
                    <a:moveTo>
                      <a:pt x="0" y="1"/>
                    </a:moveTo>
                    <a:lnTo>
                      <a:pt x="0" y="322"/>
                    </a:lnTo>
                    <a:lnTo>
                      <a:pt x="841" y="322"/>
                    </a:lnTo>
                    <a:lnTo>
                      <a:pt x="841" y="1"/>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29"/>
              <p:cNvSpPr/>
              <p:nvPr/>
            </p:nvSpPr>
            <p:spPr>
              <a:xfrm>
                <a:off x="6070102" y="2970877"/>
                <a:ext cx="132904" cy="51560"/>
              </a:xfrm>
              <a:custGeom>
                <a:avLst/>
                <a:gdLst/>
                <a:ahLst/>
                <a:cxnLst/>
                <a:rect l="l" t="t" r="r" b="b"/>
                <a:pathLst>
                  <a:path w="830" h="322" extrusionOk="0">
                    <a:moveTo>
                      <a:pt x="0" y="0"/>
                    </a:moveTo>
                    <a:lnTo>
                      <a:pt x="0" y="321"/>
                    </a:lnTo>
                    <a:lnTo>
                      <a:pt x="829" y="321"/>
                    </a:lnTo>
                    <a:lnTo>
                      <a:pt x="829"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29"/>
              <p:cNvSpPr/>
              <p:nvPr/>
            </p:nvSpPr>
            <p:spPr>
              <a:xfrm>
                <a:off x="5841606" y="3650763"/>
                <a:ext cx="67413" cy="51560"/>
              </a:xfrm>
              <a:custGeom>
                <a:avLst/>
                <a:gdLst/>
                <a:ahLst/>
                <a:cxnLst/>
                <a:rect l="l" t="t" r="r" b="b"/>
                <a:pathLst>
                  <a:path w="421" h="322" extrusionOk="0">
                    <a:moveTo>
                      <a:pt x="1" y="0"/>
                    </a:moveTo>
                    <a:lnTo>
                      <a:pt x="1" y="321"/>
                    </a:lnTo>
                    <a:lnTo>
                      <a:pt x="421" y="321"/>
                    </a:lnTo>
                    <a:lnTo>
                      <a:pt x="42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29"/>
              <p:cNvSpPr/>
              <p:nvPr/>
            </p:nvSpPr>
            <p:spPr>
              <a:xfrm>
                <a:off x="5908858" y="3650763"/>
                <a:ext cx="67573" cy="51560"/>
              </a:xfrm>
              <a:custGeom>
                <a:avLst/>
                <a:gdLst/>
                <a:ahLst/>
                <a:cxnLst/>
                <a:rect l="l" t="t" r="r" b="b"/>
                <a:pathLst>
                  <a:path w="422" h="322" extrusionOk="0">
                    <a:moveTo>
                      <a:pt x="1" y="0"/>
                    </a:moveTo>
                    <a:lnTo>
                      <a:pt x="1" y="321"/>
                    </a:lnTo>
                    <a:lnTo>
                      <a:pt x="421" y="321"/>
                    </a:lnTo>
                    <a:lnTo>
                      <a:pt x="421"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29"/>
              <p:cNvSpPr/>
              <p:nvPr/>
            </p:nvSpPr>
            <p:spPr>
              <a:xfrm>
                <a:off x="6176264" y="3310820"/>
                <a:ext cx="49799" cy="1207663"/>
              </a:xfrm>
              <a:custGeom>
                <a:avLst/>
                <a:gdLst/>
                <a:ahLst/>
                <a:cxnLst/>
                <a:rect l="l" t="t" r="r" b="b"/>
                <a:pathLst>
                  <a:path w="311" h="7542" extrusionOk="0">
                    <a:moveTo>
                      <a:pt x="1" y="0"/>
                    </a:moveTo>
                    <a:lnTo>
                      <a:pt x="1" y="7542"/>
                    </a:lnTo>
                    <a:lnTo>
                      <a:pt x="310" y="7542"/>
                    </a:lnTo>
                    <a:lnTo>
                      <a:pt x="31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29"/>
              <p:cNvSpPr/>
              <p:nvPr/>
            </p:nvSpPr>
            <p:spPr>
              <a:xfrm>
                <a:off x="6153207" y="4247385"/>
                <a:ext cx="95755" cy="271092"/>
              </a:xfrm>
              <a:custGeom>
                <a:avLst/>
                <a:gdLst/>
                <a:ahLst/>
                <a:cxnLst/>
                <a:rect l="l" t="t" r="r" b="b"/>
                <a:pathLst>
                  <a:path w="598" h="1693" extrusionOk="0">
                    <a:moveTo>
                      <a:pt x="1" y="1"/>
                    </a:moveTo>
                    <a:lnTo>
                      <a:pt x="1" y="1693"/>
                    </a:lnTo>
                    <a:lnTo>
                      <a:pt x="598" y="1693"/>
                    </a:lnTo>
                    <a:lnTo>
                      <a:pt x="59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29"/>
              <p:cNvSpPr/>
              <p:nvPr/>
            </p:nvSpPr>
            <p:spPr>
              <a:xfrm>
                <a:off x="6176264" y="4095107"/>
                <a:ext cx="49799" cy="85186"/>
              </a:xfrm>
              <a:custGeom>
                <a:avLst/>
                <a:gdLst/>
                <a:ahLst/>
                <a:cxnLst/>
                <a:rect l="l" t="t" r="r" b="b"/>
                <a:pathLst>
                  <a:path w="311" h="532" extrusionOk="0">
                    <a:moveTo>
                      <a:pt x="1" y="1"/>
                    </a:moveTo>
                    <a:lnTo>
                      <a:pt x="1" y="532"/>
                    </a:lnTo>
                    <a:lnTo>
                      <a:pt x="310" y="532"/>
                    </a:lnTo>
                    <a:lnTo>
                      <a:pt x="3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29"/>
              <p:cNvSpPr/>
              <p:nvPr/>
            </p:nvSpPr>
            <p:spPr>
              <a:xfrm>
                <a:off x="6176264" y="3919932"/>
                <a:ext cx="49799" cy="86948"/>
              </a:xfrm>
              <a:custGeom>
                <a:avLst/>
                <a:gdLst/>
                <a:ahLst/>
                <a:cxnLst/>
                <a:rect l="l" t="t" r="r" b="b"/>
                <a:pathLst>
                  <a:path w="311" h="543" extrusionOk="0">
                    <a:moveTo>
                      <a:pt x="1" y="0"/>
                    </a:moveTo>
                    <a:lnTo>
                      <a:pt x="1" y="542"/>
                    </a:lnTo>
                    <a:lnTo>
                      <a:pt x="310" y="542"/>
                    </a:lnTo>
                    <a:lnTo>
                      <a:pt x="31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29"/>
              <p:cNvSpPr/>
              <p:nvPr/>
            </p:nvSpPr>
            <p:spPr>
              <a:xfrm>
                <a:off x="6218697" y="4247385"/>
                <a:ext cx="30264" cy="271092"/>
              </a:xfrm>
              <a:custGeom>
                <a:avLst/>
                <a:gdLst/>
                <a:ahLst/>
                <a:cxnLst/>
                <a:rect l="l" t="t" r="r" b="b"/>
                <a:pathLst>
                  <a:path w="189" h="1693" extrusionOk="0">
                    <a:moveTo>
                      <a:pt x="1" y="1"/>
                    </a:moveTo>
                    <a:lnTo>
                      <a:pt x="1" y="1693"/>
                    </a:lnTo>
                    <a:lnTo>
                      <a:pt x="189" y="1693"/>
                    </a:lnTo>
                    <a:lnTo>
                      <a:pt x="18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29"/>
              <p:cNvSpPr/>
              <p:nvPr/>
            </p:nvSpPr>
            <p:spPr>
              <a:xfrm>
                <a:off x="6201084" y="3367504"/>
                <a:ext cx="24979" cy="880047"/>
              </a:xfrm>
              <a:custGeom>
                <a:avLst/>
                <a:gdLst/>
                <a:ahLst/>
                <a:cxnLst/>
                <a:rect l="l" t="t" r="r" b="b"/>
                <a:pathLst>
                  <a:path w="156" h="5496" extrusionOk="0">
                    <a:moveTo>
                      <a:pt x="0" y="0"/>
                    </a:moveTo>
                    <a:lnTo>
                      <a:pt x="0" y="5496"/>
                    </a:lnTo>
                    <a:lnTo>
                      <a:pt x="155" y="5496"/>
                    </a:lnTo>
                    <a:lnTo>
                      <a:pt x="15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29"/>
              <p:cNvSpPr/>
              <p:nvPr/>
            </p:nvSpPr>
            <p:spPr>
              <a:xfrm>
                <a:off x="6135593" y="3268387"/>
                <a:ext cx="127620" cy="110646"/>
              </a:xfrm>
              <a:custGeom>
                <a:avLst/>
                <a:gdLst/>
                <a:ahLst/>
                <a:cxnLst/>
                <a:rect l="l" t="t" r="r" b="b"/>
                <a:pathLst>
                  <a:path w="797" h="691" extrusionOk="0">
                    <a:moveTo>
                      <a:pt x="465" y="0"/>
                    </a:moveTo>
                    <a:cubicBezTo>
                      <a:pt x="155" y="0"/>
                      <a:pt x="0" y="376"/>
                      <a:pt x="221" y="586"/>
                    </a:cubicBezTo>
                    <a:cubicBezTo>
                      <a:pt x="290" y="658"/>
                      <a:pt x="374" y="690"/>
                      <a:pt x="458" y="690"/>
                    </a:cubicBezTo>
                    <a:cubicBezTo>
                      <a:pt x="630" y="690"/>
                      <a:pt x="796" y="552"/>
                      <a:pt x="796" y="343"/>
                    </a:cubicBezTo>
                    <a:cubicBezTo>
                      <a:pt x="796" y="155"/>
                      <a:pt x="653" y="0"/>
                      <a:pt x="46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29"/>
              <p:cNvSpPr/>
              <p:nvPr/>
            </p:nvSpPr>
            <p:spPr>
              <a:xfrm>
                <a:off x="6119581" y="3268387"/>
                <a:ext cx="127620" cy="110646"/>
              </a:xfrm>
              <a:custGeom>
                <a:avLst/>
                <a:gdLst/>
                <a:ahLst/>
                <a:cxnLst/>
                <a:rect l="l" t="t" r="r" b="b"/>
                <a:pathLst>
                  <a:path w="797" h="691" extrusionOk="0">
                    <a:moveTo>
                      <a:pt x="454" y="0"/>
                    </a:moveTo>
                    <a:cubicBezTo>
                      <a:pt x="156" y="0"/>
                      <a:pt x="1" y="376"/>
                      <a:pt x="211" y="586"/>
                    </a:cubicBezTo>
                    <a:cubicBezTo>
                      <a:pt x="283" y="658"/>
                      <a:pt x="370" y="690"/>
                      <a:pt x="455" y="690"/>
                    </a:cubicBezTo>
                    <a:cubicBezTo>
                      <a:pt x="631" y="690"/>
                      <a:pt x="797" y="552"/>
                      <a:pt x="797" y="343"/>
                    </a:cubicBezTo>
                    <a:cubicBezTo>
                      <a:pt x="797" y="155"/>
                      <a:pt x="642" y="0"/>
                      <a:pt x="4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49" name="Google Shape;849;p29"/>
          <p:cNvGrpSpPr/>
          <p:nvPr/>
        </p:nvGrpSpPr>
        <p:grpSpPr>
          <a:xfrm>
            <a:off x="933669" y="3458269"/>
            <a:ext cx="6604489" cy="1060233"/>
            <a:chOff x="2237800" y="2833350"/>
            <a:chExt cx="6107351" cy="980426"/>
          </a:xfrm>
        </p:grpSpPr>
        <p:sp>
          <p:nvSpPr>
            <p:cNvPr id="850" name="Google Shape;850;p29"/>
            <p:cNvSpPr/>
            <p:nvPr/>
          </p:nvSpPr>
          <p:spPr>
            <a:xfrm>
              <a:off x="2683274" y="3535792"/>
              <a:ext cx="2440091" cy="111130"/>
            </a:xfrm>
            <a:custGeom>
              <a:avLst/>
              <a:gdLst/>
              <a:ahLst/>
              <a:cxnLst/>
              <a:rect l="l" t="t" r="r" b="b"/>
              <a:pathLst>
                <a:path w="15326" h="698" extrusionOk="0">
                  <a:moveTo>
                    <a:pt x="0" y="1"/>
                  </a:moveTo>
                  <a:lnTo>
                    <a:pt x="0" y="697"/>
                  </a:lnTo>
                  <a:lnTo>
                    <a:pt x="15326" y="697"/>
                  </a:lnTo>
                  <a:lnTo>
                    <a:pt x="153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29"/>
            <p:cNvSpPr/>
            <p:nvPr/>
          </p:nvSpPr>
          <p:spPr>
            <a:xfrm>
              <a:off x="2475503" y="2898468"/>
              <a:ext cx="2860889" cy="605804"/>
            </a:xfrm>
            <a:custGeom>
              <a:avLst/>
              <a:gdLst/>
              <a:ahLst/>
              <a:cxnLst/>
              <a:rect l="l" t="t" r="r" b="b"/>
              <a:pathLst>
                <a:path w="17969" h="3805" extrusionOk="0">
                  <a:moveTo>
                    <a:pt x="951" y="1"/>
                  </a:moveTo>
                  <a:lnTo>
                    <a:pt x="0" y="2113"/>
                  </a:lnTo>
                  <a:lnTo>
                    <a:pt x="0" y="3805"/>
                  </a:lnTo>
                  <a:lnTo>
                    <a:pt x="17969" y="3805"/>
                  </a:lnTo>
                  <a:lnTo>
                    <a:pt x="179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29"/>
            <p:cNvSpPr/>
            <p:nvPr/>
          </p:nvSpPr>
          <p:spPr>
            <a:xfrm>
              <a:off x="2875123" y="2965496"/>
              <a:ext cx="646244" cy="554696"/>
            </a:xfrm>
            <a:custGeom>
              <a:avLst/>
              <a:gdLst/>
              <a:ahLst/>
              <a:cxnLst/>
              <a:rect l="l" t="t" r="r" b="b"/>
              <a:pathLst>
                <a:path w="4059" h="3484" extrusionOk="0">
                  <a:moveTo>
                    <a:pt x="0" y="0"/>
                  </a:moveTo>
                  <a:lnTo>
                    <a:pt x="0" y="3483"/>
                  </a:lnTo>
                  <a:lnTo>
                    <a:pt x="4059" y="3483"/>
                  </a:lnTo>
                  <a:lnTo>
                    <a:pt x="405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29"/>
            <p:cNvSpPr/>
            <p:nvPr/>
          </p:nvSpPr>
          <p:spPr>
            <a:xfrm>
              <a:off x="4447177" y="2965496"/>
              <a:ext cx="646244" cy="554696"/>
            </a:xfrm>
            <a:custGeom>
              <a:avLst/>
              <a:gdLst/>
              <a:ahLst/>
              <a:cxnLst/>
              <a:rect l="l" t="t" r="r" b="b"/>
              <a:pathLst>
                <a:path w="4059" h="3484" extrusionOk="0">
                  <a:moveTo>
                    <a:pt x="1" y="0"/>
                  </a:moveTo>
                  <a:lnTo>
                    <a:pt x="1" y="3483"/>
                  </a:lnTo>
                  <a:lnTo>
                    <a:pt x="4059" y="3483"/>
                  </a:lnTo>
                  <a:lnTo>
                    <a:pt x="405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29"/>
            <p:cNvSpPr/>
            <p:nvPr/>
          </p:nvSpPr>
          <p:spPr>
            <a:xfrm>
              <a:off x="2917314" y="3007687"/>
              <a:ext cx="269547" cy="468403"/>
            </a:xfrm>
            <a:custGeom>
              <a:avLst/>
              <a:gdLst/>
              <a:ahLst/>
              <a:cxnLst/>
              <a:rect l="l" t="t" r="r" b="b"/>
              <a:pathLst>
                <a:path w="1693" h="2942" extrusionOk="0">
                  <a:moveTo>
                    <a:pt x="1" y="0"/>
                  </a:moveTo>
                  <a:lnTo>
                    <a:pt x="1" y="2942"/>
                  </a:lnTo>
                  <a:lnTo>
                    <a:pt x="1693" y="2942"/>
                  </a:lnTo>
                  <a:lnTo>
                    <a:pt x="169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29"/>
            <p:cNvSpPr/>
            <p:nvPr/>
          </p:nvSpPr>
          <p:spPr>
            <a:xfrm>
              <a:off x="3211378" y="3007687"/>
              <a:ext cx="267795" cy="468403"/>
            </a:xfrm>
            <a:custGeom>
              <a:avLst/>
              <a:gdLst/>
              <a:ahLst/>
              <a:cxnLst/>
              <a:rect l="l" t="t" r="r" b="b"/>
              <a:pathLst>
                <a:path w="1682" h="2942" extrusionOk="0">
                  <a:moveTo>
                    <a:pt x="0" y="0"/>
                  </a:moveTo>
                  <a:lnTo>
                    <a:pt x="0" y="2942"/>
                  </a:lnTo>
                  <a:lnTo>
                    <a:pt x="1681" y="2942"/>
                  </a:lnTo>
                  <a:lnTo>
                    <a:pt x="168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29"/>
            <p:cNvSpPr/>
            <p:nvPr/>
          </p:nvSpPr>
          <p:spPr>
            <a:xfrm>
              <a:off x="4489527" y="3007687"/>
              <a:ext cx="269388" cy="468403"/>
            </a:xfrm>
            <a:custGeom>
              <a:avLst/>
              <a:gdLst/>
              <a:ahLst/>
              <a:cxnLst/>
              <a:rect l="l" t="t" r="r" b="b"/>
              <a:pathLst>
                <a:path w="1692" h="2942" extrusionOk="0">
                  <a:moveTo>
                    <a:pt x="0" y="0"/>
                  </a:moveTo>
                  <a:lnTo>
                    <a:pt x="0" y="2942"/>
                  </a:lnTo>
                  <a:lnTo>
                    <a:pt x="1692" y="2942"/>
                  </a:lnTo>
                  <a:lnTo>
                    <a:pt x="169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29"/>
            <p:cNvSpPr/>
            <p:nvPr/>
          </p:nvSpPr>
          <p:spPr>
            <a:xfrm>
              <a:off x="4783431" y="3007687"/>
              <a:ext cx="267795" cy="468403"/>
            </a:xfrm>
            <a:custGeom>
              <a:avLst/>
              <a:gdLst/>
              <a:ahLst/>
              <a:cxnLst/>
              <a:rect l="l" t="t" r="r" b="b"/>
              <a:pathLst>
                <a:path w="1682" h="2942" extrusionOk="0">
                  <a:moveTo>
                    <a:pt x="1" y="0"/>
                  </a:moveTo>
                  <a:lnTo>
                    <a:pt x="1" y="2942"/>
                  </a:lnTo>
                  <a:lnTo>
                    <a:pt x="1682" y="2942"/>
                  </a:lnTo>
                  <a:lnTo>
                    <a:pt x="168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29"/>
            <p:cNvSpPr/>
            <p:nvPr/>
          </p:nvSpPr>
          <p:spPr>
            <a:xfrm>
              <a:off x="3361037" y="3579893"/>
              <a:ext cx="1059878" cy="117976"/>
            </a:xfrm>
            <a:custGeom>
              <a:avLst/>
              <a:gdLst/>
              <a:ahLst/>
              <a:cxnLst/>
              <a:rect l="l" t="t" r="r" b="b"/>
              <a:pathLst>
                <a:path w="6657" h="741" extrusionOk="0">
                  <a:moveTo>
                    <a:pt x="0" y="0"/>
                  </a:moveTo>
                  <a:lnTo>
                    <a:pt x="0" y="741"/>
                  </a:lnTo>
                  <a:lnTo>
                    <a:pt x="6657" y="741"/>
                  </a:lnTo>
                  <a:lnTo>
                    <a:pt x="66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29"/>
            <p:cNvSpPr/>
            <p:nvPr/>
          </p:nvSpPr>
          <p:spPr>
            <a:xfrm>
              <a:off x="3361037" y="3630841"/>
              <a:ext cx="1059878" cy="28340"/>
            </a:xfrm>
            <a:custGeom>
              <a:avLst/>
              <a:gdLst/>
              <a:ahLst/>
              <a:cxnLst/>
              <a:rect l="l" t="t" r="r" b="b"/>
              <a:pathLst>
                <a:path w="6657" h="178" extrusionOk="0">
                  <a:moveTo>
                    <a:pt x="0" y="1"/>
                  </a:moveTo>
                  <a:lnTo>
                    <a:pt x="0" y="178"/>
                  </a:lnTo>
                  <a:lnTo>
                    <a:pt x="6657" y="178"/>
                  </a:lnTo>
                  <a:lnTo>
                    <a:pt x="66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29"/>
            <p:cNvSpPr/>
            <p:nvPr/>
          </p:nvSpPr>
          <p:spPr>
            <a:xfrm>
              <a:off x="2420893" y="3549961"/>
              <a:ext cx="213186" cy="116225"/>
            </a:xfrm>
            <a:custGeom>
              <a:avLst/>
              <a:gdLst/>
              <a:ahLst/>
              <a:cxnLst/>
              <a:rect l="l" t="t" r="r" b="b"/>
              <a:pathLst>
                <a:path w="1339" h="730" extrusionOk="0">
                  <a:moveTo>
                    <a:pt x="1" y="0"/>
                  </a:moveTo>
                  <a:lnTo>
                    <a:pt x="1" y="730"/>
                  </a:lnTo>
                  <a:lnTo>
                    <a:pt x="1338" y="730"/>
                  </a:lnTo>
                  <a:lnTo>
                    <a:pt x="13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29"/>
            <p:cNvSpPr/>
            <p:nvPr/>
          </p:nvSpPr>
          <p:spPr>
            <a:xfrm>
              <a:off x="2301166" y="3608074"/>
              <a:ext cx="251874" cy="58113"/>
            </a:xfrm>
            <a:custGeom>
              <a:avLst/>
              <a:gdLst/>
              <a:ahLst/>
              <a:cxnLst/>
              <a:rect l="l" t="t" r="r" b="b"/>
              <a:pathLst>
                <a:path w="1582" h="365" extrusionOk="0">
                  <a:moveTo>
                    <a:pt x="1" y="0"/>
                  </a:moveTo>
                  <a:lnTo>
                    <a:pt x="1" y="365"/>
                  </a:lnTo>
                  <a:lnTo>
                    <a:pt x="1582" y="365"/>
                  </a:lnTo>
                  <a:lnTo>
                    <a:pt x="15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29"/>
            <p:cNvSpPr/>
            <p:nvPr/>
          </p:nvSpPr>
          <p:spPr>
            <a:xfrm>
              <a:off x="2237800" y="3579893"/>
              <a:ext cx="116384" cy="114474"/>
            </a:xfrm>
            <a:custGeom>
              <a:avLst/>
              <a:gdLst/>
              <a:ahLst/>
              <a:cxnLst/>
              <a:rect l="l" t="t" r="r" b="b"/>
              <a:pathLst>
                <a:path w="731" h="719" extrusionOk="0">
                  <a:moveTo>
                    <a:pt x="1" y="0"/>
                  </a:moveTo>
                  <a:lnTo>
                    <a:pt x="1" y="177"/>
                  </a:lnTo>
                  <a:lnTo>
                    <a:pt x="399" y="177"/>
                  </a:lnTo>
                  <a:lnTo>
                    <a:pt x="399" y="542"/>
                  </a:lnTo>
                  <a:lnTo>
                    <a:pt x="1" y="542"/>
                  </a:lnTo>
                  <a:lnTo>
                    <a:pt x="1" y="719"/>
                  </a:lnTo>
                  <a:lnTo>
                    <a:pt x="730" y="719"/>
                  </a:lnTo>
                  <a:lnTo>
                    <a:pt x="73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29"/>
            <p:cNvSpPr/>
            <p:nvPr/>
          </p:nvSpPr>
          <p:spPr>
            <a:xfrm>
              <a:off x="5165539" y="3549961"/>
              <a:ext cx="103966" cy="116225"/>
            </a:xfrm>
            <a:custGeom>
              <a:avLst/>
              <a:gdLst/>
              <a:ahLst/>
              <a:cxnLst/>
              <a:rect l="l" t="t" r="r" b="b"/>
              <a:pathLst>
                <a:path w="653" h="730" extrusionOk="0">
                  <a:moveTo>
                    <a:pt x="0" y="0"/>
                  </a:moveTo>
                  <a:lnTo>
                    <a:pt x="0" y="730"/>
                  </a:lnTo>
                  <a:lnTo>
                    <a:pt x="653" y="730"/>
                  </a:lnTo>
                  <a:lnTo>
                    <a:pt x="6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29"/>
            <p:cNvSpPr/>
            <p:nvPr/>
          </p:nvSpPr>
          <p:spPr>
            <a:xfrm>
              <a:off x="5248329" y="3608074"/>
              <a:ext cx="140903" cy="58113"/>
            </a:xfrm>
            <a:custGeom>
              <a:avLst/>
              <a:gdLst/>
              <a:ahLst/>
              <a:cxnLst/>
              <a:rect l="l" t="t" r="r" b="b"/>
              <a:pathLst>
                <a:path w="885" h="365" extrusionOk="0">
                  <a:moveTo>
                    <a:pt x="0" y="0"/>
                  </a:moveTo>
                  <a:lnTo>
                    <a:pt x="0" y="365"/>
                  </a:lnTo>
                  <a:lnTo>
                    <a:pt x="885" y="365"/>
                  </a:lnTo>
                  <a:lnTo>
                    <a:pt x="88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29"/>
            <p:cNvSpPr/>
            <p:nvPr/>
          </p:nvSpPr>
          <p:spPr>
            <a:xfrm>
              <a:off x="5336213" y="3579893"/>
              <a:ext cx="116384" cy="114474"/>
            </a:xfrm>
            <a:custGeom>
              <a:avLst/>
              <a:gdLst/>
              <a:ahLst/>
              <a:cxnLst/>
              <a:rect l="l" t="t" r="r" b="b"/>
              <a:pathLst>
                <a:path w="731" h="719" extrusionOk="0">
                  <a:moveTo>
                    <a:pt x="1" y="0"/>
                  </a:moveTo>
                  <a:lnTo>
                    <a:pt x="1" y="719"/>
                  </a:lnTo>
                  <a:lnTo>
                    <a:pt x="731" y="719"/>
                  </a:lnTo>
                  <a:lnTo>
                    <a:pt x="731" y="542"/>
                  </a:lnTo>
                  <a:lnTo>
                    <a:pt x="333" y="542"/>
                  </a:lnTo>
                  <a:lnTo>
                    <a:pt x="333" y="177"/>
                  </a:lnTo>
                  <a:lnTo>
                    <a:pt x="731" y="177"/>
                  </a:lnTo>
                  <a:lnTo>
                    <a:pt x="73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29"/>
            <p:cNvSpPr/>
            <p:nvPr/>
          </p:nvSpPr>
          <p:spPr>
            <a:xfrm>
              <a:off x="2508937" y="2931902"/>
              <a:ext cx="2827455" cy="572369"/>
            </a:xfrm>
            <a:custGeom>
              <a:avLst/>
              <a:gdLst/>
              <a:ahLst/>
              <a:cxnLst/>
              <a:rect l="l" t="t" r="r" b="b"/>
              <a:pathLst>
                <a:path w="17759" h="3595" extrusionOk="0">
                  <a:moveTo>
                    <a:pt x="929" y="1"/>
                  </a:moveTo>
                  <a:lnTo>
                    <a:pt x="0" y="2080"/>
                  </a:lnTo>
                  <a:lnTo>
                    <a:pt x="0" y="3595"/>
                  </a:lnTo>
                  <a:lnTo>
                    <a:pt x="2389" y="3595"/>
                  </a:lnTo>
                  <a:lnTo>
                    <a:pt x="2389" y="322"/>
                  </a:lnTo>
                  <a:lnTo>
                    <a:pt x="6270" y="322"/>
                  </a:lnTo>
                  <a:lnTo>
                    <a:pt x="6270" y="3595"/>
                  </a:lnTo>
                  <a:lnTo>
                    <a:pt x="12263" y="3595"/>
                  </a:lnTo>
                  <a:lnTo>
                    <a:pt x="12263" y="322"/>
                  </a:lnTo>
                  <a:lnTo>
                    <a:pt x="16144" y="322"/>
                  </a:lnTo>
                  <a:lnTo>
                    <a:pt x="16144" y="3595"/>
                  </a:lnTo>
                  <a:lnTo>
                    <a:pt x="17759" y="3595"/>
                  </a:lnTo>
                  <a:lnTo>
                    <a:pt x="1775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29"/>
            <p:cNvSpPr/>
            <p:nvPr/>
          </p:nvSpPr>
          <p:spPr>
            <a:xfrm>
              <a:off x="5130353" y="3325467"/>
              <a:ext cx="151570" cy="26429"/>
            </a:xfrm>
            <a:custGeom>
              <a:avLst/>
              <a:gdLst/>
              <a:ahLst/>
              <a:cxnLst/>
              <a:rect l="l" t="t" r="r" b="b"/>
              <a:pathLst>
                <a:path w="952" h="166" extrusionOk="0">
                  <a:moveTo>
                    <a:pt x="0" y="0"/>
                  </a:moveTo>
                  <a:lnTo>
                    <a:pt x="0" y="166"/>
                  </a:lnTo>
                  <a:lnTo>
                    <a:pt x="951" y="166"/>
                  </a:lnTo>
                  <a:lnTo>
                    <a:pt x="95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29"/>
            <p:cNvSpPr/>
            <p:nvPr/>
          </p:nvSpPr>
          <p:spPr>
            <a:xfrm>
              <a:off x="5130353" y="3385172"/>
              <a:ext cx="151570" cy="26588"/>
            </a:xfrm>
            <a:custGeom>
              <a:avLst/>
              <a:gdLst/>
              <a:ahLst/>
              <a:cxnLst/>
              <a:rect l="l" t="t" r="r" b="b"/>
              <a:pathLst>
                <a:path w="952" h="167" extrusionOk="0">
                  <a:moveTo>
                    <a:pt x="0" y="1"/>
                  </a:moveTo>
                  <a:lnTo>
                    <a:pt x="0" y="167"/>
                  </a:lnTo>
                  <a:lnTo>
                    <a:pt x="951" y="167"/>
                  </a:lnTo>
                  <a:lnTo>
                    <a:pt x="95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29"/>
            <p:cNvSpPr/>
            <p:nvPr/>
          </p:nvSpPr>
          <p:spPr>
            <a:xfrm>
              <a:off x="4017624" y="2998930"/>
              <a:ext cx="364597" cy="257128"/>
            </a:xfrm>
            <a:custGeom>
              <a:avLst/>
              <a:gdLst/>
              <a:ahLst/>
              <a:cxnLst/>
              <a:rect l="l" t="t" r="r" b="b"/>
              <a:pathLst>
                <a:path w="2290" h="1615" extrusionOk="0">
                  <a:moveTo>
                    <a:pt x="1" y="0"/>
                  </a:moveTo>
                  <a:lnTo>
                    <a:pt x="1" y="1615"/>
                  </a:lnTo>
                  <a:lnTo>
                    <a:pt x="2290" y="1615"/>
                  </a:lnTo>
                  <a:lnTo>
                    <a:pt x="229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29"/>
            <p:cNvSpPr/>
            <p:nvPr/>
          </p:nvSpPr>
          <p:spPr>
            <a:xfrm>
              <a:off x="4008868" y="2991766"/>
              <a:ext cx="382110" cy="273049"/>
            </a:xfrm>
            <a:custGeom>
              <a:avLst/>
              <a:gdLst/>
              <a:ahLst/>
              <a:cxnLst/>
              <a:rect l="l" t="t" r="r" b="b"/>
              <a:pathLst>
                <a:path w="2400" h="1715" extrusionOk="0">
                  <a:moveTo>
                    <a:pt x="2300" y="100"/>
                  </a:moveTo>
                  <a:lnTo>
                    <a:pt x="2300" y="1604"/>
                  </a:lnTo>
                  <a:lnTo>
                    <a:pt x="111" y="1604"/>
                  </a:lnTo>
                  <a:lnTo>
                    <a:pt x="111" y="100"/>
                  </a:lnTo>
                  <a:close/>
                  <a:moveTo>
                    <a:pt x="0" y="1"/>
                  </a:moveTo>
                  <a:lnTo>
                    <a:pt x="0" y="1715"/>
                  </a:lnTo>
                  <a:lnTo>
                    <a:pt x="2400" y="1715"/>
                  </a:lnTo>
                  <a:lnTo>
                    <a:pt x="24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29"/>
            <p:cNvSpPr/>
            <p:nvPr/>
          </p:nvSpPr>
          <p:spPr>
            <a:xfrm>
              <a:off x="3593326" y="2998930"/>
              <a:ext cx="364597" cy="257128"/>
            </a:xfrm>
            <a:custGeom>
              <a:avLst/>
              <a:gdLst/>
              <a:ahLst/>
              <a:cxnLst/>
              <a:rect l="l" t="t" r="r" b="b"/>
              <a:pathLst>
                <a:path w="2290" h="1615" extrusionOk="0">
                  <a:moveTo>
                    <a:pt x="1" y="0"/>
                  </a:moveTo>
                  <a:lnTo>
                    <a:pt x="1" y="1615"/>
                  </a:lnTo>
                  <a:lnTo>
                    <a:pt x="2290" y="1615"/>
                  </a:lnTo>
                  <a:lnTo>
                    <a:pt x="229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29"/>
            <p:cNvSpPr/>
            <p:nvPr/>
          </p:nvSpPr>
          <p:spPr>
            <a:xfrm>
              <a:off x="3584569" y="2991766"/>
              <a:ext cx="382269" cy="273049"/>
            </a:xfrm>
            <a:custGeom>
              <a:avLst/>
              <a:gdLst/>
              <a:ahLst/>
              <a:cxnLst/>
              <a:rect l="l" t="t" r="r" b="b"/>
              <a:pathLst>
                <a:path w="2401" h="1715" extrusionOk="0">
                  <a:moveTo>
                    <a:pt x="2290" y="100"/>
                  </a:moveTo>
                  <a:lnTo>
                    <a:pt x="2290" y="1604"/>
                  </a:lnTo>
                  <a:lnTo>
                    <a:pt x="111" y="1604"/>
                  </a:lnTo>
                  <a:lnTo>
                    <a:pt x="100" y="100"/>
                  </a:lnTo>
                  <a:close/>
                  <a:moveTo>
                    <a:pt x="1" y="1"/>
                  </a:moveTo>
                  <a:lnTo>
                    <a:pt x="1" y="1715"/>
                  </a:lnTo>
                  <a:lnTo>
                    <a:pt x="2400" y="1715"/>
                  </a:lnTo>
                  <a:lnTo>
                    <a:pt x="24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29"/>
            <p:cNvSpPr/>
            <p:nvPr/>
          </p:nvSpPr>
          <p:spPr>
            <a:xfrm>
              <a:off x="2961416" y="3042872"/>
              <a:ext cx="179751" cy="192010"/>
            </a:xfrm>
            <a:custGeom>
              <a:avLst/>
              <a:gdLst/>
              <a:ahLst/>
              <a:cxnLst/>
              <a:rect l="l" t="t" r="r" b="b"/>
              <a:pathLst>
                <a:path w="1129" h="1206" extrusionOk="0">
                  <a:moveTo>
                    <a:pt x="0" y="1"/>
                  </a:moveTo>
                  <a:lnTo>
                    <a:pt x="0" y="1206"/>
                  </a:lnTo>
                  <a:lnTo>
                    <a:pt x="1128" y="1206"/>
                  </a:lnTo>
                  <a:lnTo>
                    <a:pt x="1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29"/>
            <p:cNvSpPr/>
            <p:nvPr/>
          </p:nvSpPr>
          <p:spPr>
            <a:xfrm>
              <a:off x="2954251" y="3034116"/>
              <a:ext cx="195672" cy="207932"/>
            </a:xfrm>
            <a:custGeom>
              <a:avLst/>
              <a:gdLst/>
              <a:ahLst/>
              <a:cxnLst/>
              <a:rect l="l" t="t" r="r" b="b"/>
              <a:pathLst>
                <a:path w="1229" h="1306" extrusionOk="0">
                  <a:moveTo>
                    <a:pt x="1129" y="111"/>
                  </a:moveTo>
                  <a:lnTo>
                    <a:pt x="1129" y="1206"/>
                  </a:lnTo>
                  <a:lnTo>
                    <a:pt x="100" y="1206"/>
                  </a:lnTo>
                  <a:lnTo>
                    <a:pt x="100" y="111"/>
                  </a:lnTo>
                  <a:close/>
                  <a:moveTo>
                    <a:pt x="1" y="0"/>
                  </a:moveTo>
                  <a:lnTo>
                    <a:pt x="1" y="1305"/>
                  </a:lnTo>
                  <a:lnTo>
                    <a:pt x="1228" y="1305"/>
                  </a:lnTo>
                  <a:lnTo>
                    <a:pt x="12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29"/>
            <p:cNvSpPr/>
            <p:nvPr/>
          </p:nvSpPr>
          <p:spPr>
            <a:xfrm>
              <a:off x="3255320" y="3042872"/>
              <a:ext cx="179751" cy="192010"/>
            </a:xfrm>
            <a:custGeom>
              <a:avLst/>
              <a:gdLst/>
              <a:ahLst/>
              <a:cxnLst/>
              <a:rect l="l" t="t" r="r" b="b"/>
              <a:pathLst>
                <a:path w="1129" h="1206" extrusionOk="0">
                  <a:moveTo>
                    <a:pt x="1" y="1"/>
                  </a:moveTo>
                  <a:lnTo>
                    <a:pt x="1" y="1206"/>
                  </a:lnTo>
                  <a:lnTo>
                    <a:pt x="1129" y="1206"/>
                  </a:lnTo>
                  <a:lnTo>
                    <a:pt x="1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29"/>
            <p:cNvSpPr/>
            <p:nvPr/>
          </p:nvSpPr>
          <p:spPr>
            <a:xfrm>
              <a:off x="3246564" y="3034116"/>
              <a:ext cx="197264" cy="207932"/>
            </a:xfrm>
            <a:custGeom>
              <a:avLst/>
              <a:gdLst/>
              <a:ahLst/>
              <a:cxnLst/>
              <a:rect l="l" t="t" r="r" b="b"/>
              <a:pathLst>
                <a:path w="1239" h="1306" extrusionOk="0">
                  <a:moveTo>
                    <a:pt x="1128" y="111"/>
                  </a:moveTo>
                  <a:lnTo>
                    <a:pt x="1128" y="1206"/>
                  </a:lnTo>
                  <a:lnTo>
                    <a:pt x="111" y="1206"/>
                  </a:lnTo>
                  <a:lnTo>
                    <a:pt x="111" y="111"/>
                  </a:lnTo>
                  <a:close/>
                  <a:moveTo>
                    <a:pt x="1" y="0"/>
                  </a:moveTo>
                  <a:lnTo>
                    <a:pt x="1" y="1305"/>
                  </a:lnTo>
                  <a:lnTo>
                    <a:pt x="1239" y="1305"/>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29"/>
            <p:cNvSpPr/>
            <p:nvPr/>
          </p:nvSpPr>
          <p:spPr>
            <a:xfrm>
              <a:off x="4533469" y="3042872"/>
              <a:ext cx="179751" cy="192010"/>
            </a:xfrm>
            <a:custGeom>
              <a:avLst/>
              <a:gdLst/>
              <a:ahLst/>
              <a:cxnLst/>
              <a:rect l="l" t="t" r="r" b="b"/>
              <a:pathLst>
                <a:path w="1129" h="1206" extrusionOk="0">
                  <a:moveTo>
                    <a:pt x="1" y="1"/>
                  </a:moveTo>
                  <a:lnTo>
                    <a:pt x="1" y="1206"/>
                  </a:lnTo>
                  <a:lnTo>
                    <a:pt x="1128" y="1206"/>
                  </a:lnTo>
                  <a:lnTo>
                    <a:pt x="1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29"/>
            <p:cNvSpPr/>
            <p:nvPr/>
          </p:nvSpPr>
          <p:spPr>
            <a:xfrm>
              <a:off x="4526464" y="3034116"/>
              <a:ext cx="195513" cy="207932"/>
            </a:xfrm>
            <a:custGeom>
              <a:avLst/>
              <a:gdLst/>
              <a:ahLst/>
              <a:cxnLst/>
              <a:rect l="l" t="t" r="r" b="b"/>
              <a:pathLst>
                <a:path w="1228" h="1306" extrusionOk="0">
                  <a:moveTo>
                    <a:pt x="1128" y="111"/>
                  </a:moveTo>
                  <a:lnTo>
                    <a:pt x="1128" y="1206"/>
                  </a:lnTo>
                  <a:lnTo>
                    <a:pt x="111" y="1206"/>
                  </a:lnTo>
                  <a:lnTo>
                    <a:pt x="111" y="111"/>
                  </a:lnTo>
                  <a:close/>
                  <a:moveTo>
                    <a:pt x="0" y="0"/>
                  </a:moveTo>
                  <a:lnTo>
                    <a:pt x="0" y="1305"/>
                  </a:lnTo>
                  <a:lnTo>
                    <a:pt x="1228" y="1305"/>
                  </a:lnTo>
                  <a:lnTo>
                    <a:pt x="12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29"/>
            <p:cNvSpPr/>
            <p:nvPr/>
          </p:nvSpPr>
          <p:spPr>
            <a:xfrm>
              <a:off x="4827533" y="3042872"/>
              <a:ext cx="179751" cy="192010"/>
            </a:xfrm>
            <a:custGeom>
              <a:avLst/>
              <a:gdLst/>
              <a:ahLst/>
              <a:cxnLst/>
              <a:rect l="l" t="t" r="r" b="b"/>
              <a:pathLst>
                <a:path w="1129" h="1206" extrusionOk="0">
                  <a:moveTo>
                    <a:pt x="0" y="1"/>
                  </a:moveTo>
                  <a:lnTo>
                    <a:pt x="0" y="1206"/>
                  </a:lnTo>
                  <a:lnTo>
                    <a:pt x="1128" y="1206"/>
                  </a:lnTo>
                  <a:lnTo>
                    <a:pt x="1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29"/>
            <p:cNvSpPr/>
            <p:nvPr/>
          </p:nvSpPr>
          <p:spPr>
            <a:xfrm>
              <a:off x="4818617" y="3034116"/>
              <a:ext cx="197424" cy="207932"/>
            </a:xfrm>
            <a:custGeom>
              <a:avLst/>
              <a:gdLst/>
              <a:ahLst/>
              <a:cxnLst/>
              <a:rect l="l" t="t" r="r" b="b"/>
              <a:pathLst>
                <a:path w="1240" h="1306" extrusionOk="0">
                  <a:moveTo>
                    <a:pt x="1129" y="111"/>
                  </a:moveTo>
                  <a:lnTo>
                    <a:pt x="1129" y="1206"/>
                  </a:lnTo>
                  <a:lnTo>
                    <a:pt x="112" y="1206"/>
                  </a:lnTo>
                  <a:lnTo>
                    <a:pt x="112" y="111"/>
                  </a:lnTo>
                  <a:close/>
                  <a:moveTo>
                    <a:pt x="1" y="0"/>
                  </a:moveTo>
                  <a:lnTo>
                    <a:pt x="1" y="1305"/>
                  </a:lnTo>
                  <a:lnTo>
                    <a:pt x="1239" y="1305"/>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29"/>
            <p:cNvSpPr/>
            <p:nvPr/>
          </p:nvSpPr>
          <p:spPr>
            <a:xfrm>
              <a:off x="3593326" y="3325467"/>
              <a:ext cx="794152" cy="26429"/>
            </a:xfrm>
            <a:custGeom>
              <a:avLst/>
              <a:gdLst/>
              <a:ahLst/>
              <a:cxnLst/>
              <a:rect l="l" t="t" r="r" b="b"/>
              <a:pathLst>
                <a:path w="4988" h="166" extrusionOk="0">
                  <a:moveTo>
                    <a:pt x="1" y="0"/>
                  </a:moveTo>
                  <a:lnTo>
                    <a:pt x="1" y="166"/>
                  </a:lnTo>
                  <a:lnTo>
                    <a:pt x="4988" y="166"/>
                  </a:lnTo>
                  <a:lnTo>
                    <a:pt x="498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29"/>
            <p:cNvSpPr/>
            <p:nvPr/>
          </p:nvSpPr>
          <p:spPr>
            <a:xfrm>
              <a:off x="3593326" y="3385172"/>
              <a:ext cx="794152" cy="26588"/>
            </a:xfrm>
            <a:custGeom>
              <a:avLst/>
              <a:gdLst/>
              <a:ahLst/>
              <a:cxnLst/>
              <a:rect l="l" t="t" r="r" b="b"/>
              <a:pathLst>
                <a:path w="4988" h="167" extrusionOk="0">
                  <a:moveTo>
                    <a:pt x="1" y="1"/>
                  </a:moveTo>
                  <a:lnTo>
                    <a:pt x="1" y="167"/>
                  </a:lnTo>
                  <a:lnTo>
                    <a:pt x="4988" y="167"/>
                  </a:lnTo>
                  <a:lnTo>
                    <a:pt x="498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29"/>
            <p:cNvSpPr/>
            <p:nvPr/>
          </p:nvSpPr>
          <p:spPr>
            <a:xfrm>
              <a:off x="2572303" y="3385172"/>
              <a:ext cx="221942" cy="26588"/>
            </a:xfrm>
            <a:custGeom>
              <a:avLst/>
              <a:gdLst/>
              <a:ahLst/>
              <a:cxnLst/>
              <a:rect l="l" t="t" r="r" b="b"/>
              <a:pathLst>
                <a:path w="1394" h="167" extrusionOk="0">
                  <a:moveTo>
                    <a:pt x="0" y="1"/>
                  </a:moveTo>
                  <a:lnTo>
                    <a:pt x="0" y="167"/>
                  </a:lnTo>
                  <a:lnTo>
                    <a:pt x="1394" y="167"/>
                  </a:lnTo>
                  <a:lnTo>
                    <a:pt x="139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29"/>
            <p:cNvSpPr/>
            <p:nvPr/>
          </p:nvSpPr>
          <p:spPr>
            <a:xfrm>
              <a:off x="2572303" y="3325467"/>
              <a:ext cx="221942" cy="26429"/>
            </a:xfrm>
            <a:custGeom>
              <a:avLst/>
              <a:gdLst/>
              <a:ahLst/>
              <a:cxnLst/>
              <a:rect l="l" t="t" r="r" b="b"/>
              <a:pathLst>
                <a:path w="1394" h="166" extrusionOk="0">
                  <a:moveTo>
                    <a:pt x="0" y="0"/>
                  </a:moveTo>
                  <a:lnTo>
                    <a:pt x="0" y="166"/>
                  </a:lnTo>
                  <a:lnTo>
                    <a:pt x="1394" y="166"/>
                  </a:lnTo>
                  <a:lnTo>
                    <a:pt x="139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29"/>
            <p:cNvSpPr/>
            <p:nvPr/>
          </p:nvSpPr>
          <p:spPr>
            <a:xfrm>
              <a:off x="2572303" y="2998930"/>
              <a:ext cx="221942" cy="257128"/>
            </a:xfrm>
            <a:custGeom>
              <a:avLst/>
              <a:gdLst/>
              <a:ahLst/>
              <a:cxnLst/>
              <a:rect l="l" t="t" r="r" b="b"/>
              <a:pathLst>
                <a:path w="1394" h="1615" extrusionOk="0">
                  <a:moveTo>
                    <a:pt x="697" y="0"/>
                  </a:moveTo>
                  <a:lnTo>
                    <a:pt x="0" y="1615"/>
                  </a:lnTo>
                  <a:lnTo>
                    <a:pt x="1394" y="1615"/>
                  </a:lnTo>
                  <a:lnTo>
                    <a:pt x="139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29"/>
            <p:cNvSpPr/>
            <p:nvPr/>
          </p:nvSpPr>
          <p:spPr>
            <a:xfrm>
              <a:off x="2560044" y="2991766"/>
              <a:ext cx="243117" cy="273049"/>
            </a:xfrm>
            <a:custGeom>
              <a:avLst/>
              <a:gdLst/>
              <a:ahLst/>
              <a:cxnLst/>
              <a:rect l="l" t="t" r="r" b="b"/>
              <a:pathLst>
                <a:path w="1527" h="1715" extrusionOk="0">
                  <a:moveTo>
                    <a:pt x="1415" y="100"/>
                  </a:moveTo>
                  <a:lnTo>
                    <a:pt x="1415" y="1604"/>
                  </a:lnTo>
                  <a:lnTo>
                    <a:pt x="166" y="1604"/>
                  </a:lnTo>
                  <a:lnTo>
                    <a:pt x="818" y="100"/>
                  </a:lnTo>
                  <a:close/>
                  <a:moveTo>
                    <a:pt x="741" y="1"/>
                  </a:moveTo>
                  <a:lnTo>
                    <a:pt x="0" y="1715"/>
                  </a:lnTo>
                  <a:lnTo>
                    <a:pt x="1526" y="1715"/>
                  </a:lnTo>
                  <a:lnTo>
                    <a:pt x="15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29"/>
            <p:cNvSpPr/>
            <p:nvPr/>
          </p:nvSpPr>
          <p:spPr>
            <a:xfrm>
              <a:off x="2438566" y="2851022"/>
              <a:ext cx="2897827" cy="653249"/>
            </a:xfrm>
            <a:custGeom>
              <a:avLst/>
              <a:gdLst/>
              <a:ahLst/>
              <a:cxnLst/>
              <a:rect l="l" t="t" r="r" b="b"/>
              <a:pathLst>
                <a:path w="18201" h="4103" extrusionOk="0">
                  <a:moveTo>
                    <a:pt x="1040" y="0"/>
                  </a:moveTo>
                  <a:lnTo>
                    <a:pt x="0" y="2444"/>
                  </a:lnTo>
                  <a:lnTo>
                    <a:pt x="0" y="4103"/>
                  </a:lnTo>
                  <a:lnTo>
                    <a:pt x="232" y="4103"/>
                  </a:lnTo>
                  <a:lnTo>
                    <a:pt x="232" y="2544"/>
                  </a:lnTo>
                  <a:lnTo>
                    <a:pt x="1239" y="299"/>
                  </a:lnTo>
                  <a:lnTo>
                    <a:pt x="18201" y="299"/>
                  </a:lnTo>
                  <a:lnTo>
                    <a:pt x="1820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29"/>
            <p:cNvSpPr/>
            <p:nvPr/>
          </p:nvSpPr>
          <p:spPr>
            <a:xfrm>
              <a:off x="2679612" y="3600909"/>
              <a:ext cx="250282" cy="212867"/>
            </a:xfrm>
            <a:custGeom>
              <a:avLst/>
              <a:gdLst/>
              <a:ahLst/>
              <a:cxnLst/>
              <a:rect l="l" t="t" r="r" b="b"/>
              <a:pathLst>
                <a:path w="1572" h="1337" extrusionOk="0">
                  <a:moveTo>
                    <a:pt x="908" y="1"/>
                  </a:moveTo>
                  <a:cubicBezTo>
                    <a:pt x="311" y="1"/>
                    <a:pt x="1" y="720"/>
                    <a:pt x="432" y="1140"/>
                  </a:cubicBezTo>
                  <a:cubicBezTo>
                    <a:pt x="568" y="1275"/>
                    <a:pt x="735" y="1336"/>
                    <a:pt x="898" y="1336"/>
                  </a:cubicBezTo>
                  <a:cubicBezTo>
                    <a:pt x="1242" y="1336"/>
                    <a:pt x="1571" y="1069"/>
                    <a:pt x="1571" y="664"/>
                  </a:cubicBezTo>
                  <a:cubicBezTo>
                    <a:pt x="1571" y="299"/>
                    <a:pt x="1273" y="1"/>
                    <a:pt x="90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29"/>
            <p:cNvSpPr/>
            <p:nvPr/>
          </p:nvSpPr>
          <p:spPr>
            <a:xfrm>
              <a:off x="3054714" y="3600909"/>
              <a:ext cx="248371" cy="212867"/>
            </a:xfrm>
            <a:custGeom>
              <a:avLst/>
              <a:gdLst/>
              <a:ahLst/>
              <a:cxnLst/>
              <a:rect l="l" t="t" r="r" b="b"/>
              <a:pathLst>
                <a:path w="1560" h="1337" extrusionOk="0">
                  <a:moveTo>
                    <a:pt x="896" y="1"/>
                  </a:moveTo>
                  <a:cubicBezTo>
                    <a:pt x="299" y="1"/>
                    <a:pt x="0" y="720"/>
                    <a:pt x="420" y="1140"/>
                  </a:cubicBezTo>
                  <a:cubicBezTo>
                    <a:pt x="556" y="1275"/>
                    <a:pt x="723" y="1336"/>
                    <a:pt x="886" y="1336"/>
                  </a:cubicBezTo>
                  <a:cubicBezTo>
                    <a:pt x="1230" y="1336"/>
                    <a:pt x="1559" y="1069"/>
                    <a:pt x="1559" y="664"/>
                  </a:cubicBezTo>
                  <a:cubicBezTo>
                    <a:pt x="1559" y="299"/>
                    <a:pt x="1261" y="1"/>
                    <a:pt x="8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29"/>
            <p:cNvSpPr/>
            <p:nvPr/>
          </p:nvSpPr>
          <p:spPr>
            <a:xfrm>
              <a:off x="2915563" y="3725890"/>
              <a:ext cx="188508" cy="16080"/>
            </a:xfrm>
            <a:custGeom>
              <a:avLst/>
              <a:gdLst/>
              <a:ahLst/>
              <a:cxnLst/>
              <a:rect l="l" t="t" r="r" b="b"/>
              <a:pathLst>
                <a:path w="1184" h="101" extrusionOk="0">
                  <a:moveTo>
                    <a:pt x="1" y="1"/>
                  </a:moveTo>
                  <a:lnTo>
                    <a:pt x="1" y="100"/>
                  </a:lnTo>
                  <a:lnTo>
                    <a:pt x="1184" y="100"/>
                  </a:lnTo>
                  <a:lnTo>
                    <a:pt x="11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29"/>
            <p:cNvSpPr/>
            <p:nvPr/>
          </p:nvSpPr>
          <p:spPr>
            <a:xfrm>
              <a:off x="2915563" y="3750568"/>
              <a:ext cx="188508" cy="16080"/>
            </a:xfrm>
            <a:custGeom>
              <a:avLst/>
              <a:gdLst/>
              <a:ahLst/>
              <a:cxnLst/>
              <a:rect l="l" t="t" r="r" b="b"/>
              <a:pathLst>
                <a:path w="1184" h="101" extrusionOk="0">
                  <a:moveTo>
                    <a:pt x="1" y="1"/>
                  </a:moveTo>
                  <a:lnTo>
                    <a:pt x="1" y="100"/>
                  </a:lnTo>
                  <a:lnTo>
                    <a:pt x="1184" y="100"/>
                  </a:lnTo>
                  <a:lnTo>
                    <a:pt x="11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29"/>
            <p:cNvSpPr/>
            <p:nvPr/>
          </p:nvSpPr>
          <p:spPr>
            <a:xfrm>
              <a:off x="2748391" y="3733055"/>
              <a:ext cx="155073" cy="26429"/>
            </a:xfrm>
            <a:custGeom>
              <a:avLst/>
              <a:gdLst/>
              <a:ahLst/>
              <a:cxnLst/>
              <a:rect l="l" t="t" r="r" b="b"/>
              <a:pathLst>
                <a:path w="974" h="166" extrusionOk="0">
                  <a:moveTo>
                    <a:pt x="0" y="0"/>
                  </a:moveTo>
                  <a:lnTo>
                    <a:pt x="0" y="166"/>
                  </a:lnTo>
                  <a:lnTo>
                    <a:pt x="973" y="166"/>
                  </a:lnTo>
                  <a:lnTo>
                    <a:pt x="9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29"/>
            <p:cNvSpPr/>
            <p:nvPr/>
          </p:nvSpPr>
          <p:spPr>
            <a:xfrm>
              <a:off x="2764153" y="3697710"/>
              <a:ext cx="35345" cy="21334"/>
            </a:xfrm>
            <a:custGeom>
              <a:avLst/>
              <a:gdLst/>
              <a:ahLst/>
              <a:cxnLst/>
              <a:rect l="l" t="t" r="r" b="b"/>
              <a:pathLst>
                <a:path w="222" h="134" extrusionOk="0">
                  <a:moveTo>
                    <a:pt x="1" y="1"/>
                  </a:moveTo>
                  <a:lnTo>
                    <a:pt x="1"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29"/>
            <p:cNvSpPr/>
            <p:nvPr/>
          </p:nvSpPr>
          <p:spPr>
            <a:xfrm>
              <a:off x="2852197" y="3697710"/>
              <a:ext cx="35345" cy="21334"/>
            </a:xfrm>
            <a:custGeom>
              <a:avLst/>
              <a:gdLst/>
              <a:ahLst/>
              <a:cxnLst/>
              <a:rect l="l" t="t" r="r" b="b"/>
              <a:pathLst>
                <a:path w="222" h="134" extrusionOk="0">
                  <a:moveTo>
                    <a:pt x="1" y="1"/>
                  </a:moveTo>
                  <a:lnTo>
                    <a:pt x="1"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29"/>
            <p:cNvSpPr/>
            <p:nvPr/>
          </p:nvSpPr>
          <p:spPr>
            <a:xfrm>
              <a:off x="3118080" y="3733055"/>
              <a:ext cx="153322" cy="26429"/>
            </a:xfrm>
            <a:custGeom>
              <a:avLst/>
              <a:gdLst/>
              <a:ahLst/>
              <a:cxnLst/>
              <a:rect l="l" t="t" r="r" b="b"/>
              <a:pathLst>
                <a:path w="963" h="166" extrusionOk="0">
                  <a:moveTo>
                    <a:pt x="0" y="0"/>
                  </a:moveTo>
                  <a:lnTo>
                    <a:pt x="0" y="166"/>
                  </a:lnTo>
                  <a:lnTo>
                    <a:pt x="962" y="166"/>
                  </a:lnTo>
                  <a:lnTo>
                    <a:pt x="9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29"/>
            <p:cNvSpPr/>
            <p:nvPr/>
          </p:nvSpPr>
          <p:spPr>
            <a:xfrm>
              <a:off x="3133842" y="3697710"/>
              <a:ext cx="35345" cy="21334"/>
            </a:xfrm>
            <a:custGeom>
              <a:avLst/>
              <a:gdLst/>
              <a:ahLst/>
              <a:cxnLst/>
              <a:rect l="l" t="t" r="r" b="b"/>
              <a:pathLst>
                <a:path w="222" h="134" extrusionOk="0">
                  <a:moveTo>
                    <a:pt x="1" y="1"/>
                  </a:moveTo>
                  <a:lnTo>
                    <a:pt x="1"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29"/>
            <p:cNvSpPr/>
            <p:nvPr/>
          </p:nvSpPr>
          <p:spPr>
            <a:xfrm>
              <a:off x="3220134" y="3697710"/>
              <a:ext cx="35345" cy="21334"/>
            </a:xfrm>
            <a:custGeom>
              <a:avLst/>
              <a:gdLst/>
              <a:ahLst/>
              <a:cxnLst/>
              <a:rect l="l" t="t" r="r" b="b"/>
              <a:pathLst>
                <a:path w="222" h="134" extrusionOk="0">
                  <a:moveTo>
                    <a:pt x="1" y="1"/>
                  </a:moveTo>
                  <a:lnTo>
                    <a:pt x="1"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29"/>
            <p:cNvSpPr/>
            <p:nvPr/>
          </p:nvSpPr>
          <p:spPr>
            <a:xfrm>
              <a:off x="2959665" y="3611576"/>
              <a:ext cx="102214" cy="28340"/>
            </a:xfrm>
            <a:custGeom>
              <a:avLst/>
              <a:gdLst/>
              <a:ahLst/>
              <a:cxnLst/>
              <a:rect l="l" t="t" r="r" b="b"/>
              <a:pathLst>
                <a:path w="642" h="178" extrusionOk="0">
                  <a:moveTo>
                    <a:pt x="0" y="0"/>
                  </a:moveTo>
                  <a:lnTo>
                    <a:pt x="0" y="177"/>
                  </a:lnTo>
                  <a:lnTo>
                    <a:pt x="641" y="177"/>
                  </a:lnTo>
                  <a:lnTo>
                    <a:pt x="6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29"/>
            <p:cNvSpPr/>
            <p:nvPr/>
          </p:nvSpPr>
          <p:spPr>
            <a:xfrm>
              <a:off x="2929733" y="3579893"/>
              <a:ext cx="160327" cy="21175"/>
            </a:xfrm>
            <a:custGeom>
              <a:avLst/>
              <a:gdLst/>
              <a:ahLst/>
              <a:cxnLst/>
              <a:rect l="l" t="t" r="r" b="b"/>
              <a:pathLst>
                <a:path w="1007" h="133" extrusionOk="0">
                  <a:moveTo>
                    <a:pt x="0" y="0"/>
                  </a:moveTo>
                  <a:lnTo>
                    <a:pt x="0" y="133"/>
                  </a:lnTo>
                  <a:lnTo>
                    <a:pt x="1006" y="133"/>
                  </a:lnTo>
                  <a:lnTo>
                    <a:pt x="100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29"/>
            <p:cNvSpPr/>
            <p:nvPr/>
          </p:nvSpPr>
          <p:spPr>
            <a:xfrm>
              <a:off x="2748391" y="3634344"/>
              <a:ext cx="523013" cy="84701"/>
            </a:xfrm>
            <a:custGeom>
              <a:avLst/>
              <a:gdLst/>
              <a:ahLst/>
              <a:cxnLst/>
              <a:rect l="l" t="t" r="r" b="b"/>
              <a:pathLst>
                <a:path w="3285" h="532" extrusionOk="0">
                  <a:moveTo>
                    <a:pt x="0" y="1"/>
                  </a:moveTo>
                  <a:lnTo>
                    <a:pt x="0" y="322"/>
                  </a:lnTo>
                  <a:lnTo>
                    <a:pt x="1106" y="322"/>
                  </a:lnTo>
                  <a:lnTo>
                    <a:pt x="1316" y="532"/>
                  </a:lnTo>
                  <a:lnTo>
                    <a:pt x="1968" y="532"/>
                  </a:lnTo>
                  <a:lnTo>
                    <a:pt x="2190" y="322"/>
                  </a:lnTo>
                  <a:lnTo>
                    <a:pt x="3284" y="322"/>
                  </a:lnTo>
                  <a:lnTo>
                    <a:pt x="3284" y="1"/>
                  </a:lnTo>
                  <a:lnTo>
                    <a:pt x="2190" y="1"/>
                  </a:lnTo>
                  <a:lnTo>
                    <a:pt x="1968" y="111"/>
                  </a:lnTo>
                  <a:lnTo>
                    <a:pt x="1316" y="111"/>
                  </a:lnTo>
                  <a:lnTo>
                    <a:pt x="11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29"/>
            <p:cNvSpPr/>
            <p:nvPr/>
          </p:nvSpPr>
          <p:spPr>
            <a:xfrm>
              <a:off x="2810006" y="3695958"/>
              <a:ext cx="31842" cy="26588"/>
            </a:xfrm>
            <a:custGeom>
              <a:avLst/>
              <a:gdLst/>
              <a:ahLst/>
              <a:cxnLst/>
              <a:rect l="l" t="t" r="r" b="b"/>
              <a:pathLst>
                <a:path w="200" h="167" extrusionOk="0">
                  <a:moveTo>
                    <a:pt x="0" y="1"/>
                  </a:moveTo>
                  <a:lnTo>
                    <a:pt x="0" y="167"/>
                  </a:lnTo>
                  <a:lnTo>
                    <a:pt x="199" y="167"/>
                  </a:lnTo>
                  <a:lnTo>
                    <a:pt x="1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29"/>
            <p:cNvSpPr/>
            <p:nvPr/>
          </p:nvSpPr>
          <p:spPr>
            <a:xfrm>
              <a:off x="2898050" y="3695958"/>
              <a:ext cx="33594" cy="26588"/>
            </a:xfrm>
            <a:custGeom>
              <a:avLst/>
              <a:gdLst/>
              <a:ahLst/>
              <a:cxnLst/>
              <a:rect l="l" t="t" r="r" b="b"/>
              <a:pathLst>
                <a:path w="211" h="167" extrusionOk="0">
                  <a:moveTo>
                    <a:pt x="0" y="1"/>
                  </a:moveTo>
                  <a:lnTo>
                    <a:pt x="0" y="167"/>
                  </a:lnTo>
                  <a:lnTo>
                    <a:pt x="44" y="167"/>
                  </a:lnTo>
                  <a:lnTo>
                    <a:pt x="44" y="111"/>
                  </a:lnTo>
                  <a:lnTo>
                    <a:pt x="210" y="111"/>
                  </a:lnTo>
                  <a:cubicBezTo>
                    <a:pt x="210" y="100"/>
                    <a:pt x="210" y="89"/>
                    <a:pt x="210" y="78"/>
                  </a:cubicBezTo>
                  <a:lnTo>
                    <a:pt x="1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29"/>
            <p:cNvSpPr/>
            <p:nvPr/>
          </p:nvSpPr>
          <p:spPr>
            <a:xfrm>
              <a:off x="3179695" y="3695958"/>
              <a:ext cx="30091" cy="26588"/>
            </a:xfrm>
            <a:custGeom>
              <a:avLst/>
              <a:gdLst/>
              <a:ahLst/>
              <a:cxnLst/>
              <a:rect l="l" t="t" r="r" b="b"/>
              <a:pathLst>
                <a:path w="189" h="167" extrusionOk="0">
                  <a:moveTo>
                    <a:pt x="0" y="1"/>
                  </a:moveTo>
                  <a:lnTo>
                    <a:pt x="0" y="167"/>
                  </a:lnTo>
                  <a:lnTo>
                    <a:pt x="188" y="167"/>
                  </a:lnTo>
                  <a:lnTo>
                    <a:pt x="18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29"/>
            <p:cNvSpPr/>
            <p:nvPr/>
          </p:nvSpPr>
          <p:spPr>
            <a:xfrm>
              <a:off x="3088148" y="3695958"/>
              <a:ext cx="35345" cy="26588"/>
            </a:xfrm>
            <a:custGeom>
              <a:avLst/>
              <a:gdLst/>
              <a:ahLst/>
              <a:cxnLst/>
              <a:rect l="l" t="t" r="r" b="b"/>
              <a:pathLst>
                <a:path w="222" h="167" extrusionOk="0">
                  <a:moveTo>
                    <a:pt x="78" y="1"/>
                  </a:moveTo>
                  <a:lnTo>
                    <a:pt x="0" y="78"/>
                  </a:lnTo>
                  <a:lnTo>
                    <a:pt x="0" y="111"/>
                  </a:lnTo>
                  <a:lnTo>
                    <a:pt x="166" y="111"/>
                  </a:lnTo>
                  <a:lnTo>
                    <a:pt x="166" y="167"/>
                  </a:lnTo>
                  <a:lnTo>
                    <a:pt x="222" y="167"/>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29"/>
            <p:cNvSpPr/>
            <p:nvPr/>
          </p:nvSpPr>
          <p:spPr>
            <a:xfrm>
              <a:off x="4440172" y="3600909"/>
              <a:ext cx="250123" cy="212867"/>
            </a:xfrm>
            <a:custGeom>
              <a:avLst/>
              <a:gdLst/>
              <a:ahLst/>
              <a:cxnLst/>
              <a:rect l="l" t="t" r="r" b="b"/>
              <a:pathLst>
                <a:path w="1571" h="1337" extrusionOk="0">
                  <a:moveTo>
                    <a:pt x="907" y="1"/>
                  </a:moveTo>
                  <a:cubicBezTo>
                    <a:pt x="310" y="1"/>
                    <a:pt x="1" y="720"/>
                    <a:pt x="432" y="1140"/>
                  </a:cubicBezTo>
                  <a:cubicBezTo>
                    <a:pt x="567" y="1275"/>
                    <a:pt x="734" y="1336"/>
                    <a:pt x="898" y="1336"/>
                  </a:cubicBezTo>
                  <a:cubicBezTo>
                    <a:pt x="1241" y="1336"/>
                    <a:pt x="1571" y="1069"/>
                    <a:pt x="1571" y="664"/>
                  </a:cubicBezTo>
                  <a:cubicBezTo>
                    <a:pt x="1571" y="299"/>
                    <a:pt x="1272" y="1"/>
                    <a:pt x="9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29"/>
            <p:cNvSpPr/>
            <p:nvPr/>
          </p:nvSpPr>
          <p:spPr>
            <a:xfrm>
              <a:off x="4815114" y="3600909"/>
              <a:ext cx="250123" cy="212867"/>
            </a:xfrm>
            <a:custGeom>
              <a:avLst/>
              <a:gdLst/>
              <a:ahLst/>
              <a:cxnLst/>
              <a:rect l="l" t="t" r="r" b="b"/>
              <a:pathLst>
                <a:path w="1571" h="1337" extrusionOk="0">
                  <a:moveTo>
                    <a:pt x="897" y="1"/>
                  </a:moveTo>
                  <a:cubicBezTo>
                    <a:pt x="299" y="1"/>
                    <a:pt x="1" y="720"/>
                    <a:pt x="421" y="1140"/>
                  </a:cubicBezTo>
                  <a:cubicBezTo>
                    <a:pt x="557" y="1275"/>
                    <a:pt x="725" y="1336"/>
                    <a:pt x="890" y="1336"/>
                  </a:cubicBezTo>
                  <a:cubicBezTo>
                    <a:pt x="1236" y="1336"/>
                    <a:pt x="1571" y="1069"/>
                    <a:pt x="1571" y="664"/>
                  </a:cubicBezTo>
                  <a:cubicBezTo>
                    <a:pt x="1571" y="299"/>
                    <a:pt x="1261" y="1"/>
                    <a:pt x="8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29"/>
            <p:cNvSpPr/>
            <p:nvPr/>
          </p:nvSpPr>
          <p:spPr>
            <a:xfrm>
              <a:off x="4676123" y="3725890"/>
              <a:ext cx="188508" cy="16080"/>
            </a:xfrm>
            <a:custGeom>
              <a:avLst/>
              <a:gdLst/>
              <a:ahLst/>
              <a:cxnLst/>
              <a:rect l="l" t="t" r="r" b="b"/>
              <a:pathLst>
                <a:path w="1184" h="101" extrusionOk="0">
                  <a:moveTo>
                    <a:pt x="0" y="1"/>
                  </a:moveTo>
                  <a:lnTo>
                    <a:pt x="0" y="100"/>
                  </a:lnTo>
                  <a:lnTo>
                    <a:pt x="1183" y="100"/>
                  </a:lnTo>
                  <a:lnTo>
                    <a:pt x="11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29"/>
            <p:cNvSpPr/>
            <p:nvPr/>
          </p:nvSpPr>
          <p:spPr>
            <a:xfrm>
              <a:off x="4676123" y="3750568"/>
              <a:ext cx="188508" cy="16080"/>
            </a:xfrm>
            <a:custGeom>
              <a:avLst/>
              <a:gdLst/>
              <a:ahLst/>
              <a:cxnLst/>
              <a:rect l="l" t="t" r="r" b="b"/>
              <a:pathLst>
                <a:path w="1184" h="101" extrusionOk="0">
                  <a:moveTo>
                    <a:pt x="0" y="1"/>
                  </a:moveTo>
                  <a:lnTo>
                    <a:pt x="0" y="100"/>
                  </a:lnTo>
                  <a:lnTo>
                    <a:pt x="1183" y="100"/>
                  </a:lnTo>
                  <a:lnTo>
                    <a:pt x="11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29"/>
            <p:cNvSpPr/>
            <p:nvPr/>
          </p:nvSpPr>
          <p:spPr>
            <a:xfrm>
              <a:off x="4508792" y="3733055"/>
              <a:ext cx="155073" cy="26429"/>
            </a:xfrm>
            <a:custGeom>
              <a:avLst/>
              <a:gdLst/>
              <a:ahLst/>
              <a:cxnLst/>
              <a:rect l="l" t="t" r="r" b="b"/>
              <a:pathLst>
                <a:path w="974" h="166" extrusionOk="0">
                  <a:moveTo>
                    <a:pt x="1" y="0"/>
                  </a:moveTo>
                  <a:lnTo>
                    <a:pt x="1" y="166"/>
                  </a:lnTo>
                  <a:lnTo>
                    <a:pt x="974" y="166"/>
                  </a:lnTo>
                  <a:lnTo>
                    <a:pt x="9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29"/>
            <p:cNvSpPr/>
            <p:nvPr/>
          </p:nvSpPr>
          <p:spPr>
            <a:xfrm>
              <a:off x="4524713" y="3697710"/>
              <a:ext cx="35345" cy="21334"/>
            </a:xfrm>
            <a:custGeom>
              <a:avLst/>
              <a:gdLst/>
              <a:ahLst/>
              <a:cxnLst/>
              <a:rect l="l" t="t" r="r" b="b"/>
              <a:pathLst>
                <a:path w="222" h="134" extrusionOk="0">
                  <a:moveTo>
                    <a:pt x="0" y="1"/>
                  </a:moveTo>
                  <a:lnTo>
                    <a:pt x="0" y="134"/>
                  </a:lnTo>
                  <a:lnTo>
                    <a:pt x="221" y="134"/>
                  </a:lnTo>
                  <a:lnTo>
                    <a:pt x="2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29"/>
            <p:cNvSpPr/>
            <p:nvPr/>
          </p:nvSpPr>
          <p:spPr>
            <a:xfrm>
              <a:off x="4612757" y="3697710"/>
              <a:ext cx="35345" cy="21334"/>
            </a:xfrm>
            <a:custGeom>
              <a:avLst/>
              <a:gdLst/>
              <a:ahLst/>
              <a:cxnLst/>
              <a:rect l="l" t="t" r="r" b="b"/>
              <a:pathLst>
                <a:path w="222" h="134" extrusionOk="0">
                  <a:moveTo>
                    <a:pt x="0" y="1"/>
                  </a:moveTo>
                  <a:lnTo>
                    <a:pt x="0" y="134"/>
                  </a:lnTo>
                  <a:lnTo>
                    <a:pt x="221" y="134"/>
                  </a:lnTo>
                  <a:lnTo>
                    <a:pt x="2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29"/>
            <p:cNvSpPr/>
            <p:nvPr/>
          </p:nvSpPr>
          <p:spPr>
            <a:xfrm>
              <a:off x="4878481" y="3733055"/>
              <a:ext cx="153322" cy="26429"/>
            </a:xfrm>
            <a:custGeom>
              <a:avLst/>
              <a:gdLst/>
              <a:ahLst/>
              <a:cxnLst/>
              <a:rect l="l" t="t" r="r" b="b"/>
              <a:pathLst>
                <a:path w="963" h="166" extrusionOk="0">
                  <a:moveTo>
                    <a:pt x="1" y="0"/>
                  </a:moveTo>
                  <a:lnTo>
                    <a:pt x="1" y="166"/>
                  </a:lnTo>
                  <a:lnTo>
                    <a:pt x="963" y="166"/>
                  </a:lnTo>
                  <a:lnTo>
                    <a:pt x="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29"/>
            <p:cNvSpPr/>
            <p:nvPr/>
          </p:nvSpPr>
          <p:spPr>
            <a:xfrm>
              <a:off x="4894402" y="3697710"/>
              <a:ext cx="35345" cy="21334"/>
            </a:xfrm>
            <a:custGeom>
              <a:avLst/>
              <a:gdLst/>
              <a:ahLst/>
              <a:cxnLst/>
              <a:rect l="l" t="t" r="r" b="b"/>
              <a:pathLst>
                <a:path w="222" h="134" extrusionOk="0">
                  <a:moveTo>
                    <a:pt x="0" y="1"/>
                  </a:moveTo>
                  <a:lnTo>
                    <a:pt x="0"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29"/>
            <p:cNvSpPr/>
            <p:nvPr/>
          </p:nvSpPr>
          <p:spPr>
            <a:xfrm>
              <a:off x="4980694" y="3697710"/>
              <a:ext cx="35345" cy="21334"/>
            </a:xfrm>
            <a:custGeom>
              <a:avLst/>
              <a:gdLst/>
              <a:ahLst/>
              <a:cxnLst/>
              <a:rect l="l" t="t" r="r" b="b"/>
              <a:pathLst>
                <a:path w="222" h="134" extrusionOk="0">
                  <a:moveTo>
                    <a:pt x="0" y="1"/>
                  </a:moveTo>
                  <a:lnTo>
                    <a:pt x="0" y="134"/>
                  </a:lnTo>
                  <a:lnTo>
                    <a:pt x="221" y="134"/>
                  </a:lnTo>
                  <a:lnTo>
                    <a:pt x="2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29"/>
            <p:cNvSpPr/>
            <p:nvPr/>
          </p:nvSpPr>
          <p:spPr>
            <a:xfrm>
              <a:off x="4720065" y="3611576"/>
              <a:ext cx="102374" cy="28340"/>
            </a:xfrm>
            <a:custGeom>
              <a:avLst/>
              <a:gdLst/>
              <a:ahLst/>
              <a:cxnLst/>
              <a:rect l="l" t="t" r="r" b="b"/>
              <a:pathLst>
                <a:path w="643" h="178" extrusionOk="0">
                  <a:moveTo>
                    <a:pt x="1" y="0"/>
                  </a:moveTo>
                  <a:lnTo>
                    <a:pt x="1" y="177"/>
                  </a:lnTo>
                  <a:lnTo>
                    <a:pt x="642" y="177"/>
                  </a:lnTo>
                  <a:lnTo>
                    <a:pt x="6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29"/>
            <p:cNvSpPr/>
            <p:nvPr/>
          </p:nvSpPr>
          <p:spPr>
            <a:xfrm>
              <a:off x="4690133" y="3579893"/>
              <a:ext cx="160327" cy="21175"/>
            </a:xfrm>
            <a:custGeom>
              <a:avLst/>
              <a:gdLst/>
              <a:ahLst/>
              <a:cxnLst/>
              <a:rect l="l" t="t" r="r" b="b"/>
              <a:pathLst>
                <a:path w="1007" h="133" extrusionOk="0">
                  <a:moveTo>
                    <a:pt x="1" y="0"/>
                  </a:moveTo>
                  <a:lnTo>
                    <a:pt x="1" y="133"/>
                  </a:lnTo>
                  <a:lnTo>
                    <a:pt x="1007" y="133"/>
                  </a:lnTo>
                  <a:lnTo>
                    <a:pt x="10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29"/>
            <p:cNvSpPr/>
            <p:nvPr/>
          </p:nvSpPr>
          <p:spPr>
            <a:xfrm>
              <a:off x="4508792" y="3634344"/>
              <a:ext cx="523013" cy="84701"/>
            </a:xfrm>
            <a:custGeom>
              <a:avLst/>
              <a:gdLst/>
              <a:ahLst/>
              <a:cxnLst/>
              <a:rect l="l" t="t" r="r" b="b"/>
              <a:pathLst>
                <a:path w="3285" h="532" extrusionOk="0">
                  <a:moveTo>
                    <a:pt x="1" y="1"/>
                  </a:moveTo>
                  <a:lnTo>
                    <a:pt x="1" y="322"/>
                  </a:lnTo>
                  <a:lnTo>
                    <a:pt x="1107" y="322"/>
                  </a:lnTo>
                  <a:lnTo>
                    <a:pt x="1317" y="532"/>
                  </a:lnTo>
                  <a:lnTo>
                    <a:pt x="1969" y="532"/>
                  </a:lnTo>
                  <a:lnTo>
                    <a:pt x="2190" y="322"/>
                  </a:lnTo>
                  <a:lnTo>
                    <a:pt x="3285" y="322"/>
                  </a:lnTo>
                  <a:lnTo>
                    <a:pt x="3285" y="1"/>
                  </a:lnTo>
                  <a:lnTo>
                    <a:pt x="2190" y="1"/>
                  </a:lnTo>
                  <a:lnTo>
                    <a:pt x="1969" y="111"/>
                  </a:lnTo>
                  <a:lnTo>
                    <a:pt x="1317" y="111"/>
                  </a:lnTo>
                  <a:lnTo>
                    <a:pt x="110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29"/>
            <p:cNvSpPr/>
            <p:nvPr/>
          </p:nvSpPr>
          <p:spPr>
            <a:xfrm>
              <a:off x="4570406" y="3695958"/>
              <a:ext cx="31843" cy="26588"/>
            </a:xfrm>
            <a:custGeom>
              <a:avLst/>
              <a:gdLst/>
              <a:ahLst/>
              <a:cxnLst/>
              <a:rect l="l" t="t" r="r" b="b"/>
              <a:pathLst>
                <a:path w="200" h="167" extrusionOk="0">
                  <a:moveTo>
                    <a:pt x="1" y="1"/>
                  </a:moveTo>
                  <a:lnTo>
                    <a:pt x="1" y="167"/>
                  </a:lnTo>
                  <a:lnTo>
                    <a:pt x="200" y="167"/>
                  </a:lnTo>
                  <a:lnTo>
                    <a:pt x="2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29"/>
            <p:cNvSpPr/>
            <p:nvPr/>
          </p:nvSpPr>
          <p:spPr>
            <a:xfrm>
              <a:off x="4658450" y="3695958"/>
              <a:ext cx="33594" cy="26588"/>
            </a:xfrm>
            <a:custGeom>
              <a:avLst/>
              <a:gdLst/>
              <a:ahLst/>
              <a:cxnLst/>
              <a:rect l="l" t="t" r="r" b="b"/>
              <a:pathLst>
                <a:path w="211" h="167" extrusionOk="0">
                  <a:moveTo>
                    <a:pt x="1" y="1"/>
                  </a:moveTo>
                  <a:lnTo>
                    <a:pt x="1" y="167"/>
                  </a:lnTo>
                  <a:lnTo>
                    <a:pt x="45" y="167"/>
                  </a:lnTo>
                  <a:lnTo>
                    <a:pt x="45" y="111"/>
                  </a:lnTo>
                  <a:lnTo>
                    <a:pt x="211" y="111"/>
                  </a:lnTo>
                  <a:cubicBezTo>
                    <a:pt x="211" y="100"/>
                    <a:pt x="211" y="89"/>
                    <a:pt x="211" y="78"/>
                  </a:cubicBezTo>
                  <a:lnTo>
                    <a:pt x="1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29"/>
            <p:cNvSpPr/>
            <p:nvPr/>
          </p:nvSpPr>
          <p:spPr>
            <a:xfrm>
              <a:off x="4940095" y="3695958"/>
              <a:ext cx="30091" cy="26588"/>
            </a:xfrm>
            <a:custGeom>
              <a:avLst/>
              <a:gdLst/>
              <a:ahLst/>
              <a:cxnLst/>
              <a:rect l="l" t="t" r="r" b="b"/>
              <a:pathLst>
                <a:path w="189" h="167" extrusionOk="0">
                  <a:moveTo>
                    <a:pt x="1" y="1"/>
                  </a:moveTo>
                  <a:lnTo>
                    <a:pt x="1" y="167"/>
                  </a:lnTo>
                  <a:lnTo>
                    <a:pt x="189" y="167"/>
                  </a:lnTo>
                  <a:lnTo>
                    <a:pt x="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29"/>
            <p:cNvSpPr/>
            <p:nvPr/>
          </p:nvSpPr>
          <p:spPr>
            <a:xfrm>
              <a:off x="4848549" y="3695958"/>
              <a:ext cx="35504" cy="26588"/>
            </a:xfrm>
            <a:custGeom>
              <a:avLst/>
              <a:gdLst/>
              <a:ahLst/>
              <a:cxnLst/>
              <a:rect l="l" t="t" r="r" b="b"/>
              <a:pathLst>
                <a:path w="223" h="167" extrusionOk="0">
                  <a:moveTo>
                    <a:pt x="78" y="1"/>
                  </a:moveTo>
                  <a:lnTo>
                    <a:pt x="1" y="78"/>
                  </a:lnTo>
                  <a:lnTo>
                    <a:pt x="1" y="111"/>
                  </a:lnTo>
                  <a:lnTo>
                    <a:pt x="167" y="111"/>
                  </a:lnTo>
                  <a:lnTo>
                    <a:pt x="167" y="167"/>
                  </a:lnTo>
                  <a:lnTo>
                    <a:pt x="222" y="167"/>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29"/>
            <p:cNvSpPr/>
            <p:nvPr/>
          </p:nvSpPr>
          <p:spPr>
            <a:xfrm>
              <a:off x="2343357" y="3504108"/>
              <a:ext cx="2993036" cy="63526"/>
            </a:xfrm>
            <a:custGeom>
              <a:avLst/>
              <a:gdLst/>
              <a:ahLst/>
              <a:cxnLst/>
              <a:rect l="l" t="t" r="r" b="b"/>
              <a:pathLst>
                <a:path w="18799" h="399" extrusionOk="0">
                  <a:moveTo>
                    <a:pt x="1" y="1"/>
                  </a:moveTo>
                  <a:lnTo>
                    <a:pt x="1" y="399"/>
                  </a:lnTo>
                  <a:lnTo>
                    <a:pt x="18799" y="399"/>
                  </a:lnTo>
                  <a:lnTo>
                    <a:pt x="1879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29"/>
            <p:cNvSpPr/>
            <p:nvPr/>
          </p:nvSpPr>
          <p:spPr>
            <a:xfrm>
              <a:off x="5404993" y="2886208"/>
              <a:ext cx="68780" cy="665667"/>
            </a:xfrm>
            <a:custGeom>
              <a:avLst/>
              <a:gdLst/>
              <a:ahLst/>
              <a:cxnLst/>
              <a:rect l="l" t="t" r="r" b="b"/>
              <a:pathLst>
                <a:path w="432" h="4181" extrusionOk="0">
                  <a:moveTo>
                    <a:pt x="221" y="0"/>
                  </a:moveTo>
                  <a:cubicBezTo>
                    <a:pt x="100" y="0"/>
                    <a:pt x="0" y="89"/>
                    <a:pt x="0" y="211"/>
                  </a:cubicBezTo>
                  <a:lnTo>
                    <a:pt x="0" y="3970"/>
                  </a:lnTo>
                  <a:cubicBezTo>
                    <a:pt x="0" y="4081"/>
                    <a:pt x="100" y="4180"/>
                    <a:pt x="221" y="4180"/>
                  </a:cubicBezTo>
                  <a:cubicBezTo>
                    <a:pt x="343" y="4180"/>
                    <a:pt x="431" y="4081"/>
                    <a:pt x="431" y="3970"/>
                  </a:cubicBezTo>
                  <a:lnTo>
                    <a:pt x="431" y="211"/>
                  </a:lnTo>
                  <a:cubicBezTo>
                    <a:pt x="431" y="89"/>
                    <a:pt x="343" y="0"/>
                    <a:pt x="2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29"/>
            <p:cNvSpPr/>
            <p:nvPr/>
          </p:nvSpPr>
          <p:spPr>
            <a:xfrm>
              <a:off x="5336213" y="2886049"/>
              <a:ext cx="68939" cy="665827"/>
            </a:xfrm>
            <a:custGeom>
              <a:avLst/>
              <a:gdLst/>
              <a:ahLst/>
              <a:cxnLst/>
              <a:rect l="l" t="t" r="r" b="b"/>
              <a:pathLst>
                <a:path w="433" h="4182" extrusionOk="0">
                  <a:moveTo>
                    <a:pt x="204" y="1"/>
                  </a:moveTo>
                  <a:cubicBezTo>
                    <a:pt x="91" y="1"/>
                    <a:pt x="1" y="96"/>
                    <a:pt x="1" y="212"/>
                  </a:cubicBezTo>
                  <a:lnTo>
                    <a:pt x="1" y="3971"/>
                  </a:lnTo>
                  <a:cubicBezTo>
                    <a:pt x="1" y="4082"/>
                    <a:pt x="100" y="4181"/>
                    <a:pt x="222" y="4181"/>
                  </a:cubicBezTo>
                  <a:cubicBezTo>
                    <a:pt x="344" y="4181"/>
                    <a:pt x="432" y="4082"/>
                    <a:pt x="432" y="3971"/>
                  </a:cubicBezTo>
                  <a:lnTo>
                    <a:pt x="432" y="212"/>
                  </a:lnTo>
                  <a:cubicBezTo>
                    <a:pt x="432" y="90"/>
                    <a:pt x="344" y="1"/>
                    <a:pt x="222" y="1"/>
                  </a:cubicBezTo>
                  <a:cubicBezTo>
                    <a:pt x="216" y="1"/>
                    <a:pt x="210" y="1"/>
                    <a:pt x="2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29"/>
            <p:cNvSpPr/>
            <p:nvPr/>
          </p:nvSpPr>
          <p:spPr>
            <a:xfrm>
              <a:off x="5675971" y="3537543"/>
              <a:ext cx="2324025" cy="111130"/>
            </a:xfrm>
            <a:custGeom>
              <a:avLst/>
              <a:gdLst/>
              <a:ahLst/>
              <a:cxnLst/>
              <a:rect l="l" t="t" r="r" b="b"/>
              <a:pathLst>
                <a:path w="14597" h="698" extrusionOk="0">
                  <a:moveTo>
                    <a:pt x="1" y="1"/>
                  </a:moveTo>
                  <a:lnTo>
                    <a:pt x="1" y="697"/>
                  </a:lnTo>
                  <a:lnTo>
                    <a:pt x="14597" y="697"/>
                  </a:lnTo>
                  <a:lnTo>
                    <a:pt x="145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29"/>
            <p:cNvSpPr/>
            <p:nvPr/>
          </p:nvSpPr>
          <p:spPr>
            <a:xfrm>
              <a:off x="7316803" y="2967247"/>
              <a:ext cx="646244" cy="554696"/>
            </a:xfrm>
            <a:custGeom>
              <a:avLst/>
              <a:gdLst/>
              <a:ahLst/>
              <a:cxnLst/>
              <a:rect l="l" t="t" r="r" b="b"/>
              <a:pathLst>
                <a:path w="4059" h="3484" extrusionOk="0">
                  <a:moveTo>
                    <a:pt x="1" y="0"/>
                  </a:moveTo>
                  <a:lnTo>
                    <a:pt x="1" y="3483"/>
                  </a:lnTo>
                  <a:lnTo>
                    <a:pt x="4059" y="3483"/>
                  </a:lnTo>
                  <a:lnTo>
                    <a:pt x="405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29"/>
            <p:cNvSpPr/>
            <p:nvPr/>
          </p:nvSpPr>
          <p:spPr>
            <a:xfrm>
              <a:off x="5716569" y="2967247"/>
              <a:ext cx="646244" cy="554696"/>
            </a:xfrm>
            <a:custGeom>
              <a:avLst/>
              <a:gdLst/>
              <a:ahLst/>
              <a:cxnLst/>
              <a:rect l="l" t="t" r="r" b="b"/>
              <a:pathLst>
                <a:path w="4059" h="3484" extrusionOk="0">
                  <a:moveTo>
                    <a:pt x="0" y="0"/>
                  </a:moveTo>
                  <a:lnTo>
                    <a:pt x="0" y="3483"/>
                  </a:lnTo>
                  <a:lnTo>
                    <a:pt x="4058" y="3483"/>
                  </a:lnTo>
                  <a:lnTo>
                    <a:pt x="40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29"/>
            <p:cNvSpPr/>
            <p:nvPr/>
          </p:nvSpPr>
          <p:spPr>
            <a:xfrm>
              <a:off x="7359154" y="3009438"/>
              <a:ext cx="269388" cy="470155"/>
            </a:xfrm>
            <a:custGeom>
              <a:avLst/>
              <a:gdLst/>
              <a:ahLst/>
              <a:cxnLst/>
              <a:rect l="l" t="t" r="r" b="b"/>
              <a:pathLst>
                <a:path w="1692" h="2953" extrusionOk="0">
                  <a:moveTo>
                    <a:pt x="0" y="0"/>
                  </a:moveTo>
                  <a:lnTo>
                    <a:pt x="0" y="2953"/>
                  </a:lnTo>
                  <a:lnTo>
                    <a:pt x="1692" y="2953"/>
                  </a:lnTo>
                  <a:lnTo>
                    <a:pt x="169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29"/>
            <p:cNvSpPr/>
            <p:nvPr/>
          </p:nvSpPr>
          <p:spPr>
            <a:xfrm>
              <a:off x="7653058" y="3009438"/>
              <a:ext cx="267795" cy="470155"/>
            </a:xfrm>
            <a:custGeom>
              <a:avLst/>
              <a:gdLst/>
              <a:ahLst/>
              <a:cxnLst/>
              <a:rect l="l" t="t" r="r" b="b"/>
              <a:pathLst>
                <a:path w="1682" h="2953" extrusionOk="0">
                  <a:moveTo>
                    <a:pt x="1" y="0"/>
                  </a:moveTo>
                  <a:lnTo>
                    <a:pt x="1" y="2953"/>
                  </a:lnTo>
                  <a:lnTo>
                    <a:pt x="1681" y="2953"/>
                  </a:lnTo>
                  <a:lnTo>
                    <a:pt x="168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29"/>
            <p:cNvSpPr/>
            <p:nvPr/>
          </p:nvSpPr>
          <p:spPr>
            <a:xfrm>
              <a:off x="8035165" y="3551713"/>
              <a:ext cx="103966" cy="116225"/>
            </a:xfrm>
            <a:custGeom>
              <a:avLst/>
              <a:gdLst/>
              <a:ahLst/>
              <a:cxnLst/>
              <a:rect l="l" t="t" r="r" b="b"/>
              <a:pathLst>
                <a:path w="653" h="730" extrusionOk="0">
                  <a:moveTo>
                    <a:pt x="0" y="0"/>
                  </a:moveTo>
                  <a:lnTo>
                    <a:pt x="0" y="730"/>
                  </a:lnTo>
                  <a:lnTo>
                    <a:pt x="653" y="730"/>
                  </a:lnTo>
                  <a:lnTo>
                    <a:pt x="6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29"/>
            <p:cNvSpPr/>
            <p:nvPr/>
          </p:nvSpPr>
          <p:spPr>
            <a:xfrm>
              <a:off x="8117796" y="3609825"/>
              <a:ext cx="139311" cy="58113"/>
            </a:xfrm>
            <a:custGeom>
              <a:avLst/>
              <a:gdLst/>
              <a:ahLst/>
              <a:cxnLst/>
              <a:rect l="l" t="t" r="r" b="b"/>
              <a:pathLst>
                <a:path w="875" h="365" extrusionOk="0">
                  <a:moveTo>
                    <a:pt x="1" y="0"/>
                  </a:moveTo>
                  <a:lnTo>
                    <a:pt x="1" y="365"/>
                  </a:lnTo>
                  <a:lnTo>
                    <a:pt x="874" y="365"/>
                  </a:lnTo>
                  <a:lnTo>
                    <a:pt x="8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29"/>
            <p:cNvSpPr/>
            <p:nvPr/>
          </p:nvSpPr>
          <p:spPr>
            <a:xfrm>
              <a:off x="8205840" y="3581644"/>
              <a:ext cx="116384" cy="116225"/>
            </a:xfrm>
            <a:custGeom>
              <a:avLst/>
              <a:gdLst/>
              <a:ahLst/>
              <a:cxnLst/>
              <a:rect l="l" t="t" r="r" b="b"/>
              <a:pathLst>
                <a:path w="731" h="730" extrusionOk="0">
                  <a:moveTo>
                    <a:pt x="1" y="0"/>
                  </a:moveTo>
                  <a:lnTo>
                    <a:pt x="1" y="730"/>
                  </a:lnTo>
                  <a:lnTo>
                    <a:pt x="731" y="730"/>
                  </a:lnTo>
                  <a:lnTo>
                    <a:pt x="731" y="542"/>
                  </a:lnTo>
                  <a:lnTo>
                    <a:pt x="332" y="542"/>
                  </a:lnTo>
                  <a:lnTo>
                    <a:pt x="332" y="177"/>
                  </a:lnTo>
                  <a:lnTo>
                    <a:pt x="731" y="177"/>
                  </a:lnTo>
                  <a:lnTo>
                    <a:pt x="73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29"/>
            <p:cNvSpPr/>
            <p:nvPr/>
          </p:nvSpPr>
          <p:spPr>
            <a:xfrm>
              <a:off x="6052824" y="3009438"/>
              <a:ext cx="267795" cy="470155"/>
            </a:xfrm>
            <a:custGeom>
              <a:avLst/>
              <a:gdLst/>
              <a:ahLst/>
              <a:cxnLst/>
              <a:rect l="l" t="t" r="r" b="b"/>
              <a:pathLst>
                <a:path w="1682" h="2953" extrusionOk="0">
                  <a:moveTo>
                    <a:pt x="0" y="0"/>
                  </a:moveTo>
                  <a:lnTo>
                    <a:pt x="0" y="2953"/>
                  </a:lnTo>
                  <a:lnTo>
                    <a:pt x="1681" y="2953"/>
                  </a:lnTo>
                  <a:lnTo>
                    <a:pt x="168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29"/>
            <p:cNvSpPr/>
            <p:nvPr/>
          </p:nvSpPr>
          <p:spPr>
            <a:xfrm>
              <a:off x="5758761" y="3009438"/>
              <a:ext cx="269547" cy="470155"/>
            </a:xfrm>
            <a:custGeom>
              <a:avLst/>
              <a:gdLst/>
              <a:ahLst/>
              <a:cxnLst/>
              <a:rect l="l" t="t" r="r" b="b"/>
              <a:pathLst>
                <a:path w="1693" h="2953" extrusionOk="0">
                  <a:moveTo>
                    <a:pt x="1" y="0"/>
                  </a:moveTo>
                  <a:lnTo>
                    <a:pt x="1" y="2953"/>
                  </a:lnTo>
                  <a:lnTo>
                    <a:pt x="1693" y="2953"/>
                  </a:lnTo>
                  <a:lnTo>
                    <a:pt x="169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29"/>
            <p:cNvSpPr/>
            <p:nvPr/>
          </p:nvSpPr>
          <p:spPr>
            <a:xfrm>
              <a:off x="6390830" y="3583396"/>
              <a:ext cx="899710" cy="116384"/>
            </a:xfrm>
            <a:custGeom>
              <a:avLst/>
              <a:gdLst/>
              <a:ahLst/>
              <a:cxnLst/>
              <a:rect l="l" t="t" r="r" b="b"/>
              <a:pathLst>
                <a:path w="5651" h="731" extrusionOk="0">
                  <a:moveTo>
                    <a:pt x="0" y="0"/>
                  </a:moveTo>
                  <a:lnTo>
                    <a:pt x="0" y="730"/>
                  </a:lnTo>
                  <a:lnTo>
                    <a:pt x="5651" y="730"/>
                  </a:lnTo>
                  <a:lnTo>
                    <a:pt x="565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29"/>
            <p:cNvSpPr/>
            <p:nvPr/>
          </p:nvSpPr>
          <p:spPr>
            <a:xfrm>
              <a:off x="5542233" y="3551713"/>
              <a:ext cx="102214" cy="116225"/>
            </a:xfrm>
            <a:custGeom>
              <a:avLst/>
              <a:gdLst/>
              <a:ahLst/>
              <a:cxnLst/>
              <a:rect l="l" t="t" r="r" b="b"/>
              <a:pathLst>
                <a:path w="642" h="730" extrusionOk="0">
                  <a:moveTo>
                    <a:pt x="1" y="0"/>
                  </a:moveTo>
                  <a:lnTo>
                    <a:pt x="1" y="730"/>
                  </a:lnTo>
                  <a:lnTo>
                    <a:pt x="642" y="730"/>
                  </a:lnTo>
                  <a:lnTo>
                    <a:pt x="6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29"/>
            <p:cNvSpPr/>
            <p:nvPr/>
          </p:nvSpPr>
          <p:spPr>
            <a:xfrm>
              <a:off x="5422506" y="3609825"/>
              <a:ext cx="139311" cy="58113"/>
            </a:xfrm>
            <a:custGeom>
              <a:avLst/>
              <a:gdLst/>
              <a:ahLst/>
              <a:cxnLst/>
              <a:rect l="l" t="t" r="r" b="b"/>
              <a:pathLst>
                <a:path w="875" h="365" extrusionOk="0">
                  <a:moveTo>
                    <a:pt x="1" y="0"/>
                  </a:moveTo>
                  <a:lnTo>
                    <a:pt x="1" y="365"/>
                  </a:lnTo>
                  <a:lnTo>
                    <a:pt x="874" y="365"/>
                  </a:lnTo>
                  <a:lnTo>
                    <a:pt x="8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29"/>
            <p:cNvSpPr/>
            <p:nvPr/>
          </p:nvSpPr>
          <p:spPr>
            <a:xfrm>
              <a:off x="5359140" y="3581644"/>
              <a:ext cx="114633" cy="116225"/>
            </a:xfrm>
            <a:custGeom>
              <a:avLst/>
              <a:gdLst/>
              <a:ahLst/>
              <a:cxnLst/>
              <a:rect l="l" t="t" r="r" b="b"/>
              <a:pathLst>
                <a:path w="720" h="730" extrusionOk="0">
                  <a:moveTo>
                    <a:pt x="1" y="0"/>
                  </a:moveTo>
                  <a:lnTo>
                    <a:pt x="1" y="177"/>
                  </a:lnTo>
                  <a:lnTo>
                    <a:pt x="388" y="177"/>
                  </a:lnTo>
                  <a:lnTo>
                    <a:pt x="388" y="542"/>
                  </a:lnTo>
                  <a:lnTo>
                    <a:pt x="1" y="542"/>
                  </a:lnTo>
                  <a:lnTo>
                    <a:pt x="1" y="730"/>
                  </a:lnTo>
                  <a:lnTo>
                    <a:pt x="719" y="730"/>
                  </a:lnTo>
                  <a:lnTo>
                    <a:pt x="7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29"/>
            <p:cNvSpPr/>
            <p:nvPr/>
          </p:nvSpPr>
          <p:spPr>
            <a:xfrm>
              <a:off x="5473613" y="2933813"/>
              <a:ext cx="2732405" cy="573961"/>
            </a:xfrm>
            <a:custGeom>
              <a:avLst/>
              <a:gdLst/>
              <a:ahLst/>
              <a:cxnLst/>
              <a:rect l="l" t="t" r="r" b="b"/>
              <a:pathLst>
                <a:path w="17162" h="3605" extrusionOk="0">
                  <a:moveTo>
                    <a:pt x="0" y="0"/>
                  </a:moveTo>
                  <a:lnTo>
                    <a:pt x="0" y="3605"/>
                  </a:lnTo>
                  <a:lnTo>
                    <a:pt x="1615" y="3605"/>
                  </a:lnTo>
                  <a:lnTo>
                    <a:pt x="1615" y="321"/>
                  </a:lnTo>
                  <a:lnTo>
                    <a:pt x="5496" y="321"/>
                  </a:lnTo>
                  <a:lnTo>
                    <a:pt x="5496" y="3605"/>
                  </a:lnTo>
                  <a:lnTo>
                    <a:pt x="11666" y="3605"/>
                  </a:lnTo>
                  <a:lnTo>
                    <a:pt x="11666" y="321"/>
                  </a:lnTo>
                  <a:lnTo>
                    <a:pt x="15547" y="321"/>
                  </a:lnTo>
                  <a:lnTo>
                    <a:pt x="15547" y="3605"/>
                  </a:lnTo>
                  <a:lnTo>
                    <a:pt x="17162" y="3605"/>
                  </a:lnTo>
                  <a:lnTo>
                    <a:pt x="1716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29"/>
            <p:cNvSpPr/>
            <p:nvPr/>
          </p:nvSpPr>
          <p:spPr>
            <a:xfrm>
              <a:off x="5528222" y="3388834"/>
              <a:ext cx="151570" cy="24678"/>
            </a:xfrm>
            <a:custGeom>
              <a:avLst/>
              <a:gdLst/>
              <a:ahLst/>
              <a:cxnLst/>
              <a:rect l="l" t="t" r="r" b="b"/>
              <a:pathLst>
                <a:path w="952" h="155" extrusionOk="0">
                  <a:moveTo>
                    <a:pt x="0" y="0"/>
                  </a:moveTo>
                  <a:lnTo>
                    <a:pt x="0" y="155"/>
                  </a:lnTo>
                  <a:lnTo>
                    <a:pt x="951" y="155"/>
                  </a:lnTo>
                  <a:lnTo>
                    <a:pt x="95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29"/>
            <p:cNvSpPr/>
            <p:nvPr/>
          </p:nvSpPr>
          <p:spPr>
            <a:xfrm>
              <a:off x="5528222" y="3328970"/>
              <a:ext cx="151570" cy="24678"/>
            </a:xfrm>
            <a:custGeom>
              <a:avLst/>
              <a:gdLst/>
              <a:ahLst/>
              <a:cxnLst/>
              <a:rect l="l" t="t" r="r" b="b"/>
              <a:pathLst>
                <a:path w="952" h="155" extrusionOk="0">
                  <a:moveTo>
                    <a:pt x="0" y="0"/>
                  </a:moveTo>
                  <a:lnTo>
                    <a:pt x="0" y="155"/>
                  </a:lnTo>
                  <a:lnTo>
                    <a:pt x="951" y="155"/>
                  </a:lnTo>
                  <a:lnTo>
                    <a:pt x="95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29"/>
            <p:cNvSpPr/>
            <p:nvPr/>
          </p:nvSpPr>
          <p:spPr>
            <a:xfrm>
              <a:off x="6887251" y="3002433"/>
              <a:ext cx="364597" cy="255377"/>
            </a:xfrm>
            <a:custGeom>
              <a:avLst/>
              <a:gdLst/>
              <a:ahLst/>
              <a:cxnLst/>
              <a:rect l="l" t="t" r="r" b="b"/>
              <a:pathLst>
                <a:path w="2290" h="1604" extrusionOk="0">
                  <a:moveTo>
                    <a:pt x="1" y="0"/>
                  </a:moveTo>
                  <a:lnTo>
                    <a:pt x="1" y="1604"/>
                  </a:lnTo>
                  <a:lnTo>
                    <a:pt x="2290" y="1604"/>
                  </a:lnTo>
                  <a:lnTo>
                    <a:pt x="229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29"/>
            <p:cNvSpPr/>
            <p:nvPr/>
          </p:nvSpPr>
          <p:spPr>
            <a:xfrm>
              <a:off x="6878494" y="2993517"/>
              <a:ext cx="382110" cy="273049"/>
            </a:xfrm>
            <a:custGeom>
              <a:avLst/>
              <a:gdLst/>
              <a:ahLst/>
              <a:cxnLst/>
              <a:rect l="l" t="t" r="r" b="b"/>
              <a:pathLst>
                <a:path w="2400" h="1715" extrusionOk="0">
                  <a:moveTo>
                    <a:pt x="2300" y="112"/>
                  </a:moveTo>
                  <a:lnTo>
                    <a:pt x="2300" y="1615"/>
                  </a:lnTo>
                  <a:lnTo>
                    <a:pt x="111" y="1615"/>
                  </a:lnTo>
                  <a:lnTo>
                    <a:pt x="111" y="112"/>
                  </a:lnTo>
                  <a:close/>
                  <a:moveTo>
                    <a:pt x="0" y="1"/>
                  </a:moveTo>
                  <a:lnTo>
                    <a:pt x="0" y="1715"/>
                  </a:lnTo>
                  <a:lnTo>
                    <a:pt x="2400" y="1715"/>
                  </a:lnTo>
                  <a:lnTo>
                    <a:pt x="24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29"/>
            <p:cNvSpPr/>
            <p:nvPr/>
          </p:nvSpPr>
          <p:spPr>
            <a:xfrm>
              <a:off x="6427767" y="3002433"/>
              <a:ext cx="366348" cy="255377"/>
            </a:xfrm>
            <a:custGeom>
              <a:avLst/>
              <a:gdLst/>
              <a:ahLst/>
              <a:cxnLst/>
              <a:rect l="l" t="t" r="r" b="b"/>
              <a:pathLst>
                <a:path w="2301" h="1604" extrusionOk="0">
                  <a:moveTo>
                    <a:pt x="1" y="0"/>
                  </a:moveTo>
                  <a:lnTo>
                    <a:pt x="1" y="1604"/>
                  </a:lnTo>
                  <a:lnTo>
                    <a:pt x="2301" y="1604"/>
                  </a:lnTo>
                  <a:lnTo>
                    <a:pt x="23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29"/>
            <p:cNvSpPr/>
            <p:nvPr/>
          </p:nvSpPr>
          <p:spPr>
            <a:xfrm>
              <a:off x="6419010" y="2993517"/>
              <a:ext cx="382110" cy="273049"/>
            </a:xfrm>
            <a:custGeom>
              <a:avLst/>
              <a:gdLst/>
              <a:ahLst/>
              <a:cxnLst/>
              <a:rect l="l" t="t" r="r" b="b"/>
              <a:pathLst>
                <a:path w="2400" h="1715" extrusionOk="0">
                  <a:moveTo>
                    <a:pt x="2300" y="112"/>
                  </a:moveTo>
                  <a:lnTo>
                    <a:pt x="2300" y="1615"/>
                  </a:lnTo>
                  <a:lnTo>
                    <a:pt x="111" y="1615"/>
                  </a:lnTo>
                  <a:lnTo>
                    <a:pt x="111" y="112"/>
                  </a:lnTo>
                  <a:close/>
                  <a:moveTo>
                    <a:pt x="0" y="1"/>
                  </a:moveTo>
                  <a:lnTo>
                    <a:pt x="0" y="1715"/>
                  </a:lnTo>
                  <a:lnTo>
                    <a:pt x="2400" y="1715"/>
                  </a:lnTo>
                  <a:lnTo>
                    <a:pt x="24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29"/>
            <p:cNvSpPr/>
            <p:nvPr/>
          </p:nvSpPr>
          <p:spPr>
            <a:xfrm>
              <a:off x="6422513" y="3388834"/>
              <a:ext cx="834592" cy="24678"/>
            </a:xfrm>
            <a:custGeom>
              <a:avLst/>
              <a:gdLst/>
              <a:ahLst/>
              <a:cxnLst/>
              <a:rect l="l" t="t" r="r" b="b"/>
              <a:pathLst>
                <a:path w="5242" h="155" extrusionOk="0">
                  <a:moveTo>
                    <a:pt x="0" y="0"/>
                  </a:moveTo>
                  <a:lnTo>
                    <a:pt x="0" y="155"/>
                  </a:lnTo>
                  <a:lnTo>
                    <a:pt x="5242" y="155"/>
                  </a:lnTo>
                  <a:lnTo>
                    <a:pt x="524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29"/>
            <p:cNvSpPr/>
            <p:nvPr/>
          </p:nvSpPr>
          <p:spPr>
            <a:xfrm>
              <a:off x="6422513" y="3328970"/>
              <a:ext cx="834592" cy="24678"/>
            </a:xfrm>
            <a:custGeom>
              <a:avLst/>
              <a:gdLst/>
              <a:ahLst/>
              <a:cxnLst/>
              <a:rect l="l" t="t" r="r" b="b"/>
              <a:pathLst>
                <a:path w="5242" h="155" extrusionOk="0">
                  <a:moveTo>
                    <a:pt x="0" y="0"/>
                  </a:moveTo>
                  <a:lnTo>
                    <a:pt x="0" y="155"/>
                  </a:lnTo>
                  <a:lnTo>
                    <a:pt x="5242" y="155"/>
                  </a:lnTo>
                  <a:lnTo>
                    <a:pt x="524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29"/>
            <p:cNvSpPr/>
            <p:nvPr/>
          </p:nvSpPr>
          <p:spPr>
            <a:xfrm>
              <a:off x="7999980" y="3388834"/>
              <a:ext cx="151411" cy="24678"/>
            </a:xfrm>
            <a:custGeom>
              <a:avLst/>
              <a:gdLst/>
              <a:ahLst/>
              <a:cxnLst/>
              <a:rect l="l" t="t" r="r" b="b"/>
              <a:pathLst>
                <a:path w="951" h="155" extrusionOk="0">
                  <a:moveTo>
                    <a:pt x="0" y="0"/>
                  </a:moveTo>
                  <a:lnTo>
                    <a:pt x="0" y="155"/>
                  </a:lnTo>
                  <a:lnTo>
                    <a:pt x="951" y="155"/>
                  </a:lnTo>
                  <a:lnTo>
                    <a:pt x="95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29"/>
            <p:cNvSpPr/>
            <p:nvPr/>
          </p:nvSpPr>
          <p:spPr>
            <a:xfrm>
              <a:off x="7999980" y="3328970"/>
              <a:ext cx="151411" cy="24678"/>
            </a:xfrm>
            <a:custGeom>
              <a:avLst/>
              <a:gdLst/>
              <a:ahLst/>
              <a:cxnLst/>
              <a:rect l="l" t="t" r="r" b="b"/>
              <a:pathLst>
                <a:path w="951" h="155" extrusionOk="0">
                  <a:moveTo>
                    <a:pt x="0" y="0"/>
                  </a:moveTo>
                  <a:lnTo>
                    <a:pt x="0" y="155"/>
                  </a:lnTo>
                  <a:lnTo>
                    <a:pt x="951" y="155"/>
                  </a:lnTo>
                  <a:lnTo>
                    <a:pt x="95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29"/>
            <p:cNvSpPr/>
            <p:nvPr/>
          </p:nvSpPr>
          <p:spPr>
            <a:xfrm>
              <a:off x="5802862" y="3044624"/>
              <a:ext cx="179592" cy="192010"/>
            </a:xfrm>
            <a:custGeom>
              <a:avLst/>
              <a:gdLst/>
              <a:ahLst/>
              <a:cxnLst/>
              <a:rect l="l" t="t" r="r" b="b"/>
              <a:pathLst>
                <a:path w="1128" h="1206" extrusionOk="0">
                  <a:moveTo>
                    <a:pt x="0" y="1"/>
                  </a:moveTo>
                  <a:lnTo>
                    <a:pt x="0" y="1206"/>
                  </a:lnTo>
                  <a:lnTo>
                    <a:pt x="1128" y="1206"/>
                  </a:lnTo>
                  <a:lnTo>
                    <a:pt x="1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29"/>
            <p:cNvSpPr/>
            <p:nvPr/>
          </p:nvSpPr>
          <p:spPr>
            <a:xfrm>
              <a:off x="5795698" y="3037618"/>
              <a:ext cx="195672" cy="207932"/>
            </a:xfrm>
            <a:custGeom>
              <a:avLst/>
              <a:gdLst/>
              <a:ahLst/>
              <a:cxnLst/>
              <a:rect l="l" t="t" r="r" b="b"/>
              <a:pathLst>
                <a:path w="1229" h="1306" extrusionOk="0">
                  <a:moveTo>
                    <a:pt x="1118" y="100"/>
                  </a:moveTo>
                  <a:lnTo>
                    <a:pt x="1118" y="1195"/>
                  </a:lnTo>
                  <a:lnTo>
                    <a:pt x="100" y="1195"/>
                  </a:lnTo>
                  <a:lnTo>
                    <a:pt x="100" y="100"/>
                  </a:lnTo>
                  <a:close/>
                  <a:moveTo>
                    <a:pt x="1" y="0"/>
                  </a:moveTo>
                  <a:lnTo>
                    <a:pt x="1" y="1305"/>
                  </a:lnTo>
                  <a:lnTo>
                    <a:pt x="1228" y="1305"/>
                  </a:lnTo>
                  <a:lnTo>
                    <a:pt x="12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29"/>
            <p:cNvSpPr/>
            <p:nvPr/>
          </p:nvSpPr>
          <p:spPr>
            <a:xfrm>
              <a:off x="6096766" y="3044624"/>
              <a:ext cx="179751" cy="192010"/>
            </a:xfrm>
            <a:custGeom>
              <a:avLst/>
              <a:gdLst/>
              <a:ahLst/>
              <a:cxnLst/>
              <a:rect l="l" t="t" r="r" b="b"/>
              <a:pathLst>
                <a:path w="1129" h="1206" extrusionOk="0">
                  <a:moveTo>
                    <a:pt x="1" y="1"/>
                  </a:moveTo>
                  <a:lnTo>
                    <a:pt x="1" y="1206"/>
                  </a:lnTo>
                  <a:lnTo>
                    <a:pt x="1129" y="1206"/>
                  </a:lnTo>
                  <a:lnTo>
                    <a:pt x="1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29"/>
            <p:cNvSpPr/>
            <p:nvPr/>
          </p:nvSpPr>
          <p:spPr>
            <a:xfrm>
              <a:off x="6088010" y="3037618"/>
              <a:ext cx="197264" cy="207932"/>
            </a:xfrm>
            <a:custGeom>
              <a:avLst/>
              <a:gdLst/>
              <a:ahLst/>
              <a:cxnLst/>
              <a:rect l="l" t="t" r="r" b="b"/>
              <a:pathLst>
                <a:path w="1239" h="1306" extrusionOk="0">
                  <a:moveTo>
                    <a:pt x="1128" y="100"/>
                  </a:moveTo>
                  <a:lnTo>
                    <a:pt x="1128" y="1195"/>
                  </a:lnTo>
                  <a:lnTo>
                    <a:pt x="111" y="1195"/>
                  </a:lnTo>
                  <a:lnTo>
                    <a:pt x="111" y="100"/>
                  </a:lnTo>
                  <a:close/>
                  <a:moveTo>
                    <a:pt x="0" y="0"/>
                  </a:moveTo>
                  <a:lnTo>
                    <a:pt x="0" y="1305"/>
                  </a:lnTo>
                  <a:lnTo>
                    <a:pt x="1239" y="1305"/>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29"/>
            <p:cNvSpPr/>
            <p:nvPr/>
          </p:nvSpPr>
          <p:spPr>
            <a:xfrm>
              <a:off x="7403096" y="3044624"/>
              <a:ext cx="179751" cy="192010"/>
            </a:xfrm>
            <a:custGeom>
              <a:avLst/>
              <a:gdLst/>
              <a:ahLst/>
              <a:cxnLst/>
              <a:rect l="l" t="t" r="r" b="b"/>
              <a:pathLst>
                <a:path w="1129" h="1206" extrusionOk="0">
                  <a:moveTo>
                    <a:pt x="0" y="1"/>
                  </a:moveTo>
                  <a:lnTo>
                    <a:pt x="0" y="1206"/>
                  </a:lnTo>
                  <a:lnTo>
                    <a:pt x="1128" y="1206"/>
                  </a:lnTo>
                  <a:lnTo>
                    <a:pt x="1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29"/>
            <p:cNvSpPr/>
            <p:nvPr/>
          </p:nvSpPr>
          <p:spPr>
            <a:xfrm>
              <a:off x="7396091" y="3037618"/>
              <a:ext cx="195513" cy="207932"/>
            </a:xfrm>
            <a:custGeom>
              <a:avLst/>
              <a:gdLst/>
              <a:ahLst/>
              <a:cxnLst/>
              <a:rect l="l" t="t" r="r" b="b"/>
              <a:pathLst>
                <a:path w="1228" h="1306" extrusionOk="0">
                  <a:moveTo>
                    <a:pt x="1128" y="100"/>
                  </a:moveTo>
                  <a:lnTo>
                    <a:pt x="1128" y="1195"/>
                  </a:lnTo>
                  <a:lnTo>
                    <a:pt x="100" y="1195"/>
                  </a:lnTo>
                  <a:lnTo>
                    <a:pt x="100" y="100"/>
                  </a:lnTo>
                  <a:close/>
                  <a:moveTo>
                    <a:pt x="0" y="0"/>
                  </a:moveTo>
                  <a:lnTo>
                    <a:pt x="0" y="1305"/>
                  </a:lnTo>
                  <a:lnTo>
                    <a:pt x="1228" y="1305"/>
                  </a:lnTo>
                  <a:lnTo>
                    <a:pt x="12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29"/>
            <p:cNvSpPr/>
            <p:nvPr/>
          </p:nvSpPr>
          <p:spPr>
            <a:xfrm>
              <a:off x="7697160" y="3044624"/>
              <a:ext cx="179592" cy="192010"/>
            </a:xfrm>
            <a:custGeom>
              <a:avLst/>
              <a:gdLst/>
              <a:ahLst/>
              <a:cxnLst/>
              <a:rect l="l" t="t" r="r" b="b"/>
              <a:pathLst>
                <a:path w="1128" h="1206" extrusionOk="0">
                  <a:moveTo>
                    <a:pt x="0" y="1"/>
                  </a:moveTo>
                  <a:lnTo>
                    <a:pt x="0" y="1206"/>
                  </a:lnTo>
                  <a:lnTo>
                    <a:pt x="1128" y="1206"/>
                  </a:lnTo>
                  <a:lnTo>
                    <a:pt x="1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29"/>
            <p:cNvSpPr/>
            <p:nvPr/>
          </p:nvSpPr>
          <p:spPr>
            <a:xfrm>
              <a:off x="7688244" y="3037618"/>
              <a:ext cx="197424" cy="207932"/>
            </a:xfrm>
            <a:custGeom>
              <a:avLst/>
              <a:gdLst/>
              <a:ahLst/>
              <a:cxnLst/>
              <a:rect l="l" t="t" r="r" b="b"/>
              <a:pathLst>
                <a:path w="1240" h="1306" extrusionOk="0">
                  <a:moveTo>
                    <a:pt x="1129" y="100"/>
                  </a:moveTo>
                  <a:lnTo>
                    <a:pt x="1129" y="1195"/>
                  </a:lnTo>
                  <a:lnTo>
                    <a:pt x="111" y="1195"/>
                  </a:lnTo>
                  <a:lnTo>
                    <a:pt x="111" y="100"/>
                  </a:lnTo>
                  <a:close/>
                  <a:moveTo>
                    <a:pt x="1" y="0"/>
                  </a:moveTo>
                  <a:lnTo>
                    <a:pt x="1" y="1305"/>
                  </a:lnTo>
                  <a:lnTo>
                    <a:pt x="1239" y="1305"/>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29"/>
            <p:cNvSpPr/>
            <p:nvPr/>
          </p:nvSpPr>
          <p:spPr>
            <a:xfrm>
              <a:off x="5473613" y="2900219"/>
              <a:ext cx="2732405" cy="33753"/>
            </a:xfrm>
            <a:custGeom>
              <a:avLst/>
              <a:gdLst/>
              <a:ahLst/>
              <a:cxnLst/>
              <a:rect l="l" t="t" r="r" b="b"/>
              <a:pathLst>
                <a:path w="17162" h="212" extrusionOk="0">
                  <a:moveTo>
                    <a:pt x="0" y="1"/>
                  </a:moveTo>
                  <a:lnTo>
                    <a:pt x="0" y="211"/>
                  </a:lnTo>
                  <a:lnTo>
                    <a:pt x="17162" y="211"/>
                  </a:lnTo>
                  <a:lnTo>
                    <a:pt x="171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29"/>
            <p:cNvSpPr/>
            <p:nvPr/>
          </p:nvSpPr>
          <p:spPr>
            <a:xfrm>
              <a:off x="5473613" y="3507611"/>
              <a:ext cx="2732405" cy="61774"/>
            </a:xfrm>
            <a:custGeom>
              <a:avLst/>
              <a:gdLst/>
              <a:ahLst/>
              <a:cxnLst/>
              <a:rect l="l" t="t" r="r" b="b"/>
              <a:pathLst>
                <a:path w="17162" h="388" extrusionOk="0">
                  <a:moveTo>
                    <a:pt x="0" y="1"/>
                  </a:moveTo>
                  <a:lnTo>
                    <a:pt x="0" y="388"/>
                  </a:lnTo>
                  <a:lnTo>
                    <a:pt x="17162" y="388"/>
                  </a:lnTo>
                  <a:lnTo>
                    <a:pt x="1716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29"/>
            <p:cNvSpPr/>
            <p:nvPr/>
          </p:nvSpPr>
          <p:spPr>
            <a:xfrm>
              <a:off x="5697146" y="3600909"/>
              <a:ext cx="250123" cy="212867"/>
            </a:xfrm>
            <a:custGeom>
              <a:avLst/>
              <a:gdLst/>
              <a:ahLst/>
              <a:cxnLst/>
              <a:rect l="l" t="t" r="r" b="b"/>
              <a:pathLst>
                <a:path w="1571" h="1337" extrusionOk="0">
                  <a:moveTo>
                    <a:pt x="896" y="1"/>
                  </a:moveTo>
                  <a:cubicBezTo>
                    <a:pt x="299" y="1"/>
                    <a:pt x="1" y="720"/>
                    <a:pt x="432" y="1140"/>
                  </a:cubicBezTo>
                  <a:cubicBezTo>
                    <a:pt x="568" y="1275"/>
                    <a:pt x="734" y="1336"/>
                    <a:pt x="898" y="1336"/>
                  </a:cubicBezTo>
                  <a:cubicBezTo>
                    <a:pt x="1241" y="1336"/>
                    <a:pt x="1571" y="1069"/>
                    <a:pt x="1571" y="664"/>
                  </a:cubicBezTo>
                  <a:cubicBezTo>
                    <a:pt x="1571" y="299"/>
                    <a:pt x="1272" y="1"/>
                    <a:pt x="8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29"/>
            <p:cNvSpPr/>
            <p:nvPr/>
          </p:nvSpPr>
          <p:spPr>
            <a:xfrm>
              <a:off x="6072089" y="3600909"/>
              <a:ext cx="248531" cy="212867"/>
            </a:xfrm>
            <a:custGeom>
              <a:avLst/>
              <a:gdLst/>
              <a:ahLst/>
              <a:cxnLst/>
              <a:rect l="l" t="t" r="r" b="b"/>
              <a:pathLst>
                <a:path w="1561" h="1337" extrusionOk="0">
                  <a:moveTo>
                    <a:pt x="897" y="1"/>
                  </a:moveTo>
                  <a:cubicBezTo>
                    <a:pt x="300" y="1"/>
                    <a:pt x="1" y="720"/>
                    <a:pt x="421" y="1140"/>
                  </a:cubicBezTo>
                  <a:cubicBezTo>
                    <a:pt x="557" y="1275"/>
                    <a:pt x="723" y="1336"/>
                    <a:pt x="887" y="1336"/>
                  </a:cubicBezTo>
                  <a:cubicBezTo>
                    <a:pt x="1230" y="1336"/>
                    <a:pt x="1560" y="1069"/>
                    <a:pt x="1560" y="664"/>
                  </a:cubicBezTo>
                  <a:cubicBezTo>
                    <a:pt x="1560" y="299"/>
                    <a:pt x="1262" y="1"/>
                    <a:pt x="8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29"/>
            <p:cNvSpPr/>
            <p:nvPr/>
          </p:nvSpPr>
          <p:spPr>
            <a:xfrm>
              <a:off x="5933097" y="3725890"/>
              <a:ext cx="188508" cy="16080"/>
            </a:xfrm>
            <a:custGeom>
              <a:avLst/>
              <a:gdLst/>
              <a:ahLst/>
              <a:cxnLst/>
              <a:rect l="l" t="t" r="r" b="b"/>
              <a:pathLst>
                <a:path w="1184" h="101" extrusionOk="0">
                  <a:moveTo>
                    <a:pt x="0" y="1"/>
                  </a:moveTo>
                  <a:lnTo>
                    <a:pt x="0" y="100"/>
                  </a:lnTo>
                  <a:lnTo>
                    <a:pt x="1184" y="100"/>
                  </a:lnTo>
                  <a:lnTo>
                    <a:pt x="11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29"/>
            <p:cNvSpPr/>
            <p:nvPr/>
          </p:nvSpPr>
          <p:spPr>
            <a:xfrm>
              <a:off x="5933097" y="3750568"/>
              <a:ext cx="188508" cy="16080"/>
            </a:xfrm>
            <a:custGeom>
              <a:avLst/>
              <a:gdLst/>
              <a:ahLst/>
              <a:cxnLst/>
              <a:rect l="l" t="t" r="r" b="b"/>
              <a:pathLst>
                <a:path w="1184" h="101" extrusionOk="0">
                  <a:moveTo>
                    <a:pt x="0" y="1"/>
                  </a:moveTo>
                  <a:lnTo>
                    <a:pt x="0" y="100"/>
                  </a:lnTo>
                  <a:lnTo>
                    <a:pt x="1184" y="100"/>
                  </a:lnTo>
                  <a:lnTo>
                    <a:pt x="11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29"/>
            <p:cNvSpPr/>
            <p:nvPr/>
          </p:nvSpPr>
          <p:spPr>
            <a:xfrm>
              <a:off x="5765766" y="3733055"/>
              <a:ext cx="155073" cy="26429"/>
            </a:xfrm>
            <a:custGeom>
              <a:avLst/>
              <a:gdLst/>
              <a:ahLst/>
              <a:cxnLst/>
              <a:rect l="l" t="t" r="r" b="b"/>
              <a:pathLst>
                <a:path w="974" h="166" extrusionOk="0">
                  <a:moveTo>
                    <a:pt x="1" y="0"/>
                  </a:moveTo>
                  <a:lnTo>
                    <a:pt x="1" y="166"/>
                  </a:lnTo>
                  <a:lnTo>
                    <a:pt x="974" y="166"/>
                  </a:lnTo>
                  <a:lnTo>
                    <a:pt x="9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29"/>
            <p:cNvSpPr/>
            <p:nvPr/>
          </p:nvSpPr>
          <p:spPr>
            <a:xfrm>
              <a:off x="5781687" y="3697710"/>
              <a:ext cx="35345" cy="21334"/>
            </a:xfrm>
            <a:custGeom>
              <a:avLst/>
              <a:gdLst/>
              <a:ahLst/>
              <a:cxnLst/>
              <a:rect l="l" t="t" r="r" b="b"/>
              <a:pathLst>
                <a:path w="222" h="134" extrusionOk="0">
                  <a:moveTo>
                    <a:pt x="0" y="1"/>
                  </a:moveTo>
                  <a:lnTo>
                    <a:pt x="0"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29"/>
            <p:cNvSpPr/>
            <p:nvPr/>
          </p:nvSpPr>
          <p:spPr>
            <a:xfrm>
              <a:off x="5869731" y="3697710"/>
              <a:ext cx="33594" cy="21334"/>
            </a:xfrm>
            <a:custGeom>
              <a:avLst/>
              <a:gdLst/>
              <a:ahLst/>
              <a:cxnLst/>
              <a:rect l="l" t="t" r="r" b="b"/>
              <a:pathLst>
                <a:path w="211" h="134" extrusionOk="0">
                  <a:moveTo>
                    <a:pt x="0" y="1"/>
                  </a:moveTo>
                  <a:lnTo>
                    <a:pt x="0" y="134"/>
                  </a:lnTo>
                  <a:lnTo>
                    <a:pt x="210" y="134"/>
                  </a:lnTo>
                  <a:lnTo>
                    <a:pt x="2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29"/>
            <p:cNvSpPr/>
            <p:nvPr/>
          </p:nvSpPr>
          <p:spPr>
            <a:xfrm>
              <a:off x="6133703" y="3733055"/>
              <a:ext cx="155232" cy="26429"/>
            </a:xfrm>
            <a:custGeom>
              <a:avLst/>
              <a:gdLst/>
              <a:ahLst/>
              <a:cxnLst/>
              <a:rect l="l" t="t" r="r" b="b"/>
              <a:pathLst>
                <a:path w="975" h="166" extrusionOk="0">
                  <a:moveTo>
                    <a:pt x="1" y="0"/>
                  </a:moveTo>
                  <a:lnTo>
                    <a:pt x="1" y="166"/>
                  </a:lnTo>
                  <a:lnTo>
                    <a:pt x="974" y="166"/>
                  </a:lnTo>
                  <a:lnTo>
                    <a:pt x="9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29"/>
            <p:cNvSpPr/>
            <p:nvPr/>
          </p:nvSpPr>
          <p:spPr>
            <a:xfrm>
              <a:off x="6151376" y="3697710"/>
              <a:ext cx="35345" cy="21334"/>
            </a:xfrm>
            <a:custGeom>
              <a:avLst/>
              <a:gdLst/>
              <a:ahLst/>
              <a:cxnLst/>
              <a:rect l="l" t="t" r="r" b="b"/>
              <a:pathLst>
                <a:path w="222" h="134" extrusionOk="0">
                  <a:moveTo>
                    <a:pt x="1" y="1"/>
                  </a:moveTo>
                  <a:lnTo>
                    <a:pt x="1"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29"/>
            <p:cNvSpPr/>
            <p:nvPr/>
          </p:nvSpPr>
          <p:spPr>
            <a:xfrm>
              <a:off x="6237668" y="3697710"/>
              <a:ext cx="35345" cy="21334"/>
            </a:xfrm>
            <a:custGeom>
              <a:avLst/>
              <a:gdLst/>
              <a:ahLst/>
              <a:cxnLst/>
              <a:rect l="l" t="t" r="r" b="b"/>
              <a:pathLst>
                <a:path w="222" h="134" extrusionOk="0">
                  <a:moveTo>
                    <a:pt x="0" y="1"/>
                  </a:moveTo>
                  <a:lnTo>
                    <a:pt x="0"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29"/>
            <p:cNvSpPr/>
            <p:nvPr/>
          </p:nvSpPr>
          <p:spPr>
            <a:xfrm>
              <a:off x="5975288" y="3611576"/>
              <a:ext cx="104125" cy="28340"/>
            </a:xfrm>
            <a:custGeom>
              <a:avLst/>
              <a:gdLst/>
              <a:ahLst/>
              <a:cxnLst/>
              <a:rect l="l" t="t" r="r" b="b"/>
              <a:pathLst>
                <a:path w="654" h="178" extrusionOk="0">
                  <a:moveTo>
                    <a:pt x="1" y="0"/>
                  </a:moveTo>
                  <a:lnTo>
                    <a:pt x="1" y="177"/>
                  </a:lnTo>
                  <a:lnTo>
                    <a:pt x="653" y="177"/>
                  </a:lnTo>
                  <a:lnTo>
                    <a:pt x="6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29"/>
            <p:cNvSpPr/>
            <p:nvPr/>
          </p:nvSpPr>
          <p:spPr>
            <a:xfrm>
              <a:off x="5947108" y="3579893"/>
              <a:ext cx="160486" cy="21175"/>
            </a:xfrm>
            <a:custGeom>
              <a:avLst/>
              <a:gdLst/>
              <a:ahLst/>
              <a:cxnLst/>
              <a:rect l="l" t="t" r="r" b="b"/>
              <a:pathLst>
                <a:path w="1008" h="133" extrusionOk="0">
                  <a:moveTo>
                    <a:pt x="1" y="0"/>
                  </a:moveTo>
                  <a:lnTo>
                    <a:pt x="1" y="133"/>
                  </a:lnTo>
                  <a:lnTo>
                    <a:pt x="1007" y="133"/>
                  </a:lnTo>
                  <a:lnTo>
                    <a:pt x="10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29"/>
            <p:cNvSpPr/>
            <p:nvPr/>
          </p:nvSpPr>
          <p:spPr>
            <a:xfrm>
              <a:off x="5765766" y="3634344"/>
              <a:ext cx="523172" cy="84701"/>
            </a:xfrm>
            <a:custGeom>
              <a:avLst/>
              <a:gdLst/>
              <a:ahLst/>
              <a:cxnLst/>
              <a:rect l="l" t="t" r="r" b="b"/>
              <a:pathLst>
                <a:path w="3286" h="532" extrusionOk="0">
                  <a:moveTo>
                    <a:pt x="1" y="1"/>
                  </a:moveTo>
                  <a:lnTo>
                    <a:pt x="1" y="322"/>
                  </a:lnTo>
                  <a:lnTo>
                    <a:pt x="1107" y="322"/>
                  </a:lnTo>
                  <a:lnTo>
                    <a:pt x="1317" y="532"/>
                  </a:lnTo>
                  <a:lnTo>
                    <a:pt x="1969" y="532"/>
                  </a:lnTo>
                  <a:lnTo>
                    <a:pt x="2190" y="322"/>
                  </a:lnTo>
                  <a:lnTo>
                    <a:pt x="3285" y="322"/>
                  </a:lnTo>
                  <a:lnTo>
                    <a:pt x="3285" y="1"/>
                  </a:lnTo>
                  <a:lnTo>
                    <a:pt x="2190" y="1"/>
                  </a:lnTo>
                  <a:lnTo>
                    <a:pt x="1969" y="111"/>
                  </a:lnTo>
                  <a:lnTo>
                    <a:pt x="1317" y="111"/>
                  </a:lnTo>
                  <a:lnTo>
                    <a:pt x="110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29"/>
            <p:cNvSpPr/>
            <p:nvPr/>
          </p:nvSpPr>
          <p:spPr>
            <a:xfrm>
              <a:off x="5827381" y="3695958"/>
              <a:ext cx="30091" cy="26588"/>
            </a:xfrm>
            <a:custGeom>
              <a:avLst/>
              <a:gdLst/>
              <a:ahLst/>
              <a:cxnLst/>
              <a:rect l="l" t="t" r="r" b="b"/>
              <a:pathLst>
                <a:path w="189" h="167" extrusionOk="0">
                  <a:moveTo>
                    <a:pt x="1" y="1"/>
                  </a:moveTo>
                  <a:lnTo>
                    <a:pt x="1" y="167"/>
                  </a:lnTo>
                  <a:lnTo>
                    <a:pt x="189" y="167"/>
                  </a:lnTo>
                  <a:lnTo>
                    <a:pt x="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29"/>
            <p:cNvSpPr/>
            <p:nvPr/>
          </p:nvSpPr>
          <p:spPr>
            <a:xfrm>
              <a:off x="5913673" y="3695958"/>
              <a:ext cx="35345" cy="26588"/>
            </a:xfrm>
            <a:custGeom>
              <a:avLst/>
              <a:gdLst/>
              <a:ahLst/>
              <a:cxnLst/>
              <a:rect l="l" t="t" r="r" b="b"/>
              <a:pathLst>
                <a:path w="222" h="167" extrusionOk="0">
                  <a:moveTo>
                    <a:pt x="1" y="1"/>
                  </a:moveTo>
                  <a:lnTo>
                    <a:pt x="1" y="167"/>
                  </a:lnTo>
                  <a:lnTo>
                    <a:pt x="56" y="167"/>
                  </a:lnTo>
                  <a:lnTo>
                    <a:pt x="56" y="111"/>
                  </a:lnTo>
                  <a:lnTo>
                    <a:pt x="222" y="111"/>
                  </a:lnTo>
                  <a:lnTo>
                    <a:pt x="222" y="78"/>
                  </a:lnTo>
                  <a:lnTo>
                    <a:pt x="1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29"/>
            <p:cNvSpPr/>
            <p:nvPr/>
          </p:nvSpPr>
          <p:spPr>
            <a:xfrm>
              <a:off x="6197229" y="3695958"/>
              <a:ext cx="29932" cy="26588"/>
            </a:xfrm>
            <a:custGeom>
              <a:avLst/>
              <a:gdLst/>
              <a:ahLst/>
              <a:cxnLst/>
              <a:rect l="l" t="t" r="r" b="b"/>
              <a:pathLst>
                <a:path w="188" h="167" extrusionOk="0">
                  <a:moveTo>
                    <a:pt x="0" y="1"/>
                  </a:moveTo>
                  <a:lnTo>
                    <a:pt x="0" y="167"/>
                  </a:lnTo>
                  <a:lnTo>
                    <a:pt x="188" y="167"/>
                  </a:lnTo>
                  <a:lnTo>
                    <a:pt x="18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29"/>
            <p:cNvSpPr/>
            <p:nvPr/>
          </p:nvSpPr>
          <p:spPr>
            <a:xfrm>
              <a:off x="6103772" y="3695958"/>
              <a:ext cx="35504" cy="26588"/>
            </a:xfrm>
            <a:custGeom>
              <a:avLst/>
              <a:gdLst/>
              <a:ahLst/>
              <a:cxnLst/>
              <a:rect l="l" t="t" r="r" b="b"/>
              <a:pathLst>
                <a:path w="223" h="167" extrusionOk="0">
                  <a:moveTo>
                    <a:pt x="89" y="1"/>
                  </a:moveTo>
                  <a:lnTo>
                    <a:pt x="12" y="78"/>
                  </a:lnTo>
                  <a:cubicBezTo>
                    <a:pt x="1" y="89"/>
                    <a:pt x="1" y="100"/>
                    <a:pt x="12" y="111"/>
                  </a:cubicBezTo>
                  <a:lnTo>
                    <a:pt x="178" y="111"/>
                  </a:lnTo>
                  <a:lnTo>
                    <a:pt x="178" y="167"/>
                  </a:lnTo>
                  <a:lnTo>
                    <a:pt x="222" y="167"/>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29"/>
            <p:cNvSpPr/>
            <p:nvPr/>
          </p:nvSpPr>
          <p:spPr>
            <a:xfrm>
              <a:off x="7313301" y="3600909"/>
              <a:ext cx="250123" cy="212867"/>
            </a:xfrm>
            <a:custGeom>
              <a:avLst/>
              <a:gdLst/>
              <a:ahLst/>
              <a:cxnLst/>
              <a:rect l="l" t="t" r="r" b="b"/>
              <a:pathLst>
                <a:path w="1571" h="1337" extrusionOk="0">
                  <a:moveTo>
                    <a:pt x="896" y="1"/>
                  </a:moveTo>
                  <a:cubicBezTo>
                    <a:pt x="299" y="1"/>
                    <a:pt x="1" y="720"/>
                    <a:pt x="432" y="1140"/>
                  </a:cubicBezTo>
                  <a:cubicBezTo>
                    <a:pt x="567" y="1275"/>
                    <a:pt x="734" y="1336"/>
                    <a:pt x="898" y="1336"/>
                  </a:cubicBezTo>
                  <a:cubicBezTo>
                    <a:pt x="1241" y="1336"/>
                    <a:pt x="1571" y="1069"/>
                    <a:pt x="1571" y="664"/>
                  </a:cubicBezTo>
                  <a:cubicBezTo>
                    <a:pt x="1571" y="299"/>
                    <a:pt x="1272" y="1"/>
                    <a:pt x="8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29"/>
            <p:cNvSpPr/>
            <p:nvPr/>
          </p:nvSpPr>
          <p:spPr>
            <a:xfrm>
              <a:off x="7688244" y="3600909"/>
              <a:ext cx="248371" cy="212867"/>
            </a:xfrm>
            <a:custGeom>
              <a:avLst/>
              <a:gdLst/>
              <a:ahLst/>
              <a:cxnLst/>
              <a:rect l="l" t="t" r="r" b="b"/>
              <a:pathLst>
                <a:path w="1560" h="1337" extrusionOk="0">
                  <a:moveTo>
                    <a:pt x="896" y="1"/>
                  </a:moveTo>
                  <a:cubicBezTo>
                    <a:pt x="299" y="1"/>
                    <a:pt x="1" y="720"/>
                    <a:pt x="421" y="1140"/>
                  </a:cubicBezTo>
                  <a:cubicBezTo>
                    <a:pt x="557" y="1275"/>
                    <a:pt x="723" y="1336"/>
                    <a:pt x="887" y="1336"/>
                  </a:cubicBezTo>
                  <a:cubicBezTo>
                    <a:pt x="1230" y="1336"/>
                    <a:pt x="1560" y="1069"/>
                    <a:pt x="1560" y="664"/>
                  </a:cubicBezTo>
                  <a:cubicBezTo>
                    <a:pt x="1560" y="299"/>
                    <a:pt x="1261" y="1"/>
                    <a:pt x="8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29"/>
            <p:cNvSpPr/>
            <p:nvPr/>
          </p:nvSpPr>
          <p:spPr>
            <a:xfrm>
              <a:off x="7549252" y="3725890"/>
              <a:ext cx="188508" cy="16080"/>
            </a:xfrm>
            <a:custGeom>
              <a:avLst/>
              <a:gdLst/>
              <a:ahLst/>
              <a:cxnLst/>
              <a:rect l="l" t="t" r="r" b="b"/>
              <a:pathLst>
                <a:path w="1184" h="101" extrusionOk="0">
                  <a:moveTo>
                    <a:pt x="0" y="1"/>
                  </a:moveTo>
                  <a:lnTo>
                    <a:pt x="0" y="100"/>
                  </a:lnTo>
                  <a:lnTo>
                    <a:pt x="1183" y="100"/>
                  </a:lnTo>
                  <a:lnTo>
                    <a:pt x="11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29"/>
            <p:cNvSpPr/>
            <p:nvPr/>
          </p:nvSpPr>
          <p:spPr>
            <a:xfrm>
              <a:off x="7549252" y="3750568"/>
              <a:ext cx="188508" cy="16080"/>
            </a:xfrm>
            <a:custGeom>
              <a:avLst/>
              <a:gdLst/>
              <a:ahLst/>
              <a:cxnLst/>
              <a:rect l="l" t="t" r="r" b="b"/>
              <a:pathLst>
                <a:path w="1184" h="101" extrusionOk="0">
                  <a:moveTo>
                    <a:pt x="0" y="1"/>
                  </a:moveTo>
                  <a:lnTo>
                    <a:pt x="0" y="100"/>
                  </a:lnTo>
                  <a:lnTo>
                    <a:pt x="1183" y="100"/>
                  </a:lnTo>
                  <a:lnTo>
                    <a:pt x="11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29"/>
            <p:cNvSpPr/>
            <p:nvPr/>
          </p:nvSpPr>
          <p:spPr>
            <a:xfrm>
              <a:off x="7381921" y="3733055"/>
              <a:ext cx="155073" cy="26429"/>
            </a:xfrm>
            <a:custGeom>
              <a:avLst/>
              <a:gdLst/>
              <a:ahLst/>
              <a:cxnLst/>
              <a:rect l="l" t="t" r="r" b="b"/>
              <a:pathLst>
                <a:path w="974" h="166" extrusionOk="0">
                  <a:moveTo>
                    <a:pt x="1" y="0"/>
                  </a:moveTo>
                  <a:lnTo>
                    <a:pt x="1" y="166"/>
                  </a:lnTo>
                  <a:lnTo>
                    <a:pt x="974" y="166"/>
                  </a:lnTo>
                  <a:lnTo>
                    <a:pt x="9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29"/>
            <p:cNvSpPr/>
            <p:nvPr/>
          </p:nvSpPr>
          <p:spPr>
            <a:xfrm>
              <a:off x="7397842" y="3697710"/>
              <a:ext cx="35345" cy="21334"/>
            </a:xfrm>
            <a:custGeom>
              <a:avLst/>
              <a:gdLst/>
              <a:ahLst/>
              <a:cxnLst/>
              <a:rect l="l" t="t" r="r" b="b"/>
              <a:pathLst>
                <a:path w="222" h="134" extrusionOk="0">
                  <a:moveTo>
                    <a:pt x="0" y="1"/>
                  </a:moveTo>
                  <a:lnTo>
                    <a:pt x="0" y="134"/>
                  </a:lnTo>
                  <a:lnTo>
                    <a:pt x="221" y="134"/>
                  </a:lnTo>
                  <a:lnTo>
                    <a:pt x="2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29"/>
            <p:cNvSpPr/>
            <p:nvPr/>
          </p:nvSpPr>
          <p:spPr>
            <a:xfrm>
              <a:off x="7485886" y="3697710"/>
              <a:ext cx="33594" cy="21334"/>
            </a:xfrm>
            <a:custGeom>
              <a:avLst/>
              <a:gdLst/>
              <a:ahLst/>
              <a:cxnLst/>
              <a:rect l="l" t="t" r="r" b="b"/>
              <a:pathLst>
                <a:path w="211" h="134" extrusionOk="0">
                  <a:moveTo>
                    <a:pt x="0" y="1"/>
                  </a:moveTo>
                  <a:lnTo>
                    <a:pt x="0" y="134"/>
                  </a:lnTo>
                  <a:lnTo>
                    <a:pt x="210" y="134"/>
                  </a:lnTo>
                  <a:lnTo>
                    <a:pt x="2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29"/>
            <p:cNvSpPr/>
            <p:nvPr/>
          </p:nvSpPr>
          <p:spPr>
            <a:xfrm>
              <a:off x="7751610" y="3733055"/>
              <a:ext cx="153322" cy="26429"/>
            </a:xfrm>
            <a:custGeom>
              <a:avLst/>
              <a:gdLst/>
              <a:ahLst/>
              <a:cxnLst/>
              <a:rect l="l" t="t" r="r" b="b"/>
              <a:pathLst>
                <a:path w="963" h="166" extrusionOk="0">
                  <a:moveTo>
                    <a:pt x="1" y="0"/>
                  </a:moveTo>
                  <a:lnTo>
                    <a:pt x="1" y="166"/>
                  </a:lnTo>
                  <a:lnTo>
                    <a:pt x="963" y="166"/>
                  </a:lnTo>
                  <a:lnTo>
                    <a:pt x="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29"/>
            <p:cNvSpPr/>
            <p:nvPr/>
          </p:nvSpPr>
          <p:spPr>
            <a:xfrm>
              <a:off x="7767531" y="3697710"/>
              <a:ext cx="33594" cy="21334"/>
            </a:xfrm>
            <a:custGeom>
              <a:avLst/>
              <a:gdLst/>
              <a:ahLst/>
              <a:cxnLst/>
              <a:rect l="l" t="t" r="r" b="b"/>
              <a:pathLst>
                <a:path w="211" h="134" extrusionOk="0">
                  <a:moveTo>
                    <a:pt x="0" y="1"/>
                  </a:moveTo>
                  <a:lnTo>
                    <a:pt x="0" y="134"/>
                  </a:lnTo>
                  <a:lnTo>
                    <a:pt x="211" y="134"/>
                  </a:lnTo>
                  <a:lnTo>
                    <a:pt x="21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29"/>
            <p:cNvSpPr/>
            <p:nvPr/>
          </p:nvSpPr>
          <p:spPr>
            <a:xfrm>
              <a:off x="7853824" y="3697710"/>
              <a:ext cx="35345" cy="21334"/>
            </a:xfrm>
            <a:custGeom>
              <a:avLst/>
              <a:gdLst/>
              <a:ahLst/>
              <a:cxnLst/>
              <a:rect l="l" t="t" r="r" b="b"/>
              <a:pathLst>
                <a:path w="222" h="134" extrusionOk="0">
                  <a:moveTo>
                    <a:pt x="0" y="1"/>
                  </a:moveTo>
                  <a:lnTo>
                    <a:pt x="0" y="134"/>
                  </a:lnTo>
                  <a:lnTo>
                    <a:pt x="221" y="134"/>
                  </a:lnTo>
                  <a:lnTo>
                    <a:pt x="2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29"/>
            <p:cNvSpPr/>
            <p:nvPr/>
          </p:nvSpPr>
          <p:spPr>
            <a:xfrm>
              <a:off x="7593194" y="3611576"/>
              <a:ext cx="102374" cy="28340"/>
            </a:xfrm>
            <a:custGeom>
              <a:avLst/>
              <a:gdLst/>
              <a:ahLst/>
              <a:cxnLst/>
              <a:rect l="l" t="t" r="r" b="b"/>
              <a:pathLst>
                <a:path w="643" h="178" extrusionOk="0">
                  <a:moveTo>
                    <a:pt x="1" y="0"/>
                  </a:moveTo>
                  <a:lnTo>
                    <a:pt x="1" y="177"/>
                  </a:lnTo>
                  <a:lnTo>
                    <a:pt x="642" y="177"/>
                  </a:lnTo>
                  <a:lnTo>
                    <a:pt x="6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29"/>
            <p:cNvSpPr/>
            <p:nvPr/>
          </p:nvSpPr>
          <p:spPr>
            <a:xfrm>
              <a:off x="7563263" y="3579893"/>
              <a:ext cx="160327" cy="21175"/>
            </a:xfrm>
            <a:custGeom>
              <a:avLst/>
              <a:gdLst/>
              <a:ahLst/>
              <a:cxnLst/>
              <a:rect l="l" t="t" r="r" b="b"/>
              <a:pathLst>
                <a:path w="1007" h="133" extrusionOk="0">
                  <a:moveTo>
                    <a:pt x="1" y="0"/>
                  </a:moveTo>
                  <a:lnTo>
                    <a:pt x="1" y="133"/>
                  </a:lnTo>
                  <a:lnTo>
                    <a:pt x="1007" y="133"/>
                  </a:lnTo>
                  <a:lnTo>
                    <a:pt x="10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29"/>
            <p:cNvSpPr/>
            <p:nvPr/>
          </p:nvSpPr>
          <p:spPr>
            <a:xfrm>
              <a:off x="7381921" y="3634344"/>
              <a:ext cx="523013" cy="84701"/>
            </a:xfrm>
            <a:custGeom>
              <a:avLst/>
              <a:gdLst/>
              <a:ahLst/>
              <a:cxnLst/>
              <a:rect l="l" t="t" r="r" b="b"/>
              <a:pathLst>
                <a:path w="3285" h="532" extrusionOk="0">
                  <a:moveTo>
                    <a:pt x="1" y="1"/>
                  </a:moveTo>
                  <a:lnTo>
                    <a:pt x="1" y="322"/>
                  </a:lnTo>
                  <a:lnTo>
                    <a:pt x="1107" y="322"/>
                  </a:lnTo>
                  <a:lnTo>
                    <a:pt x="1317" y="532"/>
                  </a:lnTo>
                  <a:lnTo>
                    <a:pt x="1969" y="532"/>
                  </a:lnTo>
                  <a:lnTo>
                    <a:pt x="2190" y="322"/>
                  </a:lnTo>
                  <a:lnTo>
                    <a:pt x="3285" y="322"/>
                  </a:lnTo>
                  <a:lnTo>
                    <a:pt x="3285" y="1"/>
                  </a:lnTo>
                  <a:lnTo>
                    <a:pt x="2190" y="1"/>
                  </a:lnTo>
                  <a:lnTo>
                    <a:pt x="1969" y="111"/>
                  </a:lnTo>
                  <a:lnTo>
                    <a:pt x="1317" y="111"/>
                  </a:lnTo>
                  <a:lnTo>
                    <a:pt x="110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29"/>
            <p:cNvSpPr/>
            <p:nvPr/>
          </p:nvSpPr>
          <p:spPr>
            <a:xfrm>
              <a:off x="7443536" y="3695958"/>
              <a:ext cx="30091" cy="26588"/>
            </a:xfrm>
            <a:custGeom>
              <a:avLst/>
              <a:gdLst/>
              <a:ahLst/>
              <a:cxnLst/>
              <a:rect l="l" t="t" r="r" b="b"/>
              <a:pathLst>
                <a:path w="189" h="167" extrusionOk="0">
                  <a:moveTo>
                    <a:pt x="1" y="1"/>
                  </a:moveTo>
                  <a:lnTo>
                    <a:pt x="1" y="167"/>
                  </a:lnTo>
                  <a:lnTo>
                    <a:pt x="189" y="167"/>
                  </a:lnTo>
                  <a:lnTo>
                    <a:pt x="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29"/>
            <p:cNvSpPr/>
            <p:nvPr/>
          </p:nvSpPr>
          <p:spPr>
            <a:xfrm>
              <a:off x="7529828" y="3695958"/>
              <a:ext cx="35345" cy="26588"/>
            </a:xfrm>
            <a:custGeom>
              <a:avLst/>
              <a:gdLst/>
              <a:ahLst/>
              <a:cxnLst/>
              <a:rect l="l" t="t" r="r" b="b"/>
              <a:pathLst>
                <a:path w="222" h="167" extrusionOk="0">
                  <a:moveTo>
                    <a:pt x="1" y="1"/>
                  </a:moveTo>
                  <a:lnTo>
                    <a:pt x="1" y="167"/>
                  </a:lnTo>
                  <a:lnTo>
                    <a:pt x="56" y="167"/>
                  </a:lnTo>
                  <a:lnTo>
                    <a:pt x="56" y="111"/>
                  </a:lnTo>
                  <a:lnTo>
                    <a:pt x="222" y="111"/>
                  </a:lnTo>
                  <a:lnTo>
                    <a:pt x="222" y="78"/>
                  </a:lnTo>
                  <a:lnTo>
                    <a:pt x="1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29"/>
            <p:cNvSpPr/>
            <p:nvPr/>
          </p:nvSpPr>
          <p:spPr>
            <a:xfrm>
              <a:off x="7813225" y="3695958"/>
              <a:ext cx="30091" cy="26588"/>
            </a:xfrm>
            <a:custGeom>
              <a:avLst/>
              <a:gdLst/>
              <a:ahLst/>
              <a:cxnLst/>
              <a:rect l="l" t="t" r="r" b="b"/>
              <a:pathLst>
                <a:path w="189" h="167" extrusionOk="0">
                  <a:moveTo>
                    <a:pt x="1" y="1"/>
                  </a:moveTo>
                  <a:lnTo>
                    <a:pt x="1" y="167"/>
                  </a:lnTo>
                  <a:lnTo>
                    <a:pt x="189" y="167"/>
                  </a:lnTo>
                  <a:lnTo>
                    <a:pt x="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29"/>
            <p:cNvSpPr/>
            <p:nvPr/>
          </p:nvSpPr>
          <p:spPr>
            <a:xfrm>
              <a:off x="7721678" y="3695958"/>
              <a:ext cx="35504" cy="26588"/>
            </a:xfrm>
            <a:custGeom>
              <a:avLst/>
              <a:gdLst/>
              <a:ahLst/>
              <a:cxnLst/>
              <a:rect l="l" t="t" r="r" b="b"/>
              <a:pathLst>
                <a:path w="223" h="167" extrusionOk="0">
                  <a:moveTo>
                    <a:pt x="78" y="1"/>
                  </a:moveTo>
                  <a:lnTo>
                    <a:pt x="1" y="78"/>
                  </a:lnTo>
                  <a:cubicBezTo>
                    <a:pt x="1" y="89"/>
                    <a:pt x="1" y="100"/>
                    <a:pt x="1" y="111"/>
                  </a:cubicBezTo>
                  <a:lnTo>
                    <a:pt x="167" y="111"/>
                  </a:lnTo>
                  <a:lnTo>
                    <a:pt x="167" y="167"/>
                  </a:lnTo>
                  <a:lnTo>
                    <a:pt x="222" y="167"/>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29"/>
            <p:cNvSpPr/>
            <p:nvPr/>
          </p:nvSpPr>
          <p:spPr>
            <a:xfrm>
              <a:off x="6390830" y="3634344"/>
              <a:ext cx="897959" cy="26588"/>
            </a:xfrm>
            <a:custGeom>
              <a:avLst/>
              <a:gdLst/>
              <a:ahLst/>
              <a:cxnLst/>
              <a:rect l="l" t="t" r="r" b="b"/>
              <a:pathLst>
                <a:path w="5640" h="167" extrusionOk="0">
                  <a:moveTo>
                    <a:pt x="0" y="1"/>
                  </a:moveTo>
                  <a:lnTo>
                    <a:pt x="0" y="167"/>
                  </a:lnTo>
                  <a:lnTo>
                    <a:pt x="5640" y="167"/>
                  </a:lnTo>
                  <a:lnTo>
                    <a:pt x="564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29"/>
            <p:cNvSpPr/>
            <p:nvPr/>
          </p:nvSpPr>
          <p:spPr>
            <a:xfrm>
              <a:off x="8207591" y="2886049"/>
              <a:ext cx="68939" cy="665827"/>
            </a:xfrm>
            <a:custGeom>
              <a:avLst/>
              <a:gdLst/>
              <a:ahLst/>
              <a:cxnLst/>
              <a:rect l="l" t="t" r="r" b="b"/>
              <a:pathLst>
                <a:path w="433" h="4182" extrusionOk="0">
                  <a:moveTo>
                    <a:pt x="229" y="1"/>
                  </a:moveTo>
                  <a:cubicBezTo>
                    <a:pt x="223" y="1"/>
                    <a:pt x="217" y="1"/>
                    <a:pt x="211" y="1"/>
                  </a:cubicBezTo>
                  <a:cubicBezTo>
                    <a:pt x="89" y="1"/>
                    <a:pt x="1" y="90"/>
                    <a:pt x="1" y="212"/>
                  </a:cubicBezTo>
                  <a:lnTo>
                    <a:pt x="1" y="3971"/>
                  </a:lnTo>
                  <a:cubicBezTo>
                    <a:pt x="1" y="4082"/>
                    <a:pt x="89" y="4181"/>
                    <a:pt x="211" y="4181"/>
                  </a:cubicBezTo>
                  <a:cubicBezTo>
                    <a:pt x="333" y="4181"/>
                    <a:pt x="432" y="4082"/>
                    <a:pt x="432" y="3971"/>
                  </a:cubicBezTo>
                  <a:lnTo>
                    <a:pt x="432" y="212"/>
                  </a:lnTo>
                  <a:cubicBezTo>
                    <a:pt x="432" y="96"/>
                    <a:pt x="342" y="1"/>
                    <a:pt x="2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29"/>
            <p:cNvSpPr/>
            <p:nvPr/>
          </p:nvSpPr>
          <p:spPr>
            <a:xfrm>
              <a:off x="8228766" y="3581644"/>
              <a:ext cx="116384" cy="116225"/>
            </a:xfrm>
            <a:custGeom>
              <a:avLst/>
              <a:gdLst/>
              <a:ahLst/>
              <a:cxnLst/>
              <a:rect l="l" t="t" r="r" b="b"/>
              <a:pathLst>
                <a:path w="731" h="730" extrusionOk="0">
                  <a:moveTo>
                    <a:pt x="0" y="0"/>
                  </a:moveTo>
                  <a:lnTo>
                    <a:pt x="0" y="177"/>
                  </a:lnTo>
                  <a:lnTo>
                    <a:pt x="399" y="177"/>
                  </a:lnTo>
                  <a:lnTo>
                    <a:pt x="399" y="542"/>
                  </a:lnTo>
                  <a:lnTo>
                    <a:pt x="0" y="542"/>
                  </a:lnTo>
                  <a:lnTo>
                    <a:pt x="0" y="730"/>
                  </a:lnTo>
                  <a:lnTo>
                    <a:pt x="730" y="730"/>
                  </a:lnTo>
                  <a:lnTo>
                    <a:pt x="73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29"/>
            <p:cNvSpPr/>
            <p:nvPr/>
          </p:nvSpPr>
          <p:spPr>
            <a:xfrm>
              <a:off x="3213129" y="2833350"/>
              <a:ext cx="324157" cy="47764"/>
            </a:xfrm>
            <a:custGeom>
              <a:avLst/>
              <a:gdLst/>
              <a:ahLst/>
              <a:cxnLst/>
              <a:rect l="l" t="t" r="r" b="b"/>
              <a:pathLst>
                <a:path w="2036" h="300" extrusionOk="0">
                  <a:moveTo>
                    <a:pt x="111" y="1"/>
                  </a:moveTo>
                  <a:cubicBezTo>
                    <a:pt x="45" y="1"/>
                    <a:pt x="0" y="56"/>
                    <a:pt x="0" y="122"/>
                  </a:cubicBezTo>
                  <a:lnTo>
                    <a:pt x="0" y="178"/>
                  </a:lnTo>
                  <a:cubicBezTo>
                    <a:pt x="0" y="244"/>
                    <a:pt x="45" y="299"/>
                    <a:pt x="111" y="299"/>
                  </a:cubicBezTo>
                  <a:lnTo>
                    <a:pt x="1913" y="299"/>
                  </a:lnTo>
                  <a:cubicBezTo>
                    <a:pt x="1980" y="299"/>
                    <a:pt x="2035" y="244"/>
                    <a:pt x="2035" y="178"/>
                  </a:cubicBezTo>
                  <a:lnTo>
                    <a:pt x="2035" y="122"/>
                  </a:lnTo>
                  <a:cubicBezTo>
                    <a:pt x="2035" y="56"/>
                    <a:pt x="1980" y="1"/>
                    <a:pt x="19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29"/>
            <p:cNvSpPr/>
            <p:nvPr/>
          </p:nvSpPr>
          <p:spPr>
            <a:xfrm>
              <a:off x="4362795" y="2833350"/>
              <a:ext cx="323997" cy="47764"/>
            </a:xfrm>
            <a:custGeom>
              <a:avLst/>
              <a:gdLst/>
              <a:ahLst/>
              <a:cxnLst/>
              <a:rect l="l" t="t" r="r" b="b"/>
              <a:pathLst>
                <a:path w="2035" h="300" extrusionOk="0">
                  <a:moveTo>
                    <a:pt x="122" y="1"/>
                  </a:moveTo>
                  <a:cubicBezTo>
                    <a:pt x="55" y="1"/>
                    <a:pt x="0" y="56"/>
                    <a:pt x="0" y="122"/>
                  </a:cubicBezTo>
                  <a:lnTo>
                    <a:pt x="0" y="178"/>
                  </a:lnTo>
                  <a:cubicBezTo>
                    <a:pt x="0" y="244"/>
                    <a:pt x="55" y="299"/>
                    <a:pt x="122" y="299"/>
                  </a:cubicBezTo>
                  <a:lnTo>
                    <a:pt x="1924" y="299"/>
                  </a:lnTo>
                  <a:cubicBezTo>
                    <a:pt x="1990" y="299"/>
                    <a:pt x="2035" y="244"/>
                    <a:pt x="2035" y="178"/>
                  </a:cubicBezTo>
                  <a:lnTo>
                    <a:pt x="2035" y="122"/>
                  </a:lnTo>
                  <a:cubicBezTo>
                    <a:pt x="2035" y="56"/>
                    <a:pt x="1990" y="1"/>
                    <a:pt x="19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29"/>
            <p:cNvSpPr/>
            <p:nvPr/>
          </p:nvSpPr>
          <p:spPr>
            <a:xfrm>
              <a:off x="6839806" y="2854525"/>
              <a:ext cx="1366202" cy="45853"/>
            </a:xfrm>
            <a:custGeom>
              <a:avLst/>
              <a:gdLst/>
              <a:ahLst/>
              <a:cxnLst/>
              <a:rect l="l" t="t" r="r" b="b"/>
              <a:pathLst>
                <a:path w="8581" h="288" extrusionOk="0">
                  <a:moveTo>
                    <a:pt x="0" y="0"/>
                  </a:moveTo>
                  <a:lnTo>
                    <a:pt x="0" y="288"/>
                  </a:lnTo>
                  <a:lnTo>
                    <a:pt x="8581" y="288"/>
                  </a:lnTo>
                  <a:lnTo>
                    <a:pt x="858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29"/>
            <p:cNvSpPr/>
            <p:nvPr/>
          </p:nvSpPr>
          <p:spPr>
            <a:xfrm>
              <a:off x="5473613" y="2854525"/>
              <a:ext cx="1366362" cy="45853"/>
            </a:xfrm>
            <a:custGeom>
              <a:avLst/>
              <a:gdLst/>
              <a:ahLst/>
              <a:cxnLst/>
              <a:rect l="l" t="t" r="r" b="b"/>
              <a:pathLst>
                <a:path w="8582" h="288" extrusionOk="0">
                  <a:moveTo>
                    <a:pt x="0" y="0"/>
                  </a:moveTo>
                  <a:lnTo>
                    <a:pt x="0" y="288"/>
                  </a:lnTo>
                  <a:lnTo>
                    <a:pt x="8581" y="288"/>
                  </a:lnTo>
                  <a:lnTo>
                    <a:pt x="858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29"/>
            <p:cNvSpPr/>
            <p:nvPr/>
          </p:nvSpPr>
          <p:spPr>
            <a:xfrm>
              <a:off x="7232262" y="2835101"/>
              <a:ext cx="324157" cy="47764"/>
            </a:xfrm>
            <a:custGeom>
              <a:avLst/>
              <a:gdLst/>
              <a:ahLst/>
              <a:cxnLst/>
              <a:rect l="l" t="t" r="r" b="b"/>
              <a:pathLst>
                <a:path w="2036" h="300" extrusionOk="0">
                  <a:moveTo>
                    <a:pt x="123" y="1"/>
                  </a:moveTo>
                  <a:cubicBezTo>
                    <a:pt x="56" y="1"/>
                    <a:pt x="1" y="56"/>
                    <a:pt x="1" y="122"/>
                  </a:cubicBezTo>
                  <a:lnTo>
                    <a:pt x="1" y="178"/>
                  </a:lnTo>
                  <a:cubicBezTo>
                    <a:pt x="1" y="244"/>
                    <a:pt x="56" y="299"/>
                    <a:pt x="123" y="299"/>
                  </a:cubicBezTo>
                  <a:lnTo>
                    <a:pt x="1925" y="299"/>
                  </a:lnTo>
                  <a:cubicBezTo>
                    <a:pt x="1991" y="299"/>
                    <a:pt x="2035" y="244"/>
                    <a:pt x="2035" y="178"/>
                  </a:cubicBezTo>
                  <a:lnTo>
                    <a:pt x="2035" y="122"/>
                  </a:lnTo>
                  <a:cubicBezTo>
                    <a:pt x="2035" y="56"/>
                    <a:pt x="1991" y="1"/>
                    <a:pt x="19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29"/>
            <p:cNvSpPr/>
            <p:nvPr/>
          </p:nvSpPr>
          <p:spPr>
            <a:xfrm>
              <a:off x="6123195" y="2835101"/>
              <a:ext cx="324157" cy="47764"/>
            </a:xfrm>
            <a:custGeom>
              <a:avLst/>
              <a:gdLst/>
              <a:ahLst/>
              <a:cxnLst/>
              <a:rect l="l" t="t" r="r" b="b"/>
              <a:pathLst>
                <a:path w="2036" h="300" extrusionOk="0">
                  <a:moveTo>
                    <a:pt x="122" y="1"/>
                  </a:moveTo>
                  <a:cubicBezTo>
                    <a:pt x="56" y="1"/>
                    <a:pt x="1" y="56"/>
                    <a:pt x="1" y="122"/>
                  </a:cubicBezTo>
                  <a:lnTo>
                    <a:pt x="1" y="178"/>
                  </a:lnTo>
                  <a:cubicBezTo>
                    <a:pt x="1" y="244"/>
                    <a:pt x="56" y="299"/>
                    <a:pt x="122" y="299"/>
                  </a:cubicBezTo>
                  <a:lnTo>
                    <a:pt x="1925" y="299"/>
                  </a:lnTo>
                  <a:cubicBezTo>
                    <a:pt x="1980" y="299"/>
                    <a:pt x="2035" y="244"/>
                    <a:pt x="2035" y="178"/>
                  </a:cubicBezTo>
                  <a:lnTo>
                    <a:pt x="2035" y="122"/>
                  </a:lnTo>
                  <a:cubicBezTo>
                    <a:pt x="2035" y="56"/>
                    <a:pt x="1980" y="1"/>
                    <a:pt x="19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03" name="Google Shape;1003;p29"/>
          <p:cNvSpPr/>
          <p:nvPr/>
        </p:nvSpPr>
        <p:spPr>
          <a:xfrm>
            <a:off x="8509563" y="2200225"/>
            <a:ext cx="1045527" cy="217225"/>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FFFFFF">
              <a:alpha val="823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29"/>
          <p:cNvSpPr/>
          <p:nvPr/>
        </p:nvSpPr>
        <p:spPr>
          <a:xfrm flipH="1">
            <a:off x="7865775" y="1524475"/>
            <a:ext cx="1550376" cy="429723"/>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FFFFFF">
              <a:alpha val="823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29"/>
          <p:cNvSpPr/>
          <p:nvPr/>
        </p:nvSpPr>
        <p:spPr>
          <a:xfrm>
            <a:off x="-142147" y="30075"/>
            <a:ext cx="1710750" cy="474301"/>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5EBFD1">
              <a:alpha val="207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12"/>
                                        </p:tgtEl>
                                        <p:attrNameLst>
                                          <p:attrName>style.visibility</p:attrName>
                                        </p:attrNameLst>
                                      </p:cBhvr>
                                      <p:to>
                                        <p:strVal val="visible"/>
                                      </p:to>
                                    </p:set>
                                    <p:anim calcmode="lin" valueType="num">
                                      <p:cBhvr additive="base">
                                        <p:cTn id="7" dur="500" fill="hold"/>
                                        <p:tgtEl>
                                          <p:spTgt spid="812"/>
                                        </p:tgtEl>
                                        <p:attrNameLst>
                                          <p:attrName>ppt_x</p:attrName>
                                        </p:attrNameLst>
                                      </p:cBhvr>
                                      <p:tavLst>
                                        <p:tav tm="0">
                                          <p:val>
                                            <p:strVal val="#ppt_x"/>
                                          </p:val>
                                        </p:tav>
                                        <p:tav tm="100000">
                                          <p:val>
                                            <p:strVal val="#ppt_x"/>
                                          </p:val>
                                        </p:tav>
                                      </p:tavLst>
                                    </p:anim>
                                    <p:anim calcmode="lin" valueType="num">
                                      <p:cBhvr additive="base">
                                        <p:cTn id="8" dur="500" fill="hold"/>
                                        <p:tgtEl>
                                          <p:spTgt spid="8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811"/>
                                        </p:tgtEl>
                                        <p:attrNameLst>
                                          <p:attrName>style.visibility</p:attrName>
                                        </p:attrNameLst>
                                      </p:cBhvr>
                                      <p:to>
                                        <p:strVal val="visible"/>
                                      </p:to>
                                    </p:set>
                                    <p:animEffect transition="in" filter="barn(inVertical)">
                                      <p:cBhvr>
                                        <p:cTn id="13" dur="500"/>
                                        <p:tgtEl>
                                          <p:spTgt spid="811"/>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849"/>
                                        </p:tgtEl>
                                        <p:attrNameLst>
                                          <p:attrName>style.visibility</p:attrName>
                                        </p:attrNameLst>
                                      </p:cBhvr>
                                      <p:to>
                                        <p:strVal val="visible"/>
                                      </p:to>
                                    </p:set>
                                    <p:anim calcmode="lin" valueType="num">
                                      <p:cBhvr additive="base">
                                        <p:cTn id="18" dur="500" fill="hold"/>
                                        <p:tgtEl>
                                          <p:spTgt spid="849"/>
                                        </p:tgtEl>
                                        <p:attrNameLst>
                                          <p:attrName>ppt_x</p:attrName>
                                        </p:attrNameLst>
                                      </p:cBhvr>
                                      <p:tavLst>
                                        <p:tav tm="0">
                                          <p:val>
                                            <p:strVal val="#ppt_x"/>
                                          </p:val>
                                        </p:tav>
                                        <p:tav tm="100000">
                                          <p:val>
                                            <p:strVal val="#ppt_x"/>
                                          </p:val>
                                        </p:tav>
                                      </p:tavLst>
                                    </p:anim>
                                    <p:anim calcmode="lin" valueType="num">
                                      <p:cBhvr additive="base">
                                        <p:cTn id="19" dur="500" fill="hold"/>
                                        <p:tgtEl>
                                          <p:spTgt spid="849"/>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813"/>
                                        </p:tgtEl>
                                        <p:attrNameLst>
                                          <p:attrName>style.visibility</p:attrName>
                                        </p:attrNameLst>
                                      </p:cBhvr>
                                      <p:to>
                                        <p:strVal val="visible"/>
                                      </p:to>
                                    </p:set>
                                    <p:anim calcmode="lin" valueType="num">
                                      <p:cBhvr additive="base">
                                        <p:cTn id="24" dur="500" fill="hold"/>
                                        <p:tgtEl>
                                          <p:spTgt spid="813"/>
                                        </p:tgtEl>
                                        <p:attrNameLst>
                                          <p:attrName>ppt_x</p:attrName>
                                        </p:attrNameLst>
                                      </p:cBhvr>
                                      <p:tavLst>
                                        <p:tav tm="0">
                                          <p:val>
                                            <p:strVal val="#ppt_x"/>
                                          </p:val>
                                        </p:tav>
                                        <p:tav tm="100000">
                                          <p:val>
                                            <p:strVal val="#ppt_x"/>
                                          </p:val>
                                        </p:tav>
                                      </p:tavLst>
                                    </p:anim>
                                    <p:anim calcmode="lin" valueType="num">
                                      <p:cBhvr additive="base">
                                        <p:cTn id="25" dur="500" fill="hold"/>
                                        <p:tgtEl>
                                          <p:spTgt spid="8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1" grpId="0"/>
      <p:bldP spid="8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91"/>
        <p:cNvGrpSpPr/>
        <p:nvPr/>
      </p:nvGrpSpPr>
      <p:grpSpPr>
        <a:xfrm>
          <a:off x="0" y="0"/>
          <a:ext cx="0" cy="0"/>
          <a:chOff x="0" y="0"/>
          <a:chExt cx="0" cy="0"/>
        </a:xfrm>
      </p:grpSpPr>
      <p:sp>
        <p:nvSpPr>
          <p:cNvPr id="793" name="Google Shape;793;p28"/>
          <p:cNvSpPr txBox="1">
            <a:spLocks noGrp="1"/>
          </p:cNvSpPr>
          <p:nvPr>
            <p:ph type="title"/>
          </p:nvPr>
        </p:nvSpPr>
        <p:spPr>
          <a:xfrm>
            <a:off x="742127" y="119751"/>
            <a:ext cx="7704000" cy="683700"/>
          </a:xfrm>
          <a:prstGeom prst="rect">
            <a:avLst/>
          </a:prstGeom>
        </p:spPr>
        <p:txBody>
          <a:bodyPr spcFirstLastPara="1" wrap="square" lIns="91425" tIns="91425" rIns="91425" bIns="91425" anchor="t" anchorCtr="0">
            <a:noAutofit/>
          </a:bodyPr>
          <a:lstStyle/>
          <a:p>
            <a:pPr lvl="0"/>
            <a:r>
              <a:rPr lang="en-US" dirty="0"/>
              <a:t>Contents of the Dataset</a:t>
            </a:r>
            <a:endParaRPr dirty="0"/>
          </a:p>
        </p:txBody>
      </p:sp>
      <p:sp>
        <p:nvSpPr>
          <p:cNvPr id="795" name="Google Shape;795;p28"/>
          <p:cNvSpPr/>
          <p:nvPr/>
        </p:nvSpPr>
        <p:spPr>
          <a:xfrm>
            <a:off x="6500" y="4518500"/>
            <a:ext cx="9144000" cy="624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96" name="Google Shape;796;p28"/>
          <p:cNvGrpSpPr/>
          <p:nvPr/>
        </p:nvGrpSpPr>
        <p:grpSpPr>
          <a:xfrm rot="-5400000">
            <a:off x="-225822" y="3277228"/>
            <a:ext cx="1686809" cy="795742"/>
            <a:chOff x="3" y="782928"/>
            <a:chExt cx="1686809" cy="795742"/>
          </a:xfrm>
        </p:grpSpPr>
        <p:grpSp>
          <p:nvGrpSpPr>
            <p:cNvPr id="797" name="Google Shape;797;p28"/>
            <p:cNvGrpSpPr/>
            <p:nvPr/>
          </p:nvGrpSpPr>
          <p:grpSpPr>
            <a:xfrm rot="-5400000">
              <a:off x="445537" y="337394"/>
              <a:ext cx="795742" cy="1686809"/>
              <a:chOff x="-809850" y="445850"/>
              <a:chExt cx="1036527" cy="2197225"/>
            </a:xfrm>
          </p:grpSpPr>
          <p:sp>
            <p:nvSpPr>
              <p:cNvPr id="798" name="Google Shape;798;p28"/>
              <p:cNvSpPr/>
              <p:nvPr/>
            </p:nvSpPr>
            <p:spPr>
              <a:xfrm rot="10800000" flipH="1">
                <a:off x="-284828" y="630082"/>
                <a:ext cx="111607" cy="1369765"/>
              </a:xfrm>
              <a:custGeom>
                <a:avLst/>
                <a:gdLst/>
                <a:ahLst/>
                <a:cxnLst/>
                <a:rect l="l" t="t" r="r" b="b"/>
                <a:pathLst>
                  <a:path w="355" h="4357" extrusionOk="0">
                    <a:moveTo>
                      <a:pt x="1" y="0"/>
                    </a:moveTo>
                    <a:lnTo>
                      <a:pt x="1" y="4357"/>
                    </a:lnTo>
                    <a:lnTo>
                      <a:pt x="354" y="4357"/>
                    </a:lnTo>
                    <a:lnTo>
                      <a:pt x="354"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28"/>
              <p:cNvSpPr/>
              <p:nvPr/>
            </p:nvSpPr>
            <p:spPr>
              <a:xfrm rot="10800000" flipH="1">
                <a:off x="-229182" y="630082"/>
                <a:ext cx="55961" cy="1369765"/>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28"/>
              <p:cNvSpPr/>
              <p:nvPr/>
            </p:nvSpPr>
            <p:spPr>
              <a:xfrm rot="10800000" flipH="1">
                <a:off x="-284828" y="1701497"/>
                <a:ext cx="111607" cy="76081"/>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28"/>
              <p:cNvSpPr/>
              <p:nvPr/>
            </p:nvSpPr>
            <p:spPr>
              <a:xfrm rot="10800000" flipH="1">
                <a:off x="-618390" y="445850"/>
                <a:ext cx="782504" cy="181084"/>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28"/>
              <p:cNvSpPr/>
              <p:nvPr/>
            </p:nvSpPr>
            <p:spPr>
              <a:xfrm rot="10800000" flipH="1">
                <a:off x="-788786" y="1772549"/>
                <a:ext cx="1015464" cy="87052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28"/>
              <p:cNvSpPr/>
              <p:nvPr/>
            </p:nvSpPr>
            <p:spPr>
              <a:xfrm rot="10800000" flipH="1">
                <a:off x="-764579" y="1807131"/>
                <a:ext cx="935610" cy="801361"/>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28"/>
              <p:cNvSpPr/>
              <p:nvPr/>
            </p:nvSpPr>
            <p:spPr>
              <a:xfrm rot="10800000" flipH="1">
                <a:off x="-809850" y="1771921"/>
                <a:ext cx="1015464" cy="871154"/>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05" name="Google Shape;805;p28"/>
            <p:cNvSpPr/>
            <p:nvPr/>
          </p:nvSpPr>
          <p:spPr>
            <a:xfrm rot="5400000">
              <a:off x="1239346" y="972807"/>
              <a:ext cx="322875" cy="279250"/>
            </a:xfrm>
            <a:prstGeom prst="flowChartExtra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 name="Google Shape;1079;p33">
            <a:extLst>
              <a:ext uri="{FF2B5EF4-FFF2-40B4-BE49-F238E27FC236}">
                <a16:creationId xmlns:a16="http://schemas.microsoft.com/office/drawing/2014/main" id="{50313BCA-DC4A-DB7A-B78B-D95DFF361E6F}"/>
              </a:ext>
            </a:extLst>
          </p:cNvPr>
          <p:cNvGrpSpPr/>
          <p:nvPr/>
        </p:nvGrpSpPr>
        <p:grpSpPr>
          <a:xfrm>
            <a:off x="7417213" y="3697076"/>
            <a:ext cx="2400148" cy="847973"/>
            <a:chOff x="6506625" y="3268575"/>
            <a:chExt cx="3047179" cy="1261001"/>
          </a:xfrm>
        </p:grpSpPr>
        <p:sp>
          <p:nvSpPr>
            <p:cNvPr id="5" name="Google Shape;1080;p33">
              <a:extLst>
                <a:ext uri="{FF2B5EF4-FFF2-40B4-BE49-F238E27FC236}">
                  <a16:creationId xmlns:a16="http://schemas.microsoft.com/office/drawing/2014/main" id="{74F06B28-3DFA-CF52-BC12-C2251DCF9A22}"/>
                </a:ext>
              </a:extLst>
            </p:cNvPr>
            <p:cNvSpPr/>
            <p:nvPr/>
          </p:nvSpPr>
          <p:spPr>
            <a:xfrm>
              <a:off x="8432597" y="3353998"/>
              <a:ext cx="710050" cy="79635"/>
            </a:xfrm>
            <a:custGeom>
              <a:avLst/>
              <a:gdLst/>
              <a:ahLst/>
              <a:cxnLst/>
              <a:rect l="l" t="t" r="r" b="b"/>
              <a:pathLst>
                <a:path w="4048" h="454" extrusionOk="0">
                  <a:moveTo>
                    <a:pt x="1" y="0"/>
                  </a:moveTo>
                  <a:lnTo>
                    <a:pt x="1" y="453"/>
                  </a:lnTo>
                  <a:lnTo>
                    <a:pt x="4048" y="453"/>
                  </a:lnTo>
                  <a:lnTo>
                    <a:pt x="404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081;p33">
              <a:extLst>
                <a:ext uri="{FF2B5EF4-FFF2-40B4-BE49-F238E27FC236}">
                  <a16:creationId xmlns:a16="http://schemas.microsoft.com/office/drawing/2014/main" id="{7E84AF4B-A0E5-AE8A-D249-8FF86D525A12}"/>
                </a:ext>
              </a:extLst>
            </p:cNvPr>
            <p:cNvSpPr/>
            <p:nvPr/>
          </p:nvSpPr>
          <p:spPr>
            <a:xfrm>
              <a:off x="6987592" y="4118070"/>
              <a:ext cx="2108574" cy="267847"/>
            </a:xfrm>
            <a:custGeom>
              <a:avLst/>
              <a:gdLst/>
              <a:ahLst/>
              <a:cxnLst/>
              <a:rect l="l" t="t" r="r" b="b"/>
              <a:pathLst>
                <a:path w="12021" h="1527" extrusionOk="0">
                  <a:moveTo>
                    <a:pt x="1" y="1"/>
                  </a:moveTo>
                  <a:lnTo>
                    <a:pt x="1" y="1527"/>
                  </a:lnTo>
                  <a:lnTo>
                    <a:pt x="12020" y="1527"/>
                  </a:lnTo>
                  <a:lnTo>
                    <a:pt x="120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082;p33">
              <a:extLst>
                <a:ext uri="{FF2B5EF4-FFF2-40B4-BE49-F238E27FC236}">
                  <a16:creationId xmlns:a16="http://schemas.microsoft.com/office/drawing/2014/main" id="{548D52DA-82AC-8849-B887-8A49C6144934}"/>
                </a:ext>
              </a:extLst>
            </p:cNvPr>
            <p:cNvSpPr/>
            <p:nvPr/>
          </p:nvSpPr>
          <p:spPr>
            <a:xfrm>
              <a:off x="6840250" y="3408199"/>
              <a:ext cx="2395540" cy="667426"/>
            </a:xfrm>
            <a:custGeom>
              <a:avLst/>
              <a:gdLst/>
              <a:ahLst/>
              <a:cxnLst/>
              <a:rect l="l" t="t" r="r" b="b"/>
              <a:pathLst>
                <a:path w="13657" h="3805" extrusionOk="0">
                  <a:moveTo>
                    <a:pt x="2566" y="1"/>
                  </a:moveTo>
                  <a:lnTo>
                    <a:pt x="34" y="2522"/>
                  </a:lnTo>
                  <a:lnTo>
                    <a:pt x="0" y="3804"/>
                  </a:lnTo>
                  <a:lnTo>
                    <a:pt x="13656" y="3804"/>
                  </a:lnTo>
                  <a:lnTo>
                    <a:pt x="136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083;p33">
              <a:extLst>
                <a:ext uri="{FF2B5EF4-FFF2-40B4-BE49-F238E27FC236}">
                  <a16:creationId xmlns:a16="http://schemas.microsoft.com/office/drawing/2014/main" id="{40EFD814-C021-0C86-062D-103D1AEA3B77}"/>
                </a:ext>
              </a:extLst>
            </p:cNvPr>
            <p:cNvSpPr/>
            <p:nvPr/>
          </p:nvSpPr>
          <p:spPr>
            <a:xfrm>
              <a:off x="6995310" y="3365575"/>
              <a:ext cx="399754" cy="91387"/>
            </a:xfrm>
            <a:custGeom>
              <a:avLst/>
              <a:gdLst/>
              <a:ahLst/>
              <a:cxnLst/>
              <a:rect l="l" t="t" r="r" b="b"/>
              <a:pathLst>
                <a:path w="2279" h="521" extrusionOk="0">
                  <a:moveTo>
                    <a:pt x="1" y="0"/>
                  </a:moveTo>
                  <a:lnTo>
                    <a:pt x="1" y="520"/>
                  </a:lnTo>
                  <a:lnTo>
                    <a:pt x="2279" y="520"/>
                  </a:lnTo>
                  <a:lnTo>
                    <a:pt x="227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084;p33">
              <a:extLst>
                <a:ext uri="{FF2B5EF4-FFF2-40B4-BE49-F238E27FC236}">
                  <a16:creationId xmlns:a16="http://schemas.microsoft.com/office/drawing/2014/main" id="{F73EA19F-2D87-FDB8-772C-A885F20A967C}"/>
                </a:ext>
              </a:extLst>
            </p:cNvPr>
            <p:cNvSpPr/>
            <p:nvPr/>
          </p:nvSpPr>
          <p:spPr>
            <a:xfrm>
              <a:off x="8203690" y="3365575"/>
              <a:ext cx="219435" cy="91387"/>
            </a:xfrm>
            <a:custGeom>
              <a:avLst/>
              <a:gdLst/>
              <a:ahLst/>
              <a:cxnLst/>
              <a:rect l="l" t="t" r="r" b="b"/>
              <a:pathLst>
                <a:path w="1251" h="521" extrusionOk="0">
                  <a:moveTo>
                    <a:pt x="1" y="0"/>
                  </a:moveTo>
                  <a:lnTo>
                    <a:pt x="1" y="520"/>
                  </a:lnTo>
                  <a:lnTo>
                    <a:pt x="1250" y="520"/>
                  </a:lnTo>
                  <a:lnTo>
                    <a:pt x="12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85;p33">
              <a:extLst>
                <a:ext uri="{FF2B5EF4-FFF2-40B4-BE49-F238E27FC236}">
                  <a16:creationId xmlns:a16="http://schemas.microsoft.com/office/drawing/2014/main" id="{3ECAFF19-F761-A46A-CAD1-2621A2B462BF}"/>
                </a:ext>
              </a:extLst>
            </p:cNvPr>
            <p:cNvSpPr/>
            <p:nvPr/>
          </p:nvSpPr>
          <p:spPr>
            <a:xfrm>
              <a:off x="7697465" y="3365575"/>
              <a:ext cx="217505" cy="91387"/>
            </a:xfrm>
            <a:custGeom>
              <a:avLst/>
              <a:gdLst/>
              <a:ahLst/>
              <a:cxnLst/>
              <a:rect l="l" t="t" r="r" b="b"/>
              <a:pathLst>
                <a:path w="1240" h="521" extrusionOk="0">
                  <a:moveTo>
                    <a:pt x="1" y="0"/>
                  </a:moveTo>
                  <a:lnTo>
                    <a:pt x="1" y="520"/>
                  </a:lnTo>
                  <a:lnTo>
                    <a:pt x="1239" y="520"/>
                  </a:lnTo>
                  <a:lnTo>
                    <a:pt x="123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086;p33">
              <a:extLst>
                <a:ext uri="{FF2B5EF4-FFF2-40B4-BE49-F238E27FC236}">
                  <a16:creationId xmlns:a16="http://schemas.microsoft.com/office/drawing/2014/main" id="{27C729ED-800B-8B7C-D97B-DBBF7EC6DAB8}"/>
                </a:ext>
              </a:extLst>
            </p:cNvPr>
            <p:cNvSpPr/>
            <p:nvPr/>
          </p:nvSpPr>
          <p:spPr>
            <a:xfrm>
              <a:off x="8607127" y="3268575"/>
              <a:ext cx="710050" cy="213471"/>
            </a:xfrm>
            <a:custGeom>
              <a:avLst/>
              <a:gdLst/>
              <a:ahLst/>
              <a:cxnLst/>
              <a:rect l="l" t="t" r="r" b="b"/>
              <a:pathLst>
                <a:path w="4048" h="1217" extrusionOk="0">
                  <a:moveTo>
                    <a:pt x="1" y="1"/>
                  </a:moveTo>
                  <a:lnTo>
                    <a:pt x="1" y="1217"/>
                  </a:lnTo>
                  <a:lnTo>
                    <a:pt x="4048" y="1217"/>
                  </a:lnTo>
                  <a:lnTo>
                    <a:pt x="404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087;p33">
              <a:extLst>
                <a:ext uri="{FF2B5EF4-FFF2-40B4-BE49-F238E27FC236}">
                  <a16:creationId xmlns:a16="http://schemas.microsoft.com/office/drawing/2014/main" id="{3BD91384-9319-E631-6F16-3F792214CD3D}"/>
                </a:ext>
              </a:extLst>
            </p:cNvPr>
            <p:cNvSpPr/>
            <p:nvPr/>
          </p:nvSpPr>
          <p:spPr>
            <a:xfrm>
              <a:off x="6506625" y="3823212"/>
              <a:ext cx="37011" cy="267847"/>
            </a:xfrm>
            <a:custGeom>
              <a:avLst/>
              <a:gdLst/>
              <a:ahLst/>
              <a:cxnLst/>
              <a:rect l="l" t="t" r="r" b="b"/>
              <a:pathLst>
                <a:path w="211" h="1527" extrusionOk="0">
                  <a:moveTo>
                    <a:pt x="0" y="1"/>
                  </a:moveTo>
                  <a:lnTo>
                    <a:pt x="0" y="1527"/>
                  </a:lnTo>
                  <a:lnTo>
                    <a:pt x="211" y="1527"/>
                  </a:lnTo>
                  <a:lnTo>
                    <a:pt x="2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088;p33">
              <a:extLst>
                <a:ext uri="{FF2B5EF4-FFF2-40B4-BE49-F238E27FC236}">
                  <a16:creationId xmlns:a16="http://schemas.microsoft.com/office/drawing/2014/main" id="{49A2D377-3A5B-6186-9078-C27ECD595426}"/>
                </a:ext>
              </a:extLst>
            </p:cNvPr>
            <p:cNvSpPr/>
            <p:nvPr/>
          </p:nvSpPr>
          <p:spPr>
            <a:xfrm>
              <a:off x="9518719" y="3823212"/>
              <a:ext cx="35082" cy="267847"/>
            </a:xfrm>
            <a:custGeom>
              <a:avLst/>
              <a:gdLst/>
              <a:ahLst/>
              <a:cxnLst/>
              <a:rect l="l" t="t" r="r" b="b"/>
              <a:pathLst>
                <a:path w="200" h="1527" extrusionOk="0">
                  <a:moveTo>
                    <a:pt x="1" y="1"/>
                  </a:moveTo>
                  <a:lnTo>
                    <a:pt x="1" y="1527"/>
                  </a:lnTo>
                  <a:lnTo>
                    <a:pt x="200" y="1527"/>
                  </a:lnTo>
                  <a:lnTo>
                    <a:pt x="20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089;p33">
              <a:extLst>
                <a:ext uri="{FF2B5EF4-FFF2-40B4-BE49-F238E27FC236}">
                  <a16:creationId xmlns:a16="http://schemas.microsoft.com/office/drawing/2014/main" id="{1CB22139-9654-8EFE-28E2-7DF1C9012956}"/>
                </a:ext>
              </a:extLst>
            </p:cNvPr>
            <p:cNvSpPr/>
            <p:nvPr/>
          </p:nvSpPr>
          <p:spPr>
            <a:xfrm>
              <a:off x="8360855" y="3848470"/>
              <a:ext cx="754603" cy="194176"/>
            </a:xfrm>
            <a:custGeom>
              <a:avLst/>
              <a:gdLst/>
              <a:ahLst/>
              <a:cxnLst/>
              <a:rect l="l" t="t" r="r" b="b"/>
              <a:pathLst>
                <a:path w="4302" h="1107" extrusionOk="0">
                  <a:moveTo>
                    <a:pt x="1" y="1"/>
                  </a:moveTo>
                  <a:lnTo>
                    <a:pt x="1" y="1106"/>
                  </a:lnTo>
                  <a:lnTo>
                    <a:pt x="4302" y="1106"/>
                  </a:lnTo>
                  <a:lnTo>
                    <a:pt x="430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090;p33">
              <a:extLst>
                <a:ext uri="{FF2B5EF4-FFF2-40B4-BE49-F238E27FC236}">
                  <a16:creationId xmlns:a16="http://schemas.microsoft.com/office/drawing/2014/main" id="{FD4E875D-E2EC-2B8C-C32E-34C2581894A1}"/>
                </a:ext>
              </a:extLst>
            </p:cNvPr>
            <p:cNvSpPr/>
            <p:nvPr/>
          </p:nvSpPr>
          <p:spPr>
            <a:xfrm>
              <a:off x="7602570" y="3848470"/>
              <a:ext cx="723556" cy="194176"/>
            </a:xfrm>
            <a:custGeom>
              <a:avLst/>
              <a:gdLst/>
              <a:ahLst/>
              <a:cxnLst/>
              <a:rect l="l" t="t" r="r" b="b"/>
              <a:pathLst>
                <a:path w="4125" h="1107" extrusionOk="0">
                  <a:moveTo>
                    <a:pt x="0" y="1"/>
                  </a:moveTo>
                  <a:lnTo>
                    <a:pt x="0" y="1106"/>
                  </a:lnTo>
                  <a:lnTo>
                    <a:pt x="4124" y="1106"/>
                  </a:lnTo>
                  <a:lnTo>
                    <a:pt x="412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091;p33">
              <a:extLst>
                <a:ext uri="{FF2B5EF4-FFF2-40B4-BE49-F238E27FC236}">
                  <a16:creationId xmlns:a16="http://schemas.microsoft.com/office/drawing/2014/main" id="{0B1BD801-7F72-B323-653F-FF7FEE41DEFE}"/>
                </a:ext>
              </a:extLst>
            </p:cNvPr>
            <p:cNvSpPr/>
            <p:nvPr/>
          </p:nvSpPr>
          <p:spPr>
            <a:xfrm>
              <a:off x="6840250" y="3408199"/>
              <a:ext cx="2395540" cy="634449"/>
            </a:xfrm>
            <a:custGeom>
              <a:avLst/>
              <a:gdLst/>
              <a:ahLst/>
              <a:cxnLst/>
              <a:rect l="l" t="t" r="r" b="b"/>
              <a:pathLst>
                <a:path w="13657" h="3617" extrusionOk="0">
                  <a:moveTo>
                    <a:pt x="686" y="1"/>
                  </a:moveTo>
                  <a:cubicBezTo>
                    <a:pt x="310" y="1"/>
                    <a:pt x="0" y="299"/>
                    <a:pt x="0" y="686"/>
                  </a:cubicBezTo>
                  <a:lnTo>
                    <a:pt x="0" y="3616"/>
                  </a:lnTo>
                  <a:lnTo>
                    <a:pt x="4136" y="3616"/>
                  </a:lnTo>
                  <a:lnTo>
                    <a:pt x="4136" y="2312"/>
                  </a:lnTo>
                  <a:lnTo>
                    <a:pt x="13170" y="2312"/>
                  </a:lnTo>
                  <a:lnTo>
                    <a:pt x="13170" y="3616"/>
                  </a:lnTo>
                  <a:lnTo>
                    <a:pt x="13656" y="3616"/>
                  </a:lnTo>
                  <a:lnTo>
                    <a:pt x="13656" y="642"/>
                  </a:lnTo>
                  <a:lnTo>
                    <a:pt x="9897" y="642"/>
                  </a:lnTo>
                  <a:lnTo>
                    <a:pt x="989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092;p33">
              <a:extLst>
                <a:ext uri="{FF2B5EF4-FFF2-40B4-BE49-F238E27FC236}">
                  <a16:creationId xmlns:a16="http://schemas.microsoft.com/office/drawing/2014/main" id="{AE83C061-77B2-3994-C6DF-6A67FDC483E9}"/>
                </a:ext>
              </a:extLst>
            </p:cNvPr>
            <p:cNvSpPr/>
            <p:nvPr/>
          </p:nvSpPr>
          <p:spPr>
            <a:xfrm>
              <a:off x="8574150" y="3520635"/>
              <a:ext cx="661637" cy="27364"/>
            </a:xfrm>
            <a:custGeom>
              <a:avLst/>
              <a:gdLst/>
              <a:ahLst/>
              <a:cxnLst/>
              <a:rect l="l" t="t" r="r" b="b"/>
              <a:pathLst>
                <a:path w="3772" h="156" extrusionOk="0">
                  <a:moveTo>
                    <a:pt x="1" y="1"/>
                  </a:moveTo>
                  <a:lnTo>
                    <a:pt x="1" y="156"/>
                  </a:lnTo>
                  <a:lnTo>
                    <a:pt x="3771" y="156"/>
                  </a:lnTo>
                  <a:lnTo>
                    <a:pt x="377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093;p33">
              <a:extLst>
                <a:ext uri="{FF2B5EF4-FFF2-40B4-BE49-F238E27FC236}">
                  <a16:creationId xmlns:a16="http://schemas.microsoft.com/office/drawing/2014/main" id="{2DB0692D-47DF-0D32-57B0-F9B0B0A397B4}"/>
                </a:ext>
              </a:extLst>
            </p:cNvPr>
            <p:cNvSpPr/>
            <p:nvPr/>
          </p:nvSpPr>
          <p:spPr>
            <a:xfrm>
              <a:off x="6840250" y="3408199"/>
              <a:ext cx="1736008" cy="145588"/>
            </a:xfrm>
            <a:custGeom>
              <a:avLst/>
              <a:gdLst/>
              <a:ahLst/>
              <a:cxnLst/>
              <a:rect l="l" t="t" r="r" b="b"/>
              <a:pathLst>
                <a:path w="9897" h="830" extrusionOk="0">
                  <a:moveTo>
                    <a:pt x="686" y="1"/>
                  </a:moveTo>
                  <a:cubicBezTo>
                    <a:pt x="310" y="1"/>
                    <a:pt x="0" y="299"/>
                    <a:pt x="0" y="686"/>
                  </a:cubicBezTo>
                  <a:lnTo>
                    <a:pt x="0" y="830"/>
                  </a:lnTo>
                  <a:cubicBezTo>
                    <a:pt x="0" y="609"/>
                    <a:pt x="310" y="432"/>
                    <a:pt x="686" y="432"/>
                  </a:cubicBezTo>
                  <a:lnTo>
                    <a:pt x="9897" y="432"/>
                  </a:lnTo>
                  <a:lnTo>
                    <a:pt x="98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094;p33">
              <a:extLst>
                <a:ext uri="{FF2B5EF4-FFF2-40B4-BE49-F238E27FC236}">
                  <a16:creationId xmlns:a16="http://schemas.microsoft.com/office/drawing/2014/main" id="{46EF8524-AD3A-DCDC-0DF0-71660E0B7210}"/>
                </a:ext>
              </a:extLst>
            </p:cNvPr>
            <p:cNvSpPr/>
            <p:nvPr/>
          </p:nvSpPr>
          <p:spPr>
            <a:xfrm>
              <a:off x="6995310" y="3573081"/>
              <a:ext cx="539378" cy="308542"/>
            </a:xfrm>
            <a:custGeom>
              <a:avLst/>
              <a:gdLst/>
              <a:ahLst/>
              <a:cxnLst/>
              <a:rect l="l" t="t" r="r" b="b"/>
              <a:pathLst>
                <a:path w="3075" h="1759" extrusionOk="0">
                  <a:moveTo>
                    <a:pt x="1" y="1"/>
                  </a:moveTo>
                  <a:lnTo>
                    <a:pt x="1" y="1759"/>
                  </a:lnTo>
                  <a:lnTo>
                    <a:pt x="3075" y="1759"/>
                  </a:lnTo>
                  <a:lnTo>
                    <a:pt x="307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095;p33">
              <a:extLst>
                <a:ext uri="{FF2B5EF4-FFF2-40B4-BE49-F238E27FC236}">
                  <a16:creationId xmlns:a16="http://schemas.microsoft.com/office/drawing/2014/main" id="{45B4B8D6-0A83-21B0-CFEC-E020458F38AF}"/>
                </a:ext>
              </a:extLst>
            </p:cNvPr>
            <p:cNvSpPr/>
            <p:nvPr/>
          </p:nvSpPr>
          <p:spPr>
            <a:xfrm>
              <a:off x="7140898" y="3557646"/>
              <a:ext cx="54376" cy="339589"/>
            </a:xfrm>
            <a:custGeom>
              <a:avLst/>
              <a:gdLst/>
              <a:ahLst/>
              <a:cxnLst/>
              <a:rect l="l" t="t" r="r" b="b"/>
              <a:pathLst>
                <a:path w="310" h="1936" extrusionOk="0">
                  <a:moveTo>
                    <a:pt x="0" y="0"/>
                  </a:moveTo>
                  <a:lnTo>
                    <a:pt x="0" y="1935"/>
                  </a:lnTo>
                  <a:lnTo>
                    <a:pt x="310" y="1935"/>
                  </a:lnTo>
                  <a:lnTo>
                    <a:pt x="3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096;p33">
              <a:extLst>
                <a:ext uri="{FF2B5EF4-FFF2-40B4-BE49-F238E27FC236}">
                  <a16:creationId xmlns:a16="http://schemas.microsoft.com/office/drawing/2014/main" id="{C6B2FFDD-1FF3-754F-C502-C69796B76433}"/>
                </a:ext>
              </a:extLst>
            </p:cNvPr>
            <p:cNvSpPr/>
            <p:nvPr/>
          </p:nvSpPr>
          <p:spPr>
            <a:xfrm>
              <a:off x="7061263" y="3557646"/>
              <a:ext cx="54552" cy="339589"/>
            </a:xfrm>
            <a:custGeom>
              <a:avLst/>
              <a:gdLst/>
              <a:ahLst/>
              <a:cxnLst/>
              <a:rect l="l" t="t" r="r" b="b"/>
              <a:pathLst>
                <a:path w="311" h="1936" extrusionOk="0">
                  <a:moveTo>
                    <a:pt x="1" y="0"/>
                  </a:moveTo>
                  <a:lnTo>
                    <a:pt x="1" y="1935"/>
                  </a:lnTo>
                  <a:lnTo>
                    <a:pt x="311" y="1935"/>
                  </a:lnTo>
                  <a:lnTo>
                    <a:pt x="31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097;p33">
              <a:extLst>
                <a:ext uri="{FF2B5EF4-FFF2-40B4-BE49-F238E27FC236}">
                  <a16:creationId xmlns:a16="http://schemas.microsoft.com/office/drawing/2014/main" id="{FA168B4C-0DBC-A6F2-FCDE-333376B5B46C}"/>
                </a:ext>
              </a:extLst>
            </p:cNvPr>
            <p:cNvSpPr/>
            <p:nvPr/>
          </p:nvSpPr>
          <p:spPr>
            <a:xfrm>
              <a:off x="7220357" y="3557646"/>
              <a:ext cx="52622" cy="339589"/>
            </a:xfrm>
            <a:custGeom>
              <a:avLst/>
              <a:gdLst/>
              <a:ahLst/>
              <a:cxnLst/>
              <a:rect l="l" t="t" r="r" b="b"/>
              <a:pathLst>
                <a:path w="300" h="1936" extrusionOk="0">
                  <a:moveTo>
                    <a:pt x="1" y="0"/>
                  </a:moveTo>
                  <a:lnTo>
                    <a:pt x="1" y="1935"/>
                  </a:lnTo>
                  <a:lnTo>
                    <a:pt x="299" y="1935"/>
                  </a:lnTo>
                  <a:lnTo>
                    <a:pt x="29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098;p33">
              <a:extLst>
                <a:ext uri="{FF2B5EF4-FFF2-40B4-BE49-F238E27FC236}">
                  <a16:creationId xmlns:a16="http://schemas.microsoft.com/office/drawing/2014/main" id="{899CE764-F0CC-F11A-1D8D-AD2F9633EB96}"/>
                </a:ext>
              </a:extLst>
            </p:cNvPr>
            <p:cNvSpPr/>
            <p:nvPr/>
          </p:nvSpPr>
          <p:spPr>
            <a:xfrm>
              <a:off x="7297887" y="3557646"/>
              <a:ext cx="54552" cy="339589"/>
            </a:xfrm>
            <a:custGeom>
              <a:avLst/>
              <a:gdLst/>
              <a:ahLst/>
              <a:cxnLst/>
              <a:rect l="l" t="t" r="r" b="b"/>
              <a:pathLst>
                <a:path w="311" h="1936" extrusionOk="0">
                  <a:moveTo>
                    <a:pt x="1" y="0"/>
                  </a:moveTo>
                  <a:lnTo>
                    <a:pt x="1" y="1935"/>
                  </a:lnTo>
                  <a:lnTo>
                    <a:pt x="311" y="1935"/>
                  </a:lnTo>
                  <a:lnTo>
                    <a:pt x="31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099;p33">
              <a:extLst>
                <a:ext uri="{FF2B5EF4-FFF2-40B4-BE49-F238E27FC236}">
                  <a16:creationId xmlns:a16="http://schemas.microsoft.com/office/drawing/2014/main" id="{47842C64-03F8-6265-A2B0-7AA16856F4D8}"/>
                </a:ext>
              </a:extLst>
            </p:cNvPr>
            <p:cNvSpPr/>
            <p:nvPr/>
          </p:nvSpPr>
          <p:spPr>
            <a:xfrm>
              <a:off x="7377522" y="3557646"/>
              <a:ext cx="54376" cy="339589"/>
            </a:xfrm>
            <a:custGeom>
              <a:avLst/>
              <a:gdLst/>
              <a:ahLst/>
              <a:cxnLst/>
              <a:rect l="l" t="t" r="r" b="b"/>
              <a:pathLst>
                <a:path w="310" h="1936" extrusionOk="0">
                  <a:moveTo>
                    <a:pt x="0" y="0"/>
                  </a:moveTo>
                  <a:lnTo>
                    <a:pt x="0" y="1935"/>
                  </a:lnTo>
                  <a:lnTo>
                    <a:pt x="310" y="1935"/>
                  </a:lnTo>
                  <a:lnTo>
                    <a:pt x="3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100;p33">
              <a:extLst>
                <a:ext uri="{FF2B5EF4-FFF2-40B4-BE49-F238E27FC236}">
                  <a16:creationId xmlns:a16="http://schemas.microsoft.com/office/drawing/2014/main" id="{FAB3D315-1438-ED1C-0674-261B56F5EAB8}"/>
                </a:ext>
              </a:extLst>
            </p:cNvPr>
            <p:cNvSpPr/>
            <p:nvPr/>
          </p:nvSpPr>
          <p:spPr>
            <a:xfrm>
              <a:off x="6976015" y="3557646"/>
              <a:ext cx="60340" cy="339589"/>
            </a:xfrm>
            <a:custGeom>
              <a:avLst/>
              <a:gdLst/>
              <a:ahLst/>
              <a:cxnLst/>
              <a:rect l="l" t="t" r="r" b="b"/>
              <a:pathLst>
                <a:path w="344" h="1936" extrusionOk="0">
                  <a:moveTo>
                    <a:pt x="0" y="0"/>
                  </a:moveTo>
                  <a:lnTo>
                    <a:pt x="0" y="1935"/>
                  </a:lnTo>
                  <a:lnTo>
                    <a:pt x="343" y="1935"/>
                  </a:lnTo>
                  <a:lnTo>
                    <a:pt x="34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101;p33">
              <a:extLst>
                <a:ext uri="{FF2B5EF4-FFF2-40B4-BE49-F238E27FC236}">
                  <a16:creationId xmlns:a16="http://schemas.microsoft.com/office/drawing/2014/main" id="{A891D79E-A784-985B-9BDF-8D8CC215513E}"/>
                </a:ext>
              </a:extLst>
            </p:cNvPr>
            <p:cNvSpPr/>
            <p:nvPr/>
          </p:nvSpPr>
          <p:spPr>
            <a:xfrm>
              <a:off x="7456982" y="3557646"/>
              <a:ext cx="54552" cy="339589"/>
            </a:xfrm>
            <a:custGeom>
              <a:avLst/>
              <a:gdLst/>
              <a:ahLst/>
              <a:cxnLst/>
              <a:rect l="l" t="t" r="r" b="b"/>
              <a:pathLst>
                <a:path w="311" h="1936" extrusionOk="0">
                  <a:moveTo>
                    <a:pt x="1" y="0"/>
                  </a:moveTo>
                  <a:lnTo>
                    <a:pt x="1" y="1935"/>
                  </a:lnTo>
                  <a:lnTo>
                    <a:pt x="310" y="1935"/>
                  </a:lnTo>
                  <a:lnTo>
                    <a:pt x="3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102;p33">
              <a:extLst>
                <a:ext uri="{FF2B5EF4-FFF2-40B4-BE49-F238E27FC236}">
                  <a16:creationId xmlns:a16="http://schemas.microsoft.com/office/drawing/2014/main" id="{00B14EA9-C81F-2A78-C783-C767F99E1636}"/>
                </a:ext>
              </a:extLst>
            </p:cNvPr>
            <p:cNvSpPr/>
            <p:nvPr/>
          </p:nvSpPr>
          <p:spPr>
            <a:xfrm>
              <a:off x="7557841" y="3456787"/>
              <a:ext cx="139800" cy="46658"/>
            </a:xfrm>
            <a:custGeom>
              <a:avLst/>
              <a:gdLst/>
              <a:ahLst/>
              <a:cxnLst/>
              <a:rect l="l" t="t" r="r" b="b"/>
              <a:pathLst>
                <a:path w="797" h="266" extrusionOk="0">
                  <a:moveTo>
                    <a:pt x="1" y="0"/>
                  </a:moveTo>
                  <a:lnTo>
                    <a:pt x="1" y="265"/>
                  </a:lnTo>
                  <a:lnTo>
                    <a:pt x="797" y="265"/>
                  </a:lnTo>
                  <a:lnTo>
                    <a:pt x="79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103;p33">
              <a:extLst>
                <a:ext uri="{FF2B5EF4-FFF2-40B4-BE49-F238E27FC236}">
                  <a16:creationId xmlns:a16="http://schemas.microsoft.com/office/drawing/2014/main" id="{EB04C432-A153-12D6-102D-84433A3E2233}"/>
                </a:ext>
              </a:extLst>
            </p:cNvPr>
            <p:cNvSpPr/>
            <p:nvPr/>
          </p:nvSpPr>
          <p:spPr>
            <a:xfrm>
              <a:off x="8632386" y="3575011"/>
              <a:ext cx="217505" cy="201894"/>
            </a:xfrm>
            <a:custGeom>
              <a:avLst/>
              <a:gdLst/>
              <a:ahLst/>
              <a:cxnLst/>
              <a:rect l="l" t="t" r="r" b="b"/>
              <a:pathLst>
                <a:path w="1240" h="1151" extrusionOk="0">
                  <a:moveTo>
                    <a:pt x="1" y="1"/>
                  </a:moveTo>
                  <a:lnTo>
                    <a:pt x="1" y="1151"/>
                  </a:lnTo>
                  <a:lnTo>
                    <a:pt x="1239" y="1151"/>
                  </a:lnTo>
                  <a:lnTo>
                    <a:pt x="123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104;p33">
              <a:extLst>
                <a:ext uri="{FF2B5EF4-FFF2-40B4-BE49-F238E27FC236}">
                  <a16:creationId xmlns:a16="http://schemas.microsoft.com/office/drawing/2014/main" id="{215B7BC7-F1F6-0BDA-FCFB-A41FC48326F4}"/>
                </a:ext>
              </a:extLst>
            </p:cNvPr>
            <p:cNvSpPr/>
            <p:nvPr/>
          </p:nvSpPr>
          <p:spPr>
            <a:xfrm>
              <a:off x="8622738" y="3565363"/>
              <a:ext cx="236800" cy="221189"/>
            </a:xfrm>
            <a:custGeom>
              <a:avLst/>
              <a:gdLst/>
              <a:ahLst/>
              <a:cxnLst/>
              <a:rect l="l" t="t" r="r" b="b"/>
              <a:pathLst>
                <a:path w="1350" h="1261" extrusionOk="0">
                  <a:moveTo>
                    <a:pt x="1239" y="111"/>
                  </a:moveTo>
                  <a:lnTo>
                    <a:pt x="1239" y="1150"/>
                  </a:lnTo>
                  <a:lnTo>
                    <a:pt x="100" y="1150"/>
                  </a:lnTo>
                  <a:lnTo>
                    <a:pt x="100" y="111"/>
                  </a:lnTo>
                  <a:close/>
                  <a:moveTo>
                    <a:pt x="0" y="0"/>
                  </a:moveTo>
                  <a:lnTo>
                    <a:pt x="0" y="1261"/>
                  </a:lnTo>
                  <a:lnTo>
                    <a:pt x="1349" y="1261"/>
                  </a:lnTo>
                  <a:lnTo>
                    <a:pt x="133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105;p33">
              <a:extLst>
                <a:ext uri="{FF2B5EF4-FFF2-40B4-BE49-F238E27FC236}">
                  <a16:creationId xmlns:a16="http://schemas.microsoft.com/office/drawing/2014/main" id="{E8D29F3C-A171-516C-F09F-4458C75E6706}"/>
                </a:ext>
              </a:extLst>
            </p:cNvPr>
            <p:cNvSpPr/>
            <p:nvPr/>
          </p:nvSpPr>
          <p:spPr>
            <a:xfrm>
              <a:off x="8936893" y="3575011"/>
              <a:ext cx="217505" cy="201894"/>
            </a:xfrm>
            <a:custGeom>
              <a:avLst/>
              <a:gdLst/>
              <a:ahLst/>
              <a:cxnLst/>
              <a:rect l="l" t="t" r="r" b="b"/>
              <a:pathLst>
                <a:path w="1240" h="1151" extrusionOk="0">
                  <a:moveTo>
                    <a:pt x="1" y="1"/>
                  </a:moveTo>
                  <a:lnTo>
                    <a:pt x="1" y="1151"/>
                  </a:lnTo>
                  <a:lnTo>
                    <a:pt x="1239" y="1151"/>
                  </a:lnTo>
                  <a:lnTo>
                    <a:pt x="123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106;p33">
              <a:extLst>
                <a:ext uri="{FF2B5EF4-FFF2-40B4-BE49-F238E27FC236}">
                  <a16:creationId xmlns:a16="http://schemas.microsoft.com/office/drawing/2014/main" id="{DA3711FD-9652-E154-57ED-1BD4EF5B9B95}"/>
                </a:ext>
              </a:extLst>
            </p:cNvPr>
            <p:cNvSpPr/>
            <p:nvPr/>
          </p:nvSpPr>
          <p:spPr>
            <a:xfrm>
              <a:off x="8927245" y="3565363"/>
              <a:ext cx="236800" cy="221189"/>
            </a:xfrm>
            <a:custGeom>
              <a:avLst/>
              <a:gdLst/>
              <a:ahLst/>
              <a:cxnLst/>
              <a:rect l="l" t="t" r="r" b="b"/>
              <a:pathLst>
                <a:path w="1350" h="1261" extrusionOk="0">
                  <a:moveTo>
                    <a:pt x="1239" y="111"/>
                  </a:moveTo>
                  <a:lnTo>
                    <a:pt x="1239" y="1150"/>
                  </a:lnTo>
                  <a:lnTo>
                    <a:pt x="100" y="1150"/>
                  </a:lnTo>
                  <a:lnTo>
                    <a:pt x="100" y="111"/>
                  </a:lnTo>
                  <a:close/>
                  <a:moveTo>
                    <a:pt x="0" y="0"/>
                  </a:moveTo>
                  <a:lnTo>
                    <a:pt x="0" y="1261"/>
                  </a:lnTo>
                  <a:lnTo>
                    <a:pt x="1349" y="1261"/>
                  </a:lnTo>
                  <a:lnTo>
                    <a:pt x="134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1107;p33">
              <a:extLst>
                <a:ext uri="{FF2B5EF4-FFF2-40B4-BE49-F238E27FC236}">
                  <a16:creationId xmlns:a16="http://schemas.microsoft.com/office/drawing/2014/main" id="{13BEC62E-2E4C-7733-635E-2C1B02276BB2}"/>
                </a:ext>
              </a:extLst>
            </p:cNvPr>
            <p:cNvSpPr/>
            <p:nvPr/>
          </p:nvSpPr>
          <p:spPr>
            <a:xfrm>
              <a:off x="7876030" y="4176306"/>
              <a:ext cx="329766" cy="155411"/>
            </a:xfrm>
            <a:custGeom>
              <a:avLst/>
              <a:gdLst/>
              <a:ahLst/>
              <a:cxnLst/>
              <a:rect l="l" t="t" r="r" b="b"/>
              <a:pathLst>
                <a:path w="1880" h="886" extrusionOk="0">
                  <a:moveTo>
                    <a:pt x="0" y="0"/>
                  </a:moveTo>
                  <a:lnTo>
                    <a:pt x="0" y="885"/>
                  </a:lnTo>
                  <a:lnTo>
                    <a:pt x="1880" y="885"/>
                  </a:lnTo>
                  <a:lnTo>
                    <a:pt x="188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1108;p33">
              <a:extLst>
                <a:ext uri="{FF2B5EF4-FFF2-40B4-BE49-F238E27FC236}">
                  <a16:creationId xmlns:a16="http://schemas.microsoft.com/office/drawing/2014/main" id="{89509138-60D9-7438-C6D3-395F6DEA7B7C}"/>
                </a:ext>
              </a:extLst>
            </p:cNvPr>
            <p:cNvSpPr/>
            <p:nvPr/>
          </p:nvSpPr>
          <p:spPr>
            <a:xfrm>
              <a:off x="7876030" y="4364517"/>
              <a:ext cx="329766" cy="77706"/>
            </a:xfrm>
            <a:custGeom>
              <a:avLst/>
              <a:gdLst/>
              <a:ahLst/>
              <a:cxnLst/>
              <a:rect l="l" t="t" r="r" b="b"/>
              <a:pathLst>
                <a:path w="1880" h="443" extrusionOk="0">
                  <a:moveTo>
                    <a:pt x="0" y="0"/>
                  </a:moveTo>
                  <a:lnTo>
                    <a:pt x="0" y="442"/>
                  </a:lnTo>
                  <a:lnTo>
                    <a:pt x="1880" y="442"/>
                  </a:lnTo>
                  <a:lnTo>
                    <a:pt x="188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1109;p33">
              <a:extLst>
                <a:ext uri="{FF2B5EF4-FFF2-40B4-BE49-F238E27FC236}">
                  <a16:creationId xmlns:a16="http://schemas.microsoft.com/office/drawing/2014/main" id="{A1FD9A87-4B7D-6934-498C-8437F28183E3}"/>
                </a:ext>
              </a:extLst>
            </p:cNvPr>
            <p:cNvSpPr/>
            <p:nvPr/>
          </p:nvSpPr>
          <p:spPr>
            <a:xfrm>
              <a:off x="7305780" y="4187882"/>
              <a:ext cx="147518" cy="38940"/>
            </a:xfrm>
            <a:custGeom>
              <a:avLst/>
              <a:gdLst/>
              <a:ahLst/>
              <a:cxnLst/>
              <a:rect l="l" t="t" r="r" b="b"/>
              <a:pathLst>
                <a:path w="841" h="222" extrusionOk="0">
                  <a:moveTo>
                    <a:pt x="111" y="1"/>
                  </a:moveTo>
                  <a:cubicBezTo>
                    <a:pt x="55" y="1"/>
                    <a:pt x="0" y="45"/>
                    <a:pt x="0" y="111"/>
                  </a:cubicBezTo>
                  <a:lnTo>
                    <a:pt x="11" y="111"/>
                  </a:lnTo>
                  <a:cubicBezTo>
                    <a:pt x="11" y="167"/>
                    <a:pt x="55" y="222"/>
                    <a:pt x="122" y="222"/>
                  </a:cubicBezTo>
                  <a:lnTo>
                    <a:pt x="730" y="222"/>
                  </a:lnTo>
                  <a:cubicBezTo>
                    <a:pt x="785" y="222"/>
                    <a:pt x="841" y="167"/>
                    <a:pt x="841" y="111"/>
                  </a:cubicBezTo>
                  <a:cubicBezTo>
                    <a:pt x="841" y="56"/>
                    <a:pt x="785" y="1"/>
                    <a:pt x="73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1110;p33">
              <a:extLst>
                <a:ext uri="{FF2B5EF4-FFF2-40B4-BE49-F238E27FC236}">
                  <a16:creationId xmlns:a16="http://schemas.microsoft.com/office/drawing/2014/main" id="{BADD6ACD-B39D-6C40-2578-350658656F7B}"/>
                </a:ext>
              </a:extLst>
            </p:cNvPr>
            <p:cNvSpPr/>
            <p:nvPr/>
          </p:nvSpPr>
          <p:spPr>
            <a:xfrm>
              <a:off x="7212639" y="4176306"/>
              <a:ext cx="79635" cy="58411"/>
            </a:xfrm>
            <a:custGeom>
              <a:avLst/>
              <a:gdLst/>
              <a:ahLst/>
              <a:cxnLst/>
              <a:rect l="l" t="t" r="r" b="b"/>
              <a:pathLst>
                <a:path w="454" h="333" extrusionOk="0">
                  <a:moveTo>
                    <a:pt x="0" y="0"/>
                  </a:moveTo>
                  <a:lnTo>
                    <a:pt x="0" y="332"/>
                  </a:lnTo>
                  <a:lnTo>
                    <a:pt x="454" y="332"/>
                  </a:lnTo>
                  <a:lnTo>
                    <a:pt x="45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1111;p33">
              <a:extLst>
                <a:ext uri="{FF2B5EF4-FFF2-40B4-BE49-F238E27FC236}">
                  <a16:creationId xmlns:a16="http://schemas.microsoft.com/office/drawing/2014/main" id="{D37092E2-9933-AB20-17C9-7036E91F9670}"/>
                </a:ext>
              </a:extLst>
            </p:cNvPr>
            <p:cNvSpPr/>
            <p:nvPr/>
          </p:nvSpPr>
          <p:spPr>
            <a:xfrm>
              <a:off x="7524864" y="4242259"/>
              <a:ext cx="333800" cy="287317"/>
            </a:xfrm>
            <a:custGeom>
              <a:avLst/>
              <a:gdLst/>
              <a:ahLst/>
              <a:cxnLst/>
              <a:rect l="l" t="t" r="r" b="b"/>
              <a:pathLst>
                <a:path w="1903" h="1638" extrusionOk="0">
                  <a:moveTo>
                    <a:pt x="819" y="0"/>
                  </a:moveTo>
                  <a:cubicBezTo>
                    <a:pt x="366" y="0"/>
                    <a:pt x="1" y="365"/>
                    <a:pt x="1" y="819"/>
                  </a:cubicBezTo>
                  <a:cubicBezTo>
                    <a:pt x="1" y="1311"/>
                    <a:pt x="399" y="1638"/>
                    <a:pt x="818" y="1638"/>
                  </a:cubicBezTo>
                  <a:cubicBezTo>
                    <a:pt x="1019" y="1638"/>
                    <a:pt x="1225" y="1562"/>
                    <a:pt x="1394" y="1394"/>
                  </a:cubicBezTo>
                  <a:cubicBezTo>
                    <a:pt x="1903" y="885"/>
                    <a:pt x="1538" y="0"/>
                    <a:pt x="8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1112;p33">
              <a:extLst>
                <a:ext uri="{FF2B5EF4-FFF2-40B4-BE49-F238E27FC236}">
                  <a16:creationId xmlns:a16="http://schemas.microsoft.com/office/drawing/2014/main" id="{17C12D1B-BED0-53AD-2F2C-80148E829ACC}"/>
                </a:ext>
              </a:extLst>
            </p:cNvPr>
            <p:cNvSpPr/>
            <p:nvPr/>
          </p:nvSpPr>
          <p:spPr>
            <a:xfrm>
              <a:off x="7579240" y="4297161"/>
              <a:ext cx="207682" cy="178039"/>
            </a:xfrm>
            <a:custGeom>
              <a:avLst/>
              <a:gdLst/>
              <a:ahLst/>
              <a:cxnLst/>
              <a:rect l="l" t="t" r="r" b="b"/>
              <a:pathLst>
                <a:path w="1184" h="1015" extrusionOk="0">
                  <a:moveTo>
                    <a:pt x="505" y="0"/>
                  </a:moveTo>
                  <a:cubicBezTo>
                    <a:pt x="246" y="0"/>
                    <a:pt x="0" y="200"/>
                    <a:pt x="0" y="506"/>
                  </a:cubicBezTo>
                  <a:cubicBezTo>
                    <a:pt x="0" y="782"/>
                    <a:pt x="221" y="1014"/>
                    <a:pt x="509" y="1014"/>
                  </a:cubicBezTo>
                  <a:cubicBezTo>
                    <a:pt x="962" y="1014"/>
                    <a:pt x="1183" y="472"/>
                    <a:pt x="863" y="152"/>
                  </a:cubicBezTo>
                  <a:cubicBezTo>
                    <a:pt x="758" y="47"/>
                    <a:pt x="630" y="0"/>
                    <a:pt x="50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1113;p33">
              <a:extLst>
                <a:ext uri="{FF2B5EF4-FFF2-40B4-BE49-F238E27FC236}">
                  <a16:creationId xmlns:a16="http://schemas.microsoft.com/office/drawing/2014/main" id="{8E92226C-AC55-7C70-6457-DA39AE2F0DB9}"/>
                </a:ext>
              </a:extLst>
            </p:cNvPr>
            <p:cNvSpPr/>
            <p:nvPr/>
          </p:nvSpPr>
          <p:spPr>
            <a:xfrm>
              <a:off x="6844109" y="4242259"/>
              <a:ext cx="333800" cy="287317"/>
            </a:xfrm>
            <a:custGeom>
              <a:avLst/>
              <a:gdLst/>
              <a:ahLst/>
              <a:cxnLst/>
              <a:rect l="l" t="t" r="r" b="b"/>
              <a:pathLst>
                <a:path w="1903" h="1638" extrusionOk="0">
                  <a:moveTo>
                    <a:pt x="819" y="0"/>
                  </a:moveTo>
                  <a:cubicBezTo>
                    <a:pt x="365" y="0"/>
                    <a:pt x="0" y="365"/>
                    <a:pt x="0" y="819"/>
                  </a:cubicBezTo>
                  <a:cubicBezTo>
                    <a:pt x="0" y="1311"/>
                    <a:pt x="399" y="1638"/>
                    <a:pt x="818" y="1638"/>
                  </a:cubicBezTo>
                  <a:cubicBezTo>
                    <a:pt x="1019" y="1638"/>
                    <a:pt x="1225" y="1562"/>
                    <a:pt x="1394" y="1394"/>
                  </a:cubicBezTo>
                  <a:cubicBezTo>
                    <a:pt x="1902" y="885"/>
                    <a:pt x="1537" y="0"/>
                    <a:pt x="8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1114;p33">
              <a:extLst>
                <a:ext uri="{FF2B5EF4-FFF2-40B4-BE49-F238E27FC236}">
                  <a16:creationId xmlns:a16="http://schemas.microsoft.com/office/drawing/2014/main" id="{EFD241BE-753B-DEF7-A7D6-477C3A225F19}"/>
                </a:ext>
              </a:extLst>
            </p:cNvPr>
            <p:cNvSpPr/>
            <p:nvPr/>
          </p:nvSpPr>
          <p:spPr>
            <a:xfrm>
              <a:off x="6898485" y="4297161"/>
              <a:ext cx="207682" cy="178039"/>
            </a:xfrm>
            <a:custGeom>
              <a:avLst/>
              <a:gdLst/>
              <a:ahLst/>
              <a:cxnLst/>
              <a:rect l="l" t="t" r="r" b="b"/>
              <a:pathLst>
                <a:path w="1184" h="1015" extrusionOk="0">
                  <a:moveTo>
                    <a:pt x="505" y="0"/>
                  </a:moveTo>
                  <a:cubicBezTo>
                    <a:pt x="246" y="0"/>
                    <a:pt x="0" y="200"/>
                    <a:pt x="0" y="506"/>
                  </a:cubicBezTo>
                  <a:cubicBezTo>
                    <a:pt x="0" y="782"/>
                    <a:pt x="221" y="1014"/>
                    <a:pt x="509" y="1014"/>
                  </a:cubicBezTo>
                  <a:cubicBezTo>
                    <a:pt x="951" y="1014"/>
                    <a:pt x="1183" y="472"/>
                    <a:pt x="863" y="152"/>
                  </a:cubicBezTo>
                  <a:cubicBezTo>
                    <a:pt x="758" y="47"/>
                    <a:pt x="630" y="0"/>
                    <a:pt x="50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1115;p33">
              <a:extLst>
                <a:ext uri="{FF2B5EF4-FFF2-40B4-BE49-F238E27FC236}">
                  <a16:creationId xmlns:a16="http://schemas.microsoft.com/office/drawing/2014/main" id="{70D517AF-A065-7A3A-6FB4-95CA152B527C}"/>
                </a:ext>
              </a:extLst>
            </p:cNvPr>
            <p:cNvSpPr/>
            <p:nvPr/>
          </p:nvSpPr>
          <p:spPr>
            <a:xfrm>
              <a:off x="6933391" y="4331541"/>
              <a:ext cx="106823" cy="108753"/>
            </a:xfrm>
            <a:custGeom>
              <a:avLst/>
              <a:gdLst/>
              <a:ahLst/>
              <a:cxnLst/>
              <a:rect l="l" t="t" r="r" b="b"/>
              <a:pathLst>
                <a:path w="609" h="620" extrusionOk="0">
                  <a:moveTo>
                    <a:pt x="0" y="0"/>
                  </a:moveTo>
                  <a:lnTo>
                    <a:pt x="0" y="476"/>
                  </a:lnTo>
                  <a:cubicBezTo>
                    <a:pt x="0" y="553"/>
                    <a:pt x="66" y="608"/>
                    <a:pt x="133" y="619"/>
                  </a:cubicBezTo>
                  <a:lnTo>
                    <a:pt x="476" y="619"/>
                  </a:lnTo>
                  <a:cubicBezTo>
                    <a:pt x="553" y="619"/>
                    <a:pt x="608" y="553"/>
                    <a:pt x="608" y="476"/>
                  </a:cubicBezTo>
                  <a:lnTo>
                    <a:pt x="6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1116;p33">
              <a:extLst>
                <a:ext uri="{FF2B5EF4-FFF2-40B4-BE49-F238E27FC236}">
                  <a16:creationId xmlns:a16="http://schemas.microsoft.com/office/drawing/2014/main" id="{3310E5BB-4025-88CB-06D2-18A9893A62E3}"/>
                </a:ext>
              </a:extLst>
            </p:cNvPr>
            <p:cNvSpPr/>
            <p:nvPr/>
          </p:nvSpPr>
          <p:spPr>
            <a:xfrm>
              <a:off x="7614146" y="4331541"/>
              <a:ext cx="106823" cy="108753"/>
            </a:xfrm>
            <a:custGeom>
              <a:avLst/>
              <a:gdLst/>
              <a:ahLst/>
              <a:cxnLst/>
              <a:rect l="l" t="t" r="r" b="b"/>
              <a:pathLst>
                <a:path w="609" h="620" extrusionOk="0">
                  <a:moveTo>
                    <a:pt x="0" y="0"/>
                  </a:moveTo>
                  <a:lnTo>
                    <a:pt x="0" y="476"/>
                  </a:lnTo>
                  <a:cubicBezTo>
                    <a:pt x="0" y="553"/>
                    <a:pt x="67" y="608"/>
                    <a:pt x="133" y="619"/>
                  </a:cubicBezTo>
                  <a:lnTo>
                    <a:pt x="476" y="619"/>
                  </a:lnTo>
                  <a:cubicBezTo>
                    <a:pt x="553" y="619"/>
                    <a:pt x="609" y="553"/>
                    <a:pt x="609" y="476"/>
                  </a:cubicBezTo>
                  <a:lnTo>
                    <a:pt x="6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1117;p33">
              <a:extLst>
                <a:ext uri="{FF2B5EF4-FFF2-40B4-BE49-F238E27FC236}">
                  <a16:creationId xmlns:a16="http://schemas.microsoft.com/office/drawing/2014/main" id="{B8B55943-E2C8-5B29-D758-669CE6F53C1C}"/>
                </a:ext>
              </a:extLst>
            </p:cNvPr>
            <p:cNvSpPr/>
            <p:nvPr/>
          </p:nvSpPr>
          <p:spPr>
            <a:xfrm>
              <a:off x="7641335" y="4360483"/>
              <a:ext cx="52447" cy="50693"/>
            </a:xfrm>
            <a:custGeom>
              <a:avLst/>
              <a:gdLst/>
              <a:ahLst/>
              <a:cxnLst/>
              <a:rect l="l" t="t" r="r" b="b"/>
              <a:pathLst>
                <a:path w="299" h="289" extrusionOk="0">
                  <a:moveTo>
                    <a:pt x="0" y="1"/>
                  </a:moveTo>
                  <a:lnTo>
                    <a:pt x="0" y="288"/>
                  </a:lnTo>
                  <a:lnTo>
                    <a:pt x="299" y="288"/>
                  </a:lnTo>
                  <a:lnTo>
                    <a:pt x="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1118;p33">
              <a:extLst>
                <a:ext uri="{FF2B5EF4-FFF2-40B4-BE49-F238E27FC236}">
                  <a16:creationId xmlns:a16="http://schemas.microsoft.com/office/drawing/2014/main" id="{E11E253F-4AB6-5966-23A4-D539C147517B}"/>
                </a:ext>
              </a:extLst>
            </p:cNvPr>
            <p:cNvSpPr/>
            <p:nvPr/>
          </p:nvSpPr>
          <p:spPr>
            <a:xfrm>
              <a:off x="6962508" y="4360483"/>
              <a:ext cx="50517" cy="50693"/>
            </a:xfrm>
            <a:custGeom>
              <a:avLst/>
              <a:gdLst/>
              <a:ahLst/>
              <a:cxnLst/>
              <a:rect l="l" t="t" r="r" b="b"/>
              <a:pathLst>
                <a:path w="288" h="289" extrusionOk="0">
                  <a:moveTo>
                    <a:pt x="0" y="1"/>
                  </a:moveTo>
                  <a:lnTo>
                    <a:pt x="0" y="288"/>
                  </a:lnTo>
                  <a:lnTo>
                    <a:pt x="287" y="288"/>
                  </a:lnTo>
                  <a:lnTo>
                    <a:pt x="28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1119;p33">
              <a:extLst>
                <a:ext uri="{FF2B5EF4-FFF2-40B4-BE49-F238E27FC236}">
                  <a16:creationId xmlns:a16="http://schemas.microsoft.com/office/drawing/2014/main" id="{47C95C93-A180-8F1E-0202-0E2D7F86A935}"/>
                </a:ext>
              </a:extLst>
            </p:cNvPr>
            <p:cNvSpPr/>
            <p:nvPr/>
          </p:nvSpPr>
          <p:spPr>
            <a:xfrm>
              <a:off x="6933391" y="4308212"/>
              <a:ext cx="151377" cy="25434"/>
            </a:xfrm>
            <a:custGeom>
              <a:avLst/>
              <a:gdLst/>
              <a:ahLst/>
              <a:cxnLst/>
              <a:rect l="l" t="t" r="r" b="b"/>
              <a:pathLst>
                <a:path w="863" h="145" extrusionOk="0">
                  <a:moveTo>
                    <a:pt x="277" y="0"/>
                  </a:moveTo>
                  <a:lnTo>
                    <a:pt x="0" y="144"/>
                  </a:lnTo>
                  <a:lnTo>
                    <a:pt x="863" y="144"/>
                  </a:lnTo>
                  <a:lnTo>
                    <a:pt x="863" y="11"/>
                  </a:lnTo>
                  <a:cubicBezTo>
                    <a:pt x="863" y="11"/>
                    <a:pt x="863" y="0"/>
                    <a:pt x="86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1120;p33">
              <a:extLst>
                <a:ext uri="{FF2B5EF4-FFF2-40B4-BE49-F238E27FC236}">
                  <a16:creationId xmlns:a16="http://schemas.microsoft.com/office/drawing/2014/main" id="{0D272B7A-0C51-766E-7486-217BF74A607B}"/>
                </a:ext>
              </a:extLst>
            </p:cNvPr>
            <p:cNvSpPr/>
            <p:nvPr/>
          </p:nvSpPr>
          <p:spPr>
            <a:xfrm>
              <a:off x="7575381" y="4308212"/>
              <a:ext cx="145588" cy="25434"/>
            </a:xfrm>
            <a:custGeom>
              <a:avLst/>
              <a:gdLst/>
              <a:ahLst/>
              <a:cxnLst/>
              <a:rect l="l" t="t" r="r" b="b"/>
              <a:pathLst>
                <a:path w="830" h="145" extrusionOk="0">
                  <a:moveTo>
                    <a:pt x="0" y="0"/>
                  </a:moveTo>
                  <a:cubicBezTo>
                    <a:pt x="11" y="56"/>
                    <a:pt x="11" y="100"/>
                    <a:pt x="0" y="144"/>
                  </a:cubicBezTo>
                  <a:lnTo>
                    <a:pt x="830" y="144"/>
                  </a:lnTo>
                  <a:lnTo>
                    <a:pt x="55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1121;p33">
              <a:extLst>
                <a:ext uri="{FF2B5EF4-FFF2-40B4-BE49-F238E27FC236}">
                  <a16:creationId xmlns:a16="http://schemas.microsoft.com/office/drawing/2014/main" id="{7284608C-79B4-F5FF-D9D1-7E9CD4C5AC0D}"/>
                </a:ext>
              </a:extLst>
            </p:cNvPr>
            <p:cNvSpPr/>
            <p:nvPr/>
          </p:nvSpPr>
          <p:spPr>
            <a:xfrm>
              <a:off x="6506625" y="4075447"/>
              <a:ext cx="3047179" cy="345377"/>
            </a:xfrm>
            <a:custGeom>
              <a:avLst/>
              <a:gdLst/>
              <a:ahLst/>
              <a:cxnLst/>
              <a:rect l="l" t="t" r="r" b="b"/>
              <a:pathLst>
                <a:path w="17372" h="1969" extrusionOk="0">
                  <a:moveTo>
                    <a:pt x="17129" y="244"/>
                  </a:moveTo>
                  <a:lnTo>
                    <a:pt x="17129" y="531"/>
                  </a:lnTo>
                  <a:lnTo>
                    <a:pt x="16310" y="531"/>
                  </a:lnTo>
                  <a:lnTo>
                    <a:pt x="16310" y="244"/>
                  </a:lnTo>
                  <a:close/>
                  <a:moveTo>
                    <a:pt x="1051" y="277"/>
                  </a:moveTo>
                  <a:lnTo>
                    <a:pt x="1051" y="553"/>
                  </a:lnTo>
                  <a:lnTo>
                    <a:pt x="233" y="553"/>
                  </a:lnTo>
                  <a:lnTo>
                    <a:pt x="233" y="277"/>
                  </a:lnTo>
                  <a:close/>
                  <a:moveTo>
                    <a:pt x="17129" y="852"/>
                  </a:moveTo>
                  <a:lnTo>
                    <a:pt x="17129" y="1128"/>
                  </a:lnTo>
                  <a:lnTo>
                    <a:pt x="16310" y="1128"/>
                  </a:lnTo>
                  <a:lnTo>
                    <a:pt x="16310" y="852"/>
                  </a:lnTo>
                  <a:close/>
                  <a:moveTo>
                    <a:pt x="1051" y="885"/>
                  </a:moveTo>
                  <a:lnTo>
                    <a:pt x="1051" y="1161"/>
                  </a:lnTo>
                  <a:lnTo>
                    <a:pt x="233" y="1161"/>
                  </a:lnTo>
                  <a:lnTo>
                    <a:pt x="233" y="885"/>
                  </a:lnTo>
                  <a:close/>
                  <a:moveTo>
                    <a:pt x="17129" y="1460"/>
                  </a:moveTo>
                  <a:lnTo>
                    <a:pt x="17129" y="1736"/>
                  </a:lnTo>
                  <a:lnTo>
                    <a:pt x="16310" y="1736"/>
                  </a:lnTo>
                  <a:lnTo>
                    <a:pt x="16310" y="1460"/>
                  </a:lnTo>
                  <a:close/>
                  <a:moveTo>
                    <a:pt x="1051" y="1493"/>
                  </a:moveTo>
                  <a:lnTo>
                    <a:pt x="1051" y="1770"/>
                  </a:lnTo>
                  <a:lnTo>
                    <a:pt x="233" y="1770"/>
                  </a:lnTo>
                  <a:lnTo>
                    <a:pt x="233" y="1493"/>
                  </a:lnTo>
                  <a:close/>
                  <a:moveTo>
                    <a:pt x="0" y="0"/>
                  </a:moveTo>
                  <a:lnTo>
                    <a:pt x="0" y="1969"/>
                  </a:lnTo>
                  <a:lnTo>
                    <a:pt x="1283" y="1969"/>
                  </a:lnTo>
                  <a:lnTo>
                    <a:pt x="1283" y="487"/>
                  </a:lnTo>
                  <a:lnTo>
                    <a:pt x="16089" y="487"/>
                  </a:lnTo>
                  <a:lnTo>
                    <a:pt x="16089" y="1969"/>
                  </a:lnTo>
                  <a:lnTo>
                    <a:pt x="17372" y="1969"/>
                  </a:lnTo>
                  <a:lnTo>
                    <a:pt x="1737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1122;p33">
              <a:extLst>
                <a:ext uri="{FF2B5EF4-FFF2-40B4-BE49-F238E27FC236}">
                  <a16:creationId xmlns:a16="http://schemas.microsoft.com/office/drawing/2014/main" id="{FD3AEBEE-BFE2-120A-2F5C-5240C0D005BE}"/>
                </a:ext>
              </a:extLst>
            </p:cNvPr>
            <p:cNvSpPr/>
            <p:nvPr/>
          </p:nvSpPr>
          <p:spPr>
            <a:xfrm>
              <a:off x="7065297" y="4242259"/>
              <a:ext cx="523767" cy="192247"/>
            </a:xfrm>
            <a:custGeom>
              <a:avLst/>
              <a:gdLst/>
              <a:ahLst/>
              <a:cxnLst/>
              <a:rect l="l" t="t" r="r" b="b"/>
              <a:pathLst>
                <a:path w="2986" h="1096" extrusionOk="0">
                  <a:moveTo>
                    <a:pt x="0" y="0"/>
                  </a:moveTo>
                  <a:cubicBezTo>
                    <a:pt x="254" y="144"/>
                    <a:pt x="431" y="398"/>
                    <a:pt x="476" y="686"/>
                  </a:cubicBezTo>
                  <a:lnTo>
                    <a:pt x="553" y="686"/>
                  </a:lnTo>
                  <a:lnTo>
                    <a:pt x="553" y="752"/>
                  </a:lnTo>
                  <a:cubicBezTo>
                    <a:pt x="553" y="940"/>
                    <a:pt x="708" y="1095"/>
                    <a:pt x="896" y="1095"/>
                  </a:cubicBezTo>
                  <a:lnTo>
                    <a:pt x="2101" y="1095"/>
                  </a:lnTo>
                  <a:cubicBezTo>
                    <a:pt x="2289" y="1095"/>
                    <a:pt x="2433" y="940"/>
                    <a:pt x="2433" y="752"/>
                  </a:cubicBezTo>
                  <a:lnTo>
                    <a:pt x="2433" y="675"/>
                  </a:lnTo>
                  <a:lnTo>
                    <a:pt x="2510" y="675"/>
                  </a:lnTo>
                  <a:cubicBezTo>
                    <a:pt x="2554" y="387"/>
                    <a:pt x="2731" y="144"/>
                    <a:pt x="298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1123;p33">
              <a:extLst>
                <a:ext uri="{FF2B5EF4-FFF2-40B4-BE49-F238E27FC236}">
                  <a16:creationId xmlns:a16="http://schemas.microsoft.com/office/drawing/2014/main" id="{D1BC2056-2401-FA54-F352-0511FE3F9381}"/>
                </a:ext>
              </a:extLst>
            </p:cNvPr>
            <p:cNvSpPr/>
            <p:nvPr/>
          </p:nvSpPr>
          <p:spPr>
            <a:xfrm>
              <a:off x="7294028" y="4271376"/>
              <a:ext cx="66129" cy="33152"/>
            </a:xfrm>
            <a:custGeom>
              <a:avLst/>
              <a:gdLst/>
              <a:ahLst/>
              <a:cxnLst/>
              <a:rect l="l" t="t" r="r" b="b"/>
              <a:pathLst>
                <a:path w="377" h="189" extrusionOk="0">
                  <a:moveTo>
                    <a:pt x="1" y="0"/>
                  </a:moveTo>
                  <a:lnTo>
                    <a:pt x="1" y="188"/>
                  </a:lnTo>
                  <a:lnTo>
                    <a:pt x="377" y="188"/>
                  </a:lnTo>
                  <a:lnTo>
                    <a:pt x="37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1124;p33">
              <a:extLst>
                <a:ext uri="{FF2B5EF4-FFF2-40B4-BE49-F238E27FC236}">
                  <a16:creationId xmlns:a16="http://schemas.microsoft.com/office/drawing/2014/main" id="{08FD5EFF-99F4-5D18-AD91-1D47861555C3}"/>
                </a:ext>
              </a:extLst>
            </p:cNvPr>
            <p:cNvSpPr/>
            <p:nvPr/>
          </p:nvSpPr>
          <p:spPr>
            <a:xfrm>
              <a:off x="7410499" y="4271376"/>
              <a:ext cx="68058" cy="33152"/>
            </a:xfrm>
            <a:custGeom>
              <a:avLst/>
              <a:gdLst/>
              <a:ahLst/>
              <a:cxnLst/>
              <a:rect l="l" t="t" r="r" b="b"/>
              <a:pathLst>
                <a:path w="388" h="189" extrusionOk="0">
                  <a:moveTo>
                    <a:pt x="0" y="0"/>
                  </a:moveTo>
                  <a:lnTo>
                    <a:pt x="0" y="188"/>
                  </a:lnTo>
                  <a:lnTo>
                    <a:pt x="387" y="188"/>
                  </a:lnTo>
                  <a:lnTo>
                    <a:pt x="38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1125;p33">
              <a:extLst>
                <a:ext uri="{FF2B5EF4-FFF2-40B4-BE49-F238E27FC236}">
                  <a16:creationId xmlns:a16="http://schemas.microsoft.com/office/drawing/2014/main" id="{E8FABBD2-4A8D-19FB-2F6E-68166175BE9A}"/>
                </a:ext>
              </a:extLst>
            </p:cNvPr>
            <p:cNvSpPr/>
            <p:nvPr/>
          </p:nvSpPr>
          <p:spPr>
            <a:xfrm>
              <a:off x="7222287" y="4362412"/>
              <a:ext cx="209612" cy="44904"/>
            </a:xfrm>
            <a:custGeom>
              <a:avLst/>
              <a:gdLst/>
              <a:ahLst/>
              <a:cxnLst/>
              <a:rect l="l" t="t" r="r" b="b"/>
              <a:pathLst>
                <a:path w="1195" h="256" extrusionOk="0">
                  <a:moveTo>
                    <a:pt x="1" y="1"/>
                  </a:moveTo>
                  <a:lnTo>
                    <a:pt x="233" y="255"/>
                  </a:lnTo>
                  <a:lnTo>
                    <a:pt x="974" y="255"/>
                  </a:lnTo>
                  <a:lnTo>
                    <a:pt x="11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1126;p33">
              <a:extLst>
                <a:ext uri="{FF2B5EF4-FFF2-40B4-BE49-F238E27FC236}">
                  <a16:creationId xmlns:a16="http://schemas.microsoft.com/office/drawing/2014/main" id="{242B75DD-94AE-C557-BDA6-DB48ABF04D62}"/>
                </a:ext>
              </a:extLst>
            </p:cNvPr>
            <p:cNvSpPr/>
            <p:nvPr/>
          </p:nvSpPr>
          <p:spPr>
            <a:xfrm>
              <a:off x="7175804" y="4271376"/>
              <a:ext cx="68058" cy="33152"/>
            </a:xfrm>
            <a:custGeom>
              <a:avLst/>
              <a:gdLst/>
              <a:ahLst/>
              <a:cxnLst/>
              <a:rect l="l" t="t" r="r" b="b"/>
              <a:pathLst>
                <a:path w="388" h="189" extrusionOk="0">
                  <a:moveTo>
                    <a:pt x="0" y="0"/>
                  </a:moveTo>
                  <a:lnTo>
                    <a:pt x="0" y="188"/>
                  </a:lnTo>
                  <a:lnTo>
                    <a:pt x="387" y="188"/>
                  </a:lnTo>
                  <a:lnTo>
                    <a:pt x="38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1127;p33">
              <a:extLst>
                <a:ext uri="{FF2B5EF4-FFF2-40B4-BE49-F238E27FC236}">
                  <a16:creationId xmlns:a16="http://schemas.microsoft.com/office/drawing/2014/main" id="{433A62A7-6B18-56B3-AF1F-5C2C88BCA2D9}"/>
                </a:ext>
              </a:extLst>
            </p:cNvPr>
            <p:cNvSpPr/>
            <p:nvPr/>
          </p:nvSpPr>
          <p:spPr>
            <a:xfrm>
              <a:off x="8735174" y="4185953"/>
              <a:ext cx="147518" cy="38940"/>
            </a:xfrm>
            <a:custGeom>
              <a:avLst/>
              <a:gdLst/>
              <a:ahLst/>
              <a:cxnLst/>
              <a:rect l="l" t="t" r="r" b="b"/>
              <a:pathLst>
                <a:path w="841" h="222" extrusionOk="0">
                  <a:moveTo>
                    <a:pt x="122" y="1"/>
                  </a:moveTo>
                  <a:cubicBezTo>
                    <a:pt x="56" y="1"/>
                    <a:pt x="12" y="45"/>
                    <a:pt x="12" y="111"/>
                  </a:cubicBezTo>
                  <a:lnTo>
                    <a:pt x="1" y="111"/>
                  </a:lnTo>
                  <a:cubicBezTo>
                    <a:pt x="1" y="167"/>
                    <a:pt x="56" y="211"/>
                    <a:pt x="111" y="222"/>
                  </a:cubicBezTo>
                  <a:lnTo>
                    <a:pt x="741" y="222"/>
                  </a:lnTo>
                  <a:cubicBezTo>
                    <a:pt x="797" y="211"/>
                    <a:pt x="841" y="167"/>
                    <a:pt x="841" y="111"/>
                  </a:cubicBezTo>
                  <a:cubicBezTo>
                    <a:pt x="841" y="45"/>
                    <a:pt x="797" y="1"/>
                    <a:pt x="74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1128;p33">
              <a:extLst>
                <a:ext uri="{FF2B5EF4-FFF2-40B4-BE49-F238E27FC236}">
                  <a16:creationId xmlns:a16="http://schemas.microsoft.com/office/drawing/2014/main" id="{F915C527-25BA-5346-5B13-06A846DAC1C1}"/>
                </a:ext>
              </a:extLst>
            </p:cNvPr>
            <p:cNvSpPr/>
            <p:nvPr/>
          </p:nvSpPr>
          <p:spPr>
            <a:xfrm>
              <a:off x="8640104" y="4172447"/>
              <a:ext cx="81740" cy="58411"/>
            </a:xfrm>
            <a:custGeom>
              <a:avLst/>
              <a:gdLst/>
              <a:ahLst/>
              <a:cxnLst/>
              <a:rect l="l" t="t" r="r" b="b"/>
              <a:pathLst>
                <a:path w="466" h="333" extrusionOk="0">
                  <a:moveTo>
                    <a:pt x="1" y="0"/>
                  </a:moveTo>
                  <a:lnTo>
                    <a:pt x="1" y="332"/>
                  </a:lnTo>
                  <a:lnTo>
                    <a:pt x="465" y="332"/>
                  </a:lnTo>
                  <a:lnTo>
                    <a:pt x="46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1129;p33">
              <a:extLst>
                <a:ext uri="{FF2B5EF4-FFF2-40B4-BE49-F238E27FC236}">
                  <a16:creationId xmlns:a16="http://schemas.microsoft.com/office/drawing/2014/main" id="{9B630C95-71BA-4602-1686-9A8EF5009924}"/>
                </a:ext>
              </a:extLst>
            </p:cNvPr>
            <p:cNvSpPr/>
            <p:nvPr/>
          </p:nvSpPr>
          <p:spPr>
            <a:xfrm>
              <a:off x="8952504" y="4240329"/>
              <a:ext cx="335730" cy="286090"/>
            </a:xfrm>
            <a:custGeom>
              <a:avLst/>
              <a:gdLst/>
              <a:ahLst/>
              <a:cxnLst/>
              <a:rect l="l" t="t" r="r" b="b"/>
              <a:pathLst>
                <a:path w="1914" h="1631" extrusionOk="0">
                  <a:moveTo>
                    <a:pt x="818" y="0"/>
                  </a:moveTo>
                  <a:cubicBezTo>
                    <a:pt x="365" y="0"/>
                    <a:pt x="0" y="365"/>
                    <a:pt x="0" y="819"/>
                  </a:cubicBezTo>
                  <a:cubicBezTo>
                    <a:pt x="0" y="1306"/>
                    <a:pt x="407" y="1631"/>
                    <a:pt x="827" y="1631"/>
                  </a:cubicBezTo>
                  <a:cubicBezTo>
                    <a:pt x="1027" y="1631"/>
                    <a:pt x="1230" y="1557"/>
                    <a:pt x="1393" y="1394"/>
                  </a:cubicBezTo>
                  <a:cubicBezTo>
                    <a:pt x="1913" y="874"/>
                    <a:pt x="1548" y="0"/>
                    <a:pt x="81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1130;p33">
              <a:extLst>
                <a:ext uri="{FF2B5EF4-FFF2-40B4-BE49-F238E27FC236}">
                  <a16:creationId xmlns:a16="http://schemas.microsoft.com/office/drawing/2014/main" id="{300F8531-57A0-AAE4-BEC0-5F790BE61D61}"/>
                </a:ext>
              </a:extLst>
            </p:cNvPr>
            <p:cNvSpPr/>
            <p:nvPr/>
          </p:nvSpPr>
          <p:spPr>
            <a:xfrm>
              <a:off x="9006705" y="4293653"/>
              <a:ext cx="207682" cy="177688"/>
            </a:xfrm>
            <a:custGeom>
              <a:avLst/>
              <a:gdLst/>
              <a:ahLst/>
              <a:cxnLst/>
              <a:rect l="l" t="t" r="r" b="b"/>
              <a:pathLst>
                <a:path w="1184" h="1013" extrusionOk="0">
                  <a:moveTo>
                    <a:pt x="516" y="1"/>
                  </a:moveTo>
                  <a:cubicBezTo>
                    <a:pt x="256" y="1"/>
                    <a:pt x="1" y="207"/>
                    <a:pt x="1" y="515"/>
                  </a:cubicBezTo>
                  <a:cubicBezTo>
                    <a:pt x="1" y="791"/>
                    <a:pt x="233" y="1012"/>
                    <a:pt x="509" y="1012"/>
                  </a:cubicBezTo>
                  <a:cubicBezTo>
                    <a:pt x="963" y="1012"/>
                    <a:pt x="1184" y="470"/>
                    <a:pt x="863" y="150"/>
                  </a:cubicBezTo>
                  <a:cubicBezTo>
                    <a:pt x="764" y="47"/>
                    <a:pt x="639" y="1"/>
                    <a:pt x="51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1131;p33">
              <a:extLst>
                <a:ext uri="{FF2B5EF4-FFF2-40B4-BE49-F238E27FC236}">
                  <a16:creationId xmlns:a16="http://schemas.microsoft.com/office/drawing/2014/main" id="{0DE649F7-326F-E0EB-0882-B70136EE1B8D}"/>
                </a:ext>
              </a:extLst>
            </p:cNvPr>
            <p:cNvSpPr/>
            <p:nvPr/>
          </p:nvSpPr>
          <p:spPr>
            <a:xfrm>
              <a:off x="8271573" y="4240329"/>
              <a:ext cx="335730" cy="286090"/>
            </a:xfrm>
            <a:custGeom>
              <a:avLst/>
              <a:gdLst/>
              <a:ahLst/>
              <a:cxnLst/>
              <a:rect l="l" t="t" r="r" b="b"/>
              <a:pathLst>
                <a:path w="1914" h="1631" extrusionOk="0">
                  <a:moveTo>
                    <a:pt x="819" y="0"/>
                  </a:moveTo>
                  <a:cubicBezTo>
                    <a:pt x="366" y="0"/>
                    <a:pt x="1" y="365"/>
                    <a:pt x="1" y="819"/>
                  </a:cubicBezTo>
                  <a:cubicBezTo>
                    <a:pt x="1" y="1306"/>
                    <a:pt x="408" y="1631"/>
                    <a:pt x="828" y="1631"/>
                  </a:cubicBezTo>
                  <a:cubicBezTo>
                    <a:pt x="1028" y="1631"/>
                    <a:pt x="1230" y="1557"/>
                    <a:pt x="1394" y="1394"/>
                  </a:cubicBezTo>
                  <a:cubicBezTo>
                    <a:pt x="1914" y="874"/>
                    <a:pt x="1549" y="0"/>
                    <a:pt x="8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1132;p33">
              <a:extLst>
                <a:ext uri="{FF2B5EF4-FFF2-40B4-BE49-F238E27FC236}">
                  <a16:creationId xmlns:a16="http://schemas.microsoft.com/office/drawing/2014/main" id="{3AFDF565-B123-BF77-22D2-EDAC59C55D90}"/>
                </a:ext>
              </a:extLst>
            </p:cNvPr>
            <p:cNvSpPr/>
            <p:nvPr/>
          </p:nvSpPr>
          <p:spPr>
            <a:xfrm>
              <a:off x="8325949" y="4293653"/>
              <a:ext cx="207682" cy="177688"/>
            </a:xfrm>
            <a:custGeom>
              <a:avLst/>
              <a:gdLst/>
              <a:ahLst/>
              <a:cxnLst/>
              <a:rect l="l" t="t" r="r" b="b"/>
              <a:pathLst>
                <a:path w="1184" h="1013" extrusionOk="0">
                  <a:moveTo>
                    <a:pt x="520" y="1"/>
                  </a:moveTo>
                  <a:cubicBezTo>
                    <a:pt x="255" y="1"/>
                    <a:pt x="0" y="207"/>
                    <a:pt x="0" y="515"/>
                  </a:cubicBezTo>
                  <a:cubicBezTo>
                    <a:pt x="0" y="791"/>
                    <a:pt x="233" y="1012"/>
                    <a:pt x="509" y="1012"/>
                  </a:cubicBezTo>
                  <a:cubicBezTo>
                    <a:pt x="962" y="1012"/>
                    <a:pt x="1184" y="470"/>
                    <a:pt x="874" y="150"/>
                  </a:cubicBezTo>
                  <a:cubicBezTo>
                    <a:pt x="771" y="47"/>
                    <a:pt x="644" y="1"/>
                    <a:pt x="52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1133;p33">
              <a:extLst>
                <a:ext uri="{FF2B5EF4-FFF2-40B4-BE49-F238E27FC236}">
                  <a16:creationId xmlns:a16="http://schemas.microsoft.com/office/drawing/2014/main" id="{4D7D5AAD-B439-EED8-2ABF-5808C947F3A3}"/>
                </a:ext>
              </a:extLst>
            </p:cNvPr>
            <p:cNvSpPr/>
            <p:nvPr/>
          </p:nvSpPr>
          <p:spPr>
            <a:xfrm>
              <a:off x="8362785" y="4329436"/>
              <a:ext cx="106823" cy="106999"/>
            </a:xfrm>
            <a:custGeom>
              <a:avLst/>
              <a:gdLst/>
              <a:ahLst/>
              <a:cxnLst/>
              <a:rect l="l" t="t" r="r" b="b"/>
              <a:pathLst>
                <a:path w="609" h="610" extrusionOk="0">
                  <a:moveTo>
                    <a:pt x="1" y="1"/>
                  </a:moveTo>
                  <a:lnTo>
                    <a:pt x="1" y="476"/>
                  </a:lnTo>
                  <a:cubicBezTo>
                    <a:pt x="1" y="543"/>
                    <a:pt x="56" y="609"/>
                    <a:pt x="133" y="609"/>
                  </a:cubicBezTo>
                  <a:lnTo>
                    <a:pt x="465" y="609"/>
                  </a:lnTo>
                  <a:cubicBezTo>
                    <a:pt x="542" y="609"/>
                    <a:pt x="609" y="554"/>
                    <a:pt x="609" y="476"/>
                  </a:cubicBezTo>
                  <a:lnTo>
                    <a:pt x="60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1134;p33">
              <a:extLst>
                <a:ext uri="{FF2B5EF4-FFF2-40B4-BE49-F238E27FC236}">
                  <a16:creationId xmlns:a16="http://schemas.microsoft.com/office/drawing/2014/main" id="{9F825877-5090-93D6-EB2B-99A50D2DB8CB}"/>
                </a:ext>
              </a:extLst>
            </p:cNvPr>
            <p:cNvSpPr/>
            <p:nvPr/>
          </p:nvSpPr>
          <p:spPr>
            <a:xfrm>
              <a:off x="9043540" y="4329436"/>
              <a:ext cx="106823" cy="106999"/>
            </a:xfrm>
            <a:custGeom>
              <a:avLst/>
              <a:gdLst/>
              <a:ahLst/>
              <a:cxnLst/>
              <a:rect l="l" t="t" r="r" b="b"/>
              <a:pathLst>
                <a:path w="609" h="610" extrusionOk="0">
                  <a:moveTo>
                    <a:pt x="1" y="1"/>
                  </a:moveTo>
                  <a:lnTo>
                    <a:pt x="1" y="476"/>
                  </a:lnTo>
                  <a:cubicBezTo>
                    <a:pt x="1" y="543"/>
                    <a:pt x="56" y="609"/>
                    <a:pt x="133" y="609"/>
                  </a:cubicBezTo>
                  <a:lnTo>
                    <a:pt x="465" y="609"/>
                  </a:lnTo>
                  <a:cubicBezTo>
                    <a:pt x="543" y="609"/>
                    <a:pt x="609" y="554"/>
                    <a:pt x="609" y="476"/>
                  </a:cubicBezTo>
                  <a:lnTo>
                    <a:pt x="60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1135;p33">
              <a:extLst>
                <a:ext uri="{FF2B5EF4-FFF2-40B4-BE49-F238E27FC236}">
                  <a16:creationId xmlns:a16="http://schemas.microsoft.com/office/drawing/2014/main" id="{CDB0574C-57A5-0F4E-5629-756291B25581}"/>
                </a:ext>
              </a:extLst>
            </p:cNvPr>
            <p:cNvSpPr/>
            <p:nvPr/>
          </p:nvSpPr>
          <p:spPr>
            <a:xfrm>
              <a:off x="9070728" y="4356624"/>
              <a:ext cx="50693" cy="52622"/>
            </a:xfrm>
            <a:custGeom>
              <a:avLst/>
              <a:gdLst/>
              <a:ahLst/>
              <a:cxnLst/>
              <a:rect l="l" t="t" r="r" b="b"/>
              <a:pathLst>
                <a:path w="289" h="300" extrusionOk="0">
                  <a:moveTo>
                    <a:pt x="1" y="1"/>
                  </a:moveTo>
                  <a:lnTo>
                    <a:pt x="1" y="299"/>
                  </a:lnTo>
                  <a:lnTo>
                    <a:pt x="288" y="299"/>
                  </a:lnTo>
                  <a:lnTo>
                    <a:pt x="28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1136;p33">
              <a:extLst>
                <a:ext uri="{FF2B5EF4-FFF2-40B4-BE49-F238E27FC236}">
                  <a16:creationId xmlns:a16="http://schemas.microsoft.com/office/drawing/2014/main" id="{27B40871-B639-2047-4147-FEFB28172887}"/>
                </a:ext>
              </a:extLst>
            </p:cNvPr>
            <p:cNvSpPr/>
            <p:nvPr/>
          </p:nvSpPr>
          <p:spPr>
            <a:xfrm>
              <a:off x="8389973" y="4356624"/>
              <a:ext cx="50517" cy="52622"/>
            </a:xfrm>
            <a:custGeom>
              <a:avLst/>
              <a:gdLst/>
              <a:ahLst/>
              <a:cxnLst/>
              <a:rect l="l" t="t" r="r" b="b"/>
              <a:pathLst>
                <a:path w="288" h="300" extrusionOk="0">
                  <a:moveTo>
                    <a:pt x="0" y="1"/>
                  </a:moveTo>
                  <a:lnTo>
                    <a:pt x="0" y="299"/>
                  </a:lnTo>
                  <a:lnTo>
                    <a:pt x="288" y="299"/>
                  </a:lnTo>
                  <a:lnTo>
                    <a:pt x="28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1137;p33">
              <a:extLst>
                <a:ext uri="{FF2B5EF4-FFF2-40B4-BE49-F238E27FC236}">
                  <a16:creationId xmlns:a16="http://schemas.microsoft.com/office/drawing/2014/main" id="{CD0B0B8F-AC61-D3AD-89BF-C65686A53D0D}"/>
                </a:ext>
              </a:extLst>
            </p:cNvPr>
            <p:cNvSpPr/>
            <p:nvPr/>
          </p:nvSpPr>
          <p:spPr>
            <a:xfrm>
              <a:off x="8362785" y="4306282"/>
              <a:ext cx="151552" cy="23329"/>
            </a:xfrm>
            <a:custGeom>
              <a:avLst/>
              <a:gdLst/>
              <a:ahLst/>
              <a:cxnLst/>
              <a:rect l="l" t="t" r="r" b="b"/>
              <a:pathLst>
                <a:path w="864" h="133" extrusionOk="0">
                  <a:moveTo>
                    <a:pt x="277" y="0"/>
                  </a:moveTo>
                  <a:lnTo>
                    <a:pt x="1" y="133"/>
                  </a:lnTo>
                  <a:lnTo>
                    <a:pt x="852" y="133"/>
                  </a:lnTo>
                  <a:lnTo>
                    <a:pt x="852" y="11"/>
                  </a:lnTo>
                  <a:cubicBezTo>
                    <a:pt x="852" y="0"/>
                    <a:pt x="852" y="0"/>
                    <a:pt x="86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1138;p33">
              <a:extLst>
                <a:ext uri="{FF2B5EF4-FFF2-40B4-BE49-F238E27FC236}">
                  <a16:creationId xmlns:a16="http://schemas.microsoft.com/office/drawing/2014/main" id="{8EC5DCC3-5643-D4CB-940F-CF4C5DD928D4}"/>
                </a:ext>
              </a:extLst>
            </p:cNvPr>
            <p:cNvSpPr/>
            <p:nvPr/>
          </p:nvSpPr>
          <p:spPr>
            <a:xfrm>
              <a:off x="9004775" y="4306282"/>
              <a:ext cx="145588" cy="23329"/>
            </a:xfrm>
            <a:custGeom>
              <a:avLst/>
              <a:gdLst/>
              <a:ahLst/>
              <a:cxnLst/>
              <a:rect l="l" t="t" r="r" b="b"/>
              <a:pathLst>
                <a:path w="830" h="133" extrusionOk="0">
                  <a:moveTo>
                    <a:pt x="1" y="0"/>
                  </a:moveTo>
                  <a:cubicBezTo>
                    <a:pt x="1" y="45"/>
                    <a:pt x="1" y="89"/>
                    <a:pt x="1" y="133"/>
                  </a:cubicBezTo>
                  <a:lnTo>
                    <a:pt x="830" y="133"/>
                  </a:lnTo>
                  <a:lnTo>
                    <a:pt x="55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1139;p33">
              <a:extLst>
                <a:ext uri="{FF2B5EF4-FFF2-40B4-BE49-F238E27FC236}">
                  <a16:creationId xmlns:a16="http://schemas.microsoft.com/office/drawing/2014/main" id="{0B69BDA7-69D9-85D2-3C97-A78F708AB81B}"/>
                </a:ext>
              </a:extLst>
            </p:cNvPr>
            <p:cNvSpPr/>
            <p:nvPr/>
          </p:nvSpPr>
          <p:spPr>
            <a:xfrm>
              <a:off x="8492761" y="4240329"/>
              <a:ext cx="525872" cy="190142"/>
            </a:xfrm>
            <a:custGeom>
              <a:avLst/>
              <a:gdLst/>
              <a:ahLst/>
              <a:cxnLst/>
              <a:rect l="l" t="t" r="r" b="b"/>
              <a:pathLst>
                <a:path w="2998" h="1084" extrusionOk="0">
                  <a:moveTo>
                    <a:pt x="0" y="0"/>
                  </a:moveTo>
                  <a:cubicBezTo>
                    <a:pt x="255" y="133"/>
                    <a:pt x="432" y="387"/>
                    <a:pt x="476" y="675"/>
                  </a:cubicBezTo>
                  <a:lnTo>
                    <a:pt x="564" y="675"/>
                  </a:lnTo>
                  <a:lnTo>
                    <a:pt x="564" y="752"/>
                  </a:lnTo>
                  <a:cubicBezTo>
                    <a:pt x="564" y="940"/>
                    <a:pt x="708" y="1084"/>
                    <a:pt x="896" y="1084"/>
                  </a:cubicBezTo>
                  <a:lnTo>
                    <a:pt x="2112" y="1084"/>
                  </a:lnTo>
                  <a:cubicBezTo>
                    <a:pt x="2289" y="1084"/>
                    <a:pt x="2444" y="940"/>
                    <a:pt x="2444" y="752"/>
                  </a:cubicBezTo>
                  <a:lnTo>
                    <a:pt x="2444" y="675"/>
                  </a:lnTo>
                  <a:lnTo>
                    <a:pt x="2522" y="675"/>
                  </a:lnTo>
                  <a:cubicBezTo>
                    <a:pt x="2566" y="387"/>
                    <a:pt x="2743" y="133"/>
                    <a:pt x="299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1140;p33">
              <a:extLst>
                <a:ext uri="{FF2B5EF4-FFF2-40B4-BE49-F238E27FC236}">
                  <a16:creationId xmlns:a16="http://schemas.microsoft.com/office/drawing/2014/main" id="{5A11D0E7-4FC3-3BFB-A509-C32C8A87076F}"/>
                </a:ext>
              </a:extLst>
            </p:cNvPr>
            <p:cNvSpPr/>
            <p:nvPr/>
          </p:nvSpPr>
          <p:spPr>
            <a:xfrm>
              <a:off x="8721668" y="4267517"/>
              <a:ext cx="68058" cy="33152"/>
            </a:xfrm>
            <a:custGeom>
              <a:avLst/>
              <a:gdLst/>
              <a:ahLst/>
              <a:cxnLst/>
              <a:rect l="l" t="t" r="r" b="b"/>
              <a:pathLst>
                <a:path w="388" h="189" extrusionOk="0">
                  <a:moveTo>
                    <a:pt x="0" y="0"/>
                  </a:moveTo>
                  <a:lnTo>
                    <a:pt x="0" y="188"/>
                  </a:lnTo>
                  <a:lnTo>
                    <a:pt x="387" y="188"/>
                  </a:lnTo>
                  <a:lnTo>
                    <a:pt x="38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1141;p33">
              <a:extLst>
                <a:ext uri="{FF2B5EF4-FFF2-40B4-BE49-F238E27FC236}">
                  <a16:creationId xmlns:a16="http://schemas.microsoft.com/office/drawing/2014/main" id="{AFF6B5A3-635B-D720-6740-B640BC102735}"/>
                </a:ext>
              </a:extLst>
            </p:cNvPr>
            <p:cNvSpPr/>
            <p:nvPr/>
          </p:nvSpPr>
          <p:spPr>
            <a:xfrm>
              <a:off x="8839892" y="4267517"/>
              <a:ext cx="68058" cy="33152"/>
            </a:xfrm>
            <a:custGeom>
              <a:avLst/>
              <a:gdLst/>
              <a:ahLst/>
              <a:cxnLst/>
              <a:rect l="l" t="t" r="r" b="b"/>
              <a:pathLst>
                <a:path w="388" h="189" extrusionOk="0">
                  <a:moveTo>
                    <a:pt x="1" y="0"/>
                  </a:moveTo>
                  <a:lnTo>
                    <a:pt x="1" y="188"/>
                  </a:lnTo>
                  <a:lnTo>
                    <a:pt x="388" y="188"/>
                  </a:lnTo>
                  <a:lnTo>
                    <a:pt x="38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1142;p33">
              <a:extLst>
                <a:ext uri="{FF2B5EF4-FFF2-40B4-BE49-F238E27FC236}">
                  <a16:creationId xmlns:a16="http://schemas.microsoft.com/office/drawing/2014/main" id="{5D539CE7-1BAA-80B3-0268-36108693E88D}"/>
                </a:ext>
              </a:extLst>
            </p:cNvPr>
            <p:cNvSpPr/>
            <p:nvPr/>
          </p:nvSpPr>
          <p:spPr>
            <a:xfrm>
              <a:off x="8649926" y="4358553"/>
              <a:ext cx="211541" cy="46834"/>
            </a:xfrm>
            <a:custGeom>
              <a:avLst/>
              <a:gdLst/>
              <a:ahLst/>
              <a:cxnLst/>
              <a:rect l="l" t="t" r="r" b="b"/>
              <a:pathLst>
                <a:path w="1206" h="267" extrusionOk="0">
                  <a:moveTo>
                    <a:pt x="0" y="1"/>
                  </a:moveTo>
                  <a:lnTo>
                    <a:pt x="232" y="266"/>
                  </a:lnTo>
                  <a:lnTo>
                    <a:pt x="973" y="266"/>
                  </a:lnTo>
                  <a:lnTo>
                    <a:pt x="120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1143;p33">
              <a:extLst>
                <a:ext uri="{FF2B5EF4-FFF2-40B4-BE49-F238E27FC236}">
                  <a16:creationId xmlns:a16="http://schemas.microsoft.com/office/drawing/2014/main" id="{182B256D-32C4-1839-ED24-45522DCCF0C5}"/>
                </a:ext>
              </a:extLst>
            </p:cNvPr>
            <p:cNvSpPr/>
            <p:nvPr/>
          </p:nvSpPr>
          <p:spPr>
            <a:xfrm>
              <a:off x="8605198" y="4267517"/>
              <a:ext cx="66129" cy="33152"/>
            </a:xfrm>
            <a:custGeom>
              <a:avLst/>
              <a:gdLst/>
              <a:ahLst/>
              <a:cxnLst/>
              <a:rect l="l" t="t" r="r" b="b"/>
              <a:pathLst>
                <a:path w="377" h="189" extrusionOk="0">
                  <a:moveTo>
                    <a:pt x="1" y="0"/>
                  </a:moveTo>
                  <a:lnTo>
                    <a:pt x="1" y="188"/>
                  </a:lnTo>
                  <a:lnTo>
                    <a:pt x="377" y="188"/>
                  </a:lnTo>
                  <a:lnTo>
                    <a:pt x="37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277;p32">
            <a:extLst>
              <a:ext uri="{FF2B5EF4-FFF2-40B4-BE49-F238E27FC236}">
                <a16:creationId xmlns:a16="http://schemas.microsoft.com/office/drawing/2014/main" id="{A888F44C-0C41-E53F-7467-281E708F9424}"/>
              </a:ext>
            </a:extLst>
          </p:cNvPr>
          <p:cNvSpPr txBox="1">
            <a:spLocks noGrp="1"/>
          </p:cNvSpPr>
          <p:nvPr/>
        </p:nvSpPr>
        <p:spPr>
          <a:xfrm>
            <a:off x="742127" y="830000"/>
            <a:ext cx="7227592" cy="3688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Roboto"/>
              <a:buChar char="●"/>
              <a:defRPr sz="1400" b="0" i="0" u="none" strike="noStrike" cap="none">
                <a:solidFill>
                  <a:schemeClr val="dk1"/>
                </a:solidFill>
                <a:latin typeface="Roboto"/>
                <a:ea typeface="Roboto"/>
                <a:cs typeface="Roboto"/>
                <a:sym typeface="Roboto"/>
              </a:defRPr>
            </a:lvl1pPr>
            <a:lvl2pPr marL="914400" marR="0" lvl="1" indent="-317500" algn="l" rtl="0">
              <a:lnSpc>
                <a:spcPct val="100000"/>
              </a:lnSpc>
              <a:spcBef>
                <a:spcPts val="1600"/>
              </a:spcBef>
              <a:spcAft>
                <a:spcPts val="0"/>
              </a:spcAft>
              <a:buClr>
                <a:schemeClr val="dk1"/>
              </a:buClr>
              <a:buSzPts val="1400"/>
              <a:buFont typeface="Roboto"/>
              <a:buChar char="○"/>
              <a:defRPr sz="1400" b="0" i="0" u="none" strike="noStrike" cap="none">
                <a:solidFill>
                  <a:schemeClr val="dk1"/>
                </a:solidFill>
                <a:latin typeface="Roboto"/>
                <a:ea typeface="Roboto"/>
                <a:cs typeface="Roboto"/>
                <a:sym typeface="Roboto"/>
              </a:defRPr>
            </a:lvl2pPr>
            <a:lvl3pPr marL="1371600" marR="0" lvl="2" indent="-317500" algn="l" rtl="0">
              <a:lnSpc>
                <a:spcPct val="100000"/>
              </a:lnSpc>
              <a:spcBef>
                <a:spcPts val="1600"/>
              </a:spcBef>
              <a:spcAft>
                <a:spcPts val="0"/>
              </a:spcAft>
              <a:buClr>
                <a:schemeClr val="dk1"/>
              </a:buClr>
              <a:buSzPts val="1400"/>
              <a:buFont typeface="Roboto"/>
              <a:buChar char="■"/>
              <a:defRPr sz="1400" b="0" i="0" u="none" strike="noStrike" cap="none">
                <a:solidFill>
                  <a:schemeClr val="dk1"/>
                </a:solidFill>
                <a:latin typeface="Roboto"/>
                <a:ea typeface="Roboto"/>
                <a:cs typeface="Roboto"/>
                <a:sym typeface="Roboto"/>
              </a:defRPr>
            </a:lvl3pPr>
            <a:lvl4pPr marL="1828800" marR="0" lvl="3" indent="-317500" algn="l" rtl="0">
              <a:lnSpc>
                <a:spcPct val="100000"/>
              </a:lnSpc>
              <a:spcBef>
                <a:spcPts val="1600"/>
              </a:spcBef>
              <a:spcAft>
                <a:spcPts val="0"/>
              </a:spcAft>
              <a:buClr>
                <a:schemeClr val="dk1"/>
              </a:buClr>
              <a:buSzPts val="1400"/>
              <a:buFont typeface="Roboto"/>
              <a:buChar char="●"/>
              <a:defRPr sz="1400" b="0" i="0" u="none" strike="noStrike" cap="none">
                <a:solidFill>
                  <a:schemeClr val="dk1"/>
                </a:solidFill>
                <a:latin typeface="Roboto"/>
                <a:ea typeface="Roboto"/>
                <a:cs typeface="Roboto"/>
                <a:sym typeface="Roboto"/>
              </a:defRPr>
            </a:lvl4pPr>
            <a:lvl5pPr marL="2286000" marR="0" lvl="4" indent="-317500" algn="l" rtl="0">
              <a:lnSpc>
                <a:spcPct val="100000"/>
              </a:lnSpc>
              <a:spcBef>
                <a:spcPts val="1600"/>
              </a:spcBef>
              <a:spcAft>
                <a:spcPts val="0"/>
              </a:spcAft>
              <a:buClr>
                <a:schemeClr val="dk1"/>
              </a:buClr>
              <a:buSzPts val="1400"/>
              <a:buFont typeface="Roboto"/>
              <a:buChar char="○"/>
              <a:defRPr sz="1400" b="0" i="0" u="none" strike="noStrike" cap="none">
                <a:solidFill>
                  <a:schemeClr val="dk1"/>
                </a:solidFill>
                <a:latin typeface="Roboto"/>
                <a:ea typeface="Roboto"/>
                <a:cs typeface="Roboto"/>
                <a:sym typeface="Roboto"/>
              </a:defRPr>
            </a:lvl5pPr>
            <a:lvl6pPr marL="2743200" marR="0" lvl="5" indent="-317500" algn="l" rtl="0">
              <a:lnSpc>
                <a:spcPct val="100000"/>
              </a:lnSpc>
              <a:spcBef>
                <a:spcPts val="1600"/>
              </a:spcBef>
              <a:spcAft>
                <a:spcPts val="0"/>
              </a:spcAft>
              <a:buClr>
                <a:schemeClr val="dk1"/>
              </a:buClr>
              <a:buSzPts val="1400"/>
              <a:buFont typeface="Roboto"/>
              <a:buChar char="■"/>
              <a:defRPr sz="1400" b="0" i="0" u="none" strike="noStrike" cap="none">
                <a:solidFill>
                  <a:schemeClr val="dk1"/>
                </a:solidFill>
                <a:latin typeface="Roboto"/>
                <a:ea typeface="Roboto"/>
                <a:cs typeface="Roboto"/>
                <a:sym typeface="Roboto"/>
              </a:defRPr>
            </a:lvl6pPr>
            <a:lvl7pPr marL="3200400" marR="0" lvl="6" indent="-317500" algn="l" rtl="0">
              <a:lnSpc>
                <a:spcPct val="100000"/>
              </a:lnSpc>
              <a:spcBef>
                <a:spcPts val="1600"/>
              </a:spcBef>
              <a:spcAft>
                <a:spcPts val="0"/>
              </a:spcAft>
              <a:buClr>
                <a:schemeClr val="dk1"/>
              </a:buClr>
              <a:buSzPts val="1400"/>
              <a:buFont typeface="Roboto"/>
              <a:buChar char="●"/>
              <a:defRPr sz="1400" b="0" i="0" u="none" strike="noStrike" cap="none">
                <a:solidFill>
                  <a:schemeClr val="dk1"/>
                </a:solidFill>
                <a:latin typeface="Roboto"/>
                <a:ea typeface="Roboto"/>
                <a:cs typeface="Roboto"/>
                <a:sym typeface="Roboto"/>
              </a:defRPr>
            </a:lvl7pPr>
            <a:lvl8pPr marL="3657600" marR="0" lvl="7" indent="-317500" algn="l" rtl="0">
              <a:lnSpc>
                <a:spcPct val="100000"/>
              </a:lnSpc>
              <a:spcBef>
                <a:spcPts val="1600"/>
              </a:spcBef>
              <a:spcAft>
                <a:spcPts val="0"/>
              </a:spcAft>
              <a:buClr>
                <a:schemeClr val="dk1"/>
              </a:buClr>
              <a:buSzPts val="1400"/>
              <a:buFont typeface="Roboto"/>
              <a:buChar char="○"/>
              <a:defRPr sz="1400" b="0" i="0" u="none" strike="noStrike" cap="none">
                <a:solidFill>
                  <a:schemeClr val="dk1"/>
                </a:solidFill>
                <a:latin typeface="Roboto"/>
                <a:ea typeface="Roboto"/>
                <a:cs typeface="Roboto"/>
                <a:sym typeface="Roboto"/>
              </a:defRPr>
            </a:lvl8pPr>
            <a:lvl9pPr marL="4114800" marR="0" lvl="8" indent="-317500" algn="l" rtl="0">
              <a:lnSpc>
                <a:spcPct val="100000"/>
              </a:lnSpc>
              <a:spcBef>
                <a:spcPts val="1600"/>
              </a:spcBef>
              <a:spcAft>
                <a:spcPts val="1600"/>
              </a:spcAft>
              <a:buClr>
                <a:schemeClr val="dk1"/>
              </a:buClr>
              <a:buSzPts val="1400"/>
              <a:buFont typeface="Roboto"/>
              <a:buChar char="■"/>
              <a:defRPr sz="1400" b="0" i="0" u="none" strike="noStrike" cap="none">
                <a:solidFill>
                  <a:schemeClr val="dk1"/>
                </a:solidFill>
                <a:latin typeface="Roboto"/>
                <a:ea typeface="Roboto"/>
                <a:cs typeface="Roboto"/>
                <a:sym typeface="Roboto"/>
              </a:defRPr>
            </a:lvl9pPr>
          </a:lstStyle>
          <a:p>
            <a:pPr marL="0" lvl="0" indent="0" algn="l" rtl="0">
              <a:lnSpc>
                <a:spcPct val="100000"/>
              </a:lnSpc>
              <a:spcBef>
                <a:spcPts val="0"/>
              </a:spcBef>
              <a:spcAft>
                <a:spcPts val="0"/>
              </a:spcAft>
              <a:buClr>
                <a:srgbClr val="612C28"/>
              </a:buClr>
              <a:buSzPts val="1100"/>
              <a:buFont typeface="Arial"/>
              <a:buNone/>
            </a:pPr>
            <a:r>
              <a:rPr lang="en" sz="1200" dirty="0"/>
              <a:t>The dataset consists of one file:</a:t>
            </a:r>
            <a:r>
              <a:rPr lang="en" sz="1200" dirty="0">
                <a:solidFill>
                  <a:srgbClr val="0000FF"/>
                </a:solidFill>
              </a:rPr>
              <a:t> </a:t>
            </a:r>
            <a:r>
              <a:rPr lang="en" sz="1200" u="sng" dirty="0">
                <a:solidFill>
                  <a:srgbClr val="0000FF"/>
                </a:solidFill>
                <a:hlinkClick r:id="rId3">
                  <a:extLst>
                    <a:ext uri="{A12FA001-AC4F-418D-AE19-62706E023703}">
                      <ahyp:hlinkClr xmlns:ahyp="http://schemas.microsoft.com/office/drawing/2018/hyperlinkcolor" val="tx"/>
                    </a:ext>
                  </a:extLst>
                </a:hlinkClick>
              </a:rPr>
              <a:t>railway.csv</a:t>
            </a:r>
            <a:endParaRPr sz="1200" dirty="0">
              <a:solidFill>
                <a:srgbClr val="0000FF"/>
              </a:solidFill>
            </a:endParaRPr>
          </a:p>
          <a:p>
            <a:pPr marL="0" lvl="0" indent="0" algn="l" rtl="0">
              <a:spcBef>
                <a:spcPts val="1000"/>
              </a:spcBef>
              <a:spcAft>
                <a:spcPts val="0"/>
              </a:spcAft>
              <a:buClr>
                <a:srgbClr val="612C28"/>
              </a:buClr>
              <a:buSzPts val="1100"/>
              <a:buFont typeface="Arial"/>
              <a:buNone/>
            </a:pPr>
            <a:r>
              <a:rPr lang="en" sz="1200" dirty="0"/>
              <a:t>Fields inside the file:</a:t>
            </a:r>
            <a:endParaRPr sz="1200" dirty="0"/>
          </a:p>
          <a:p>
            <a:pPr marL="457200" lvl="0" indent="-298450" algn="l" rtl="0">
              <a:spcBef>
                <a:spcPts val="0"/>
              </a:spcBef>
              <a:spcAft>
                <a:spcPts val="0"/>
              </a:spcAft>
              <a:buSzPts val="1100"/>
              <a:buAutoNum type="arabicPeriod"/>
            </a:pPr>
            <a:r>
              <a:rPr lang="en" sz="1100" b="1" dirty="0"/>
              <a:t>Transaction ID</a:t>
            </a:r>
            <a:r>
              <a:rPr lang="en" sz="1100" dirty="0"/>
              <a:t> - Unique identifier for an individual train ticket purchase</a:t>
            </a:r>
            <a:endParaRPr sz="1100" dirty="0"/>
          </a:p>
          <a:p>
            <a:pPr marL="457200" lvl="0" indent="-298450" algn="l" rtl="0">
              <a:spcBef>
                <a:spcPts val="0"/>
              </a:spcBef>
              <a:spcAft>
                <a:spcPts val="0"/>
              </a:spcAft>
              <a:buSzPts val="1100"/>
              <a:buAutoNum type="arabicPeriod"/>
            </a:pPr>
            <a:r>
              <a:rPr lang="en" sz="1100" b="1" dirty="0"/>
              <a:t>Date of Purchase</a:t>
            </a:r>
            <a:r>
              <a:rPr lang="en" sz="1100" dirty="0"/>
              <a:t> - Date the ticket was purchased</a:t>
            </a:r>
            <a:endParaRPr sz="1100" dirty="0"/>
          </a:p>
          <a:p>
            <a:pPr marL="457200" lvl="0" indent="-298450" algn="l" rtl="0">
              <a:spcBef>
                <a:spcPts val="0"/>
              </a:spcBef>
              <a:spcAft>
                <a:spcPts val="0"/>
              </a:spcAft>
              <a:buSzPts val="1100"/>
              <a:buAutoNum type="arabicPeriod"/>
            </a:pPr>
            <a:r>
              <a:rPr lang="en" sz="1100" b="1" dirty="0"/>
              <a:t>Time of Purchase</a:t>
            </a:r>
            <a:r>
              <a:rPr lang="en" sz="1100" dirty="0"/>
              <a:t> - Time the ticket was purchased</a:t>
            </a:r>
            <a:endParaRPr sz="1100" dirty="0"/>
          </a:p>
          <a:p>
            <a:pPr marL="457200" lvl="0" indent="-298450" algn="l" rtl="0">
              <a:spcBef>
                <a:spcPts val="0"/>
              </a:spcBef>
              <a:spcAft>
                <a:spcPts val="0"/>
              </a:spcAft>
              <a:buSzPts val="1100"/>
              <a:buAutoNum type="arabicPeriod"/>
            </a:pPr>
            <a:r>
              <a:rPr lang="en" sz="1100" b="1" dirty="0"/>
              <a:t>Purchase Type</a:t>
            </a:r>
            <a:r>
              <a:rPr lang="en" sz="1100" dirty="0"/>
              <a:t> - Whether the ticket was purchased online or directly at a train station</a:t>
            </a:r>
            <a:endParaRPr sz="1100" dirty="0"/>
          </a:p>
          <a:p>
            <a:pPr marL="457200" lvl="0" indent="-298450" algn="l" rtl="0">
              <a:spcBef>
                <a:spcPts val="0"/>
              </a:spcBef>
              <a:spcAft>
                <a:spcPts val="0"/>
              </a:spcAft>
              <a:buSzPts val="1100"/>
              <a:buAutoNum type="arabicPeriod"/>
            </a:pPr>
            <a:r>
              <a:rPr lang="en" sz="1100" b="1" dirty="0"/>
              <a:t>Payment Method</a:t>
            </a:r>
            <a:r>
              <a:rPr lang="en" sz="1100" dirty="0"/>
              <a:t> - Payment method used to purchase the ticket (Contactless, Credit Card, or Debit Card)</a:t>
            </a:r>
            <a:endParaRPr sz="1100" dirty="0"/>
          </a:p>
          <a:p>
            <a:pPr marL="457200" lvl="0" indent="-298450" algn="l" rtl="0">
              <a:spcBef>
                <a:spcPts val="0"/>
              </a:spcBef>
              <a:spcAft>
                <a:spcPts val="0"/>
              </a:spcAft>
              <a:buSzPts val="1100"/>
              <a:buAutoNum type="arabicPeriod"/>
            </a:pPr>
            <a:r>
              <a:rPr lang="en" sz="1100" b="1" dirty="0"/>
              <a:t>Railcard</a:t>
            </a:r>
            <a:r>
              <a:rPr lang="en" sz="1100" dirty="0"/>
              <a:t> - Whether the passenger is a National Railcard holder (Adult, Senior, or Disabled) or not (None)</a:t>
            </a:r>
            <a:endParaRPr sz="1100" dirty="0"/>
          </a:p>
          <a:p>
            <a:pPr marL="457200" lvl="0" indent="-298450" algn="l" rtl="0">
              <a:spcBef>
                <a:spcPts val="0"/>
              </a:spcBef>
              <a:spcAft>
                <a:spcPts val="0"/>
              </a:spcAft>
              <a:buSzPts val="1100"/>
              <a:buAutoNum type="arabicPeriod"/>
            </a:pPr>
            <a:r>
              <a:rPr lang="en" sz="1100" b="1" dirty="0"/>
              <a:t>Ticket Class</a:t>
            </a:r>
            <a:r>
              <a:rPr lang="en" sz="1100" dirty="0"/>
              <a:t> - Seat class for the ticket (Standard or First)</a:t>
            </a:r>
            <a:endParaRPr sz="1100" dirty="0"/>
          </a:p>
          <a:p>
            <a:pPr marL="457200" lvl="0" indent="-298450" algn="l" rtl="0">
              <a:spcBef>
                <a:spcPts val="0"/>
              </a:spcBef>
              <a:spcAft>
                <a:spcPts val="0"/>
              </a:spcAft>
              <a:buSzPts val="1100"/>
              <a:buAutoNum type="arabicPeriod"/>
            </a:pPr>
            <a:r>
              <a:rPr lang="en" sz="1100" b="1" dirty="0"/>
              <a:t>Ticket Type</a:t>
            </a:r>
            <a:r>
              <a:rPr lang="en" sz="1100" dirty="0"/>
              <a:t> - When you bought or can use the ticket (Advance, Off-Peak, Anytime)</a:t>
            </a:r>
            <a:endParaRPr sz="1100" dirty="0"/>
          </a:p>
          <a:p>
            <a:pPr marL="457200" lvl="0" indent="-298450" algn="l" rtl="0">
              <a:spcBef>
                <a:spcPts val="0"/>
              </a:spcBef>
              <a:spcAft>
                <a:spcPts val="0"/>
              </a:spcAft>
              <a:buSzPts val="1100"/>
              <a:buAutoNum type="arabicPeriod"/>
            </a:pPr>
            <a:r>
              <a:rPr lang="en" sz="1100" b="1" dirty="0"/>
              <a:t>Price</a:t>
            </a:r>
            <a:r>
              <a:rPr lang="en" sz="1100" dirty="0"/>
              <a:t> - Final cost of the ticket</a:t>
            </a:r>
            <a:endParaRPr sz="1100" dirty="0"/>
          </a:p>
          <a:p>
            <a:pPr marL="457200" lvl="0" indent="-298450" algn="l" rtl="0">
              <a:spcBef>
                <a:spcPts val="0"/>
              </a:spcBef>
              <a:spcAft>
                <a:spcPts val="0"/>
              </a:spcAft>
              <a:buSzPts val="1100"/>
              <a:buAutoNum type="arabicPeriod"/>
            </a:pPr>
            <a:r>
              <a:rPr lang="en" sz="1100" b="1" dirty="0"/>
              <a:t>Departure Station</a:t>
            </a:r>
            <a:r>
              <a:rPr lang="en" sz="1100" dirty="0"/>
              <a:t> - Station to board the train</a:t>
            </a:r>
            <a:endParaRPr sz="1100" dirty="0"/>
          </a:p>
          <a:p>
            <a:pPr marL="457200" lvl="0" indent="-298450" algn="l" rtl="0">
              <a:spcBef>
                <a:spcPts val="0"/>
              </a:spcBef>
              <a:spcAft>
                <a:spcPts val="0"/>
              </a:spcAft>
              <a:buSzPts val="1100"/>
              <a:buAutoNum type="arabicPeriod"/>
            </a:pPr>
            <a:r>
              <a:rPr lang="en" sz="1100" b="1" dirty="0"/>
              <a:t>Arrival Destination</a:t>
            </a:r>
            <a:r>
              <a:rPr lang="en" sz="1100" dirty="0"/>
              <a:t> - Station to exit the train</a:t>
            </a:r>
            <a:endParaRPr sz="1100" dirty="0"/>
          </a:p>
          <a:p>
            <a:pPr marL="457200" lvl="0" indent="-298450" algn="l" rtl="0">
              <a:spcBef>
                <a:spcPts val="0"/>
              </a:spcBef>
              <a:spcAft>
                <a:spcPts val="0"/>
              </a:spcAft>
              <a:buSzPts val="1100"/>
              <a:buAutoNum type="arabicPeriod"/>
            </a:pPr>
            <a:r>
              <a:rPr lang="en" sz="1100" b="1" dirty="0"/>
              <a:t>Date of Journey</a:t>
            </a:r>
            <a:r>
              <a:rPr lang="en" sz="1100" dirty="0"/>
              <a:t> - Date the train departed</a:t>
            </a:r>
            <a:endParaRPr sz="1100" dirty="0"/>
          </a:p>
          <a:p>
            <a:pPr marL="457200" lvl="0" indent="-298450" algn="l" rtl="0">
              <a:spcBef>
                <a:spcPts val="0"/>
              </a:spcBef>
              <a:spcAft>
                <a:spcPts val="0"/>
              </a:spcAft>
              <a:buSzPts val="1100"/>
              <a:buAutoNum type="arabicPeriod"/>
            </a:pPr>
            <a:r>
              <a:rPr lang="en" sz="1100" b="1" dirty="0"/>
              <a:t>Departure Time</a:t>
            </a:r>
            <a:r>
              <a:rPr lang="en" sz="1100" dirty="0"/>
              <a:t> - Time the train departed</a:t>
            </a:r>
            <a:endParaRPr sz="1100" dirty="0"/>
          </a:p>
          <a:p>
            <a:pPr marL="457200" lvl="0" indent="-298450" algn="l" rtl="0">
              <a:spcBef>
                <a:spcPts val="0"/>
              </a:spcBef>
              <a:spcAft>
                <a:spcPts val="0"/>
              </a:spcAft>
              <a:buSzPts val="1100"/>
              <a:buAutoNum type="arabicPeriod"/>
            </a:pPr>
            <a:r>
              <a:rPr lang="en" sz="1100" b="1" dirty="0"/>
              <a:t>Arrival Time</a:t>
            </a:r>
            <a:r>
              <a:rPr lang="en" sz="1100" dirty="0"/>
              <a:t> - Time the train was scheduled to arrive at its destination (can be on the day after departure)</a:t>
            </a:r>
            <a:endParaRPr sz="1100" dirty="0"/>
          </a:p>
          <a:p>
            <a:pPr marL="457200" lvl="0" indent="-298450" algn="l" rtl="0">
              <a:spcBef>
                <a:spcPts val="0"/>
              </a:spcBef>
              <a:spcAft>
                <a:spcPts val="0"/>
              </a:spcAft>
              <a:buSzPts val="1100"/>
              <a:buAutoNum type="arabicPeriod"/>
            </a:pPr>
            <a:r>
              <a:rPr lang="en" sz="1100" b="1" dirty="0"/>
              <a:t>Actual Arrival Time</a:t>
            </a:r>
            <a:r>
              <a:rPr lang="en" sz="1100" dirty="0"/>
              <a:t> - Time the train arrived at its destination (can be on the day after departure)</a:t>
            </a:r>
            <a:endParaRPr sz="1100" dirty="0"/>
          </a:p>
          <a:p>
            <a:pPr marL="457200" lvl="0" indent="-298450" algn="l" rtl="0">
              <a:spcBef>
                <a:spcPts val="0"/>
              </a:spcBef>
              <a:spcAft>
                <a:spcPts val="0"/>
              </a:spcAft>
              <a:buSzPts val="1100"/>
              <a:buAutoNum type="arabicPeriod"/>
            </a:pPr>
            <a:r>
              <a:rPr lang="en" sz="1100" b="1" dirty="0"/>
              <a:t>Journey Status</a:t>
            </a:r>
            <a:r>
              <a:rPr lang="en" sz="1100" dirty="0"/>
              <a:t> - Whether the train was on time, delayed, or cancelled</a:t>
            </a:r>
            <a:endParaRPr sz="1100" dirty="0"/>
          </a:p>
          <a:p>
            <a:pPr marL="457200" lvl="0" indent="-298450" algn="l" rtl="0">
              <a:spcBef>
                <a:spcPts val="0"/>
              </a:spcBef>
              <a:spcAft>
                <a:spcPts val="0"/>
              </a:spcAft>
              <a:buSzPts val="1100"/>
              <a:buAutoNum type="arabicPeriod"/>
            </a:pPr>
            <a:r>
              <a:rPr lang="en" sz="1100" b="1" dirty="0"/>
              <a:t>Reason for Delay</a:t>
            </a:r>
            <a:r>
              <a:rPr lang="en" sz="1100" dirty="0"/>
              <a:t> - Reason for the delay or cancellation</a:t>
            </a:r>
            <a:endParaRPr sz="1100" dirty="0"/>
          </a:p>
          <a:p>
            <a:pPr marL="457200" lvl="0" indent="-298450" algn="l" rtl="0">
              <a:spcBef>
                <a:spcPts val="0"/>
              </a:spcBef>
              <a:spcAft>
                <a:spcPts val="0"/>
              </a:spcAft>
              <a:buSzPts val="1100"/>
              <a:buAutoNum type="arabicPeriod"/>
            </a:pPr>
            <a:r>
              <a:rPr lang="en" sz="1100" b="1" dirty="0"/>
              <a:t>Refund Request </a:t>
            </a:r>
            <a:r>
              <a:rPr lang="en" sz="1100" dirty="0"/>
              <a:t>- Whether the passenger requested a refund after a delay or cancellation</a:t>
            </a:r>
            <a:endParaRPr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93"/>
                                        </p:tgtEl>
                                        <p:attrNameLst>
                                          <p:attrName>style.visibility</p:attrName>
                                        </p:attrNameLst>
                                      </p:cBhvr>
                                      <p:to>
                                        <p:strVal val="visible"/>
                                      </p:to>
                                    </p:set>
                                    <p:animEffect transition="in" filter="fade">
                                      <p:cBhvr>
                                        <p:cTn id="7" dur="1000"/>
                                        <p:tgtEl>
                                          <p:spTgt spid="793"/>
                                        </p:tgtEl>
                                      </p:cBhvr>
                                    </p:animEffect>
                                    <p:anim calcmode="lin" valueType="num">
                                      <p:cBhvr>
                                        <p:cTn id="8" dur="1000" fill="hold"/>
                                        <p:tgtEl>
                                          <p:spTgt spid="793"/>
                                        </p:tgtEl>
                                        <p:attrNameLst>
                                          <p:attrName>ppt_x</p:attrName>
                                        </p:attrNameLst>
                                      </p:cBhvr>
                                      <p:tavLst>
                                        <p:tav tm="0">
                                          <p:val>
                                            <p:strVal val="#ppt_x"/>
                                          </p:val>
                                        </p:tav>
                                        <p:tav tm="100000">
                                          <p:val>
                                            <p:strVal val="#ppt_x"/>
                                          </p:val>
                                        </p:tav>
                                      </p:tavLst>
                                    </p:anim>
                                    <p:anim calcmode="lin" valueType="num">
                                      <p:cBhvr>
                                        <p:cTn id="9" dur="1000" fill="hold"/>
                                        <p:tgtEl>
                                          <p:spTgt spid="79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barn(inVertical)">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3" grpId="0"/>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63"/>
        <p:cNvGrpSpPr/>
        <p:nvPr/>
      </p:nvGrpSpPr>
      <p:grpSpPr>
        <a:xfrm>
          <a:off x="0" y="0"/>
          <a:ext cx="0" cy="0"/>
          <a:chOff x="0" y="0"/>
          <a:chExt cx="0" cy="0"/>
        </a:xfrm>
      </p:grpSpPr>
      <p:sp>
        <p:nvSpPr>
          <p:cNvPr id="1165" name="Google Shape;1165;p35"/>
          <p:cNvSpPr txBox="1">
            <a:spLocks noGrp="1"/>
          </p:cNvSpPr>
          <p:nvPr>
            <p:ph type="title"/>
          </p:nvPr>
        </p:nvSpPr>
        <p:spPr>
          <a:xfrm>
            <a:off x="720000" y="334125"/>
            <a:ext cx="7704000" cy="683700"/>
          </a:xfrm>
          <a:prstGeom prst="rect">
            <a:avLst/>
          </a:prstGeom>
        </p:spPr>
        <p:txBody>
          <a:bodyPr spcFirstLastPara="1" wrap="square" lIns="91425" tIns="91425" rIns="91425" bIns="91425" anchor="t" anchorCtr="0">
            <a:noAutofit/>
          </a:bodyPr>
          <a:lstStyle/>
          <a:p>
            <a:pPr lvl="0"/>
            <a:r>
              <a:rPr lang="en-US" dirty="0"/>
              <a:t>Problems found &amp; fixed:</a:t>
            </a:r>
            <a:endParaRPr dirty="0"/>
          </a:p>
        </p:txBody>
      </p:sp>
      <p:sp>
        <p:nvSpPr>
          <p:cNvPr id="1171" name="Google Shape;1171;p35"/>
          <p:cNvSpPr txBox="1">
            <a:spLocks noGrp="1"/>
          </p:cNvSpPr>
          <p:nvPr>
            <p:ph type="subTitle" idx="7"/>
          </p:nvPr>
        </p:nvSpPr>
        <p:spPr>
          <a:xfrm>
            <a:off x="822402" y="1910666"/>
            <a:ext cx="2798288" cy="484800"/>
          </a:xfrm>
          <a:prstGeom prst="rect">
            <a:avLst/>
          </a:prstGeom>
        </p:spPr>
        <p:txBody>
          <a:bodyPr spcFirstLastPara="1" wrap="square" lIns="91425" tIns="91425" rIns="91425" bIns="91425" anchor="b" anchorCtr="0">
            <a:noAutofit/>
          </a:bodyPr>
          <a:lstStyle/>
          <a:p>
            <a:pPr marL="0" lvl="0" indent="0"/>
            <a:r>
              <a:rPr lang="en-US" dirty="0"/>
              <a:t>Duplicate values </a:t>
            </a:r>
            <a:endParaRPr dirty="0"/>
          </a:p>
        </p:txBody>
      </p:sp>
      <p:sp>
        <p:nvSpPr>
          <p:cNvPr id="1172" name="Google Shape;1172;p35"/>
          <p:cNvSpPr txBox="1">
            <a:spLocks noGrp="1"/>
          </p:cNvSpPr>
          <p:nvPr>
            <p:ph type="subTitle" idx="8"/>
          </p:nvPr>
        </p:nvSpPr>
        <p:spPr>
          <a:xfrm>
            <a:off x="5254403" y="2094214"/>
            <a:ext cx="2699277" cy="484800"/>
          </a:xfrm>
          <a:prstGeom prst="rect">
            <a:avLst/>
          </a:prstGeom>
        </p:spPr>
        <p:txBody>
          <a:bodyPr spcFirstLastPara="1" wrap="square" lIns="91425" tIns="91425" rIns="91425" bIns="91425" anchor="b" anchorCtr="0">
            <a:noAutofit/>
          </a:bodyPr>
          <a:lstStyle/>
          <a:p>
            <a:pPr marL="0" lvl="0" indent="0"/>
            <a:r>
              <a:rPr lang="en-US" dirty="0"/>
              <a:t>Inconsistent labels </a:t>
            </a:r>
            <a:endParaRPr dirty="0"/>
          </a:p>
        </p:txBody>
      </p:sp>
      <p:sp>
        <p:nvSpPr>
          <p:cNvPr id="1174" name="Google Shape;1174;p35"/>
          <p:cNvSpPr txBox="1">
            <a:spLocks noGrp="1"/>
          </p:cNvSpPr>
          <p:nvPr>
            <p:ph type="subTitle" idx="13"/>
          </p:nvPr>
        </p:nvSpPr>
        <p:spPr>
          <a:xfrm>
            <a:off x="838426" y="3642320"/>
            <a:ext cx="2894082" cy="484800"/>
          </a:xfrm>
          <a:prstGeom prst="rect">
            <a:avLst/>
          </a:prstGeom>
        </p:spPr>
        <p:txBody>
          <a:bodyPr spcFirstLastPara="1" wrap="square" lIns="91425" tIns="91425" rIns="91425" bIns="91425" anchor="b" anchorCtr="0">
            <a:noAutofit/>
          </a:bodyPr>
          <a:lstStyle/>
          <a:p>
            <a:pPr marL="0" lvl="0" indent="0"/>
            <a:r>
              <a:rPr lang="en-US" dirty="0"/>
              <a:t>Null Delay Reason </a:t>
            </a:r>
            <a:endParaRPr dirty="0"/>
          </a:p>
        </p:txBody>
      </p:sp>
      <p:sp>
        <p:nvSpPr>
          <p:cNvPr id="1175" name="Google Shape;1175;p35"/>
          <p:cNvSpPr txBox="1">
            <a:spLocks noGrp="1"/>
          </p:cNvSpPr>
          <p:nvPr>
            <p:ph type="subTitle" idx="14"/>
          </p:nvPr>
        </p:nvSpPr>
        <p:spPr>
          <a:xfrm>
            <a:off x="5610397" y="3667034"/>
            <a:ext cx="2305500" cy="484800"/>
          </a:xfrm>
          <a:prstGeom prst="rect">
            <a:avLst/>
          </a:prstGeom>
        </p:spPr>
        <p:txBody>
          <a:bodyPr spcFirstLastPara="1" wrap="square" lIns="91425" tIns="91425" rIns="91425" bIns="91425" anchor="b" anchorCtr="0">
            <a:noAutofit/>
          </a:bodyPr>
          <a:lstStyle/>
          <a:p>
            <a:pPr marL="0" lvl="0" indent="0"/>
            <a:r>
              <a:rPr lang="en-US" dirty="0"/>
              <a:t>Type errors</a:t>
            </a:r>
            <a:endParaRPr dirty="0"/>
          </a:p>
        </p:txBody>
      </p:sp>
      <p:sp>
        <p:nvSpPr>
          <p:cNvPr id="1177" name="Google Shape;1177;p35"/>
          <p:cNvSpPr/>
          <p:nvPr/>
        </p:nvSpPr>
        <p:spPr>
          <a:xfrm>
            <a:off x="6500" y="4780600"/>
            <a:ext cx="9144000" cy="362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35"/>
          <p:cNvSpPr/>
          <p:nvPr/>
        </p:nvSpPr>
        <p:spPr>
          <a:xfrm>
            <a:off x="8324800" y="1938100"/>
            <a:ext cx="1045527" cy="217225"/>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FFFFFF">
              <a:alpha val="823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35"/>
          <p:cNvSpPr/>
          <p:nvPr/>
        </p:nvSpPr>
        <p:spPr>
          <a:xfrm>
            <a:off x="8402903" y="3186600"/>
            <a:ext cx="1292552" cy="527102"/>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FFFFFF">
              <a:alpha val="823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0" name="Google Shape;1180;p35"/>
          <p:cNvGrpSpPr/>
          <p:nvPr/>
        </p:nvGrpSpPr>
        <p:grpSpPr>
          <a:xfrm>
            <a:off x="1987588" y="1407555"/>
            <a:ext cx="367488" cy="361324"/>
            <a:chOff x="1424925" y="745725"/>
            <a:chExt cx="367488" cy="361324"/>
          </a:xfrm>
        </p:grpSpPr>
        <p:sp>
          <p:nvSpPr>
            <p:cNvPr id="1181" name="Google Shape;1181;p35"/>
            <p:cNvSpPr/>
            <p:nvPr/>
          </p:nvSpPr>
          <p:spPr>
            <a:xfrm>
              <a:off x="1424925" y="745725"/>
              <a:ext cx="367488" cy="361324"/>
            </a:xfrm>
            <a:custGeom>
              <a:avLst/>
              <a:gdLst/>
              <a:ahLst/>
              <a:cxnLst/>
              <a:rect l="l" t="t" r="r" b="b"/>
              <a:pathLst>
                <a:path w="10791" h="10610" extrusionOk="0">
                  <a:moveTo>
                    <a:pt x="5382" y="626"/>
                  </a:moveTo>
                  <a:cubicBezTo>
                    <a:pt x="7356" y="626"/>
                    <a:pt x="9094" y="1961"/>
                    <a:pt x="9595" y="3865"/>
                  </a:cubicBezTo>
                  <a:cubicBezTo>
                    <a:pt x="10109" y="5770"/>
                    <a:pt x="9275" y="7786"/>
                    <a:pt x="7565" y="8774"/>
                  </a:cubicBezTo>
                  <a:lnTo>
                    <a:pt x="7078" y="7481"/>
                  </a:lnTo>
                  <a:lnTo>
                    <a:pt x="6411" y="7481"/>
                  </a:lnTo>
                  <a:lnTo>
                    <a:pt x="6647" y="8106"/>
                  </a:lnTo>
                  <a:lnTo>
                    <a:pt x="4116" y="8106"/>
                  </a:lnTo>
                  <a:lnTo>
                    <a:pt x="4353" y="7481"/>
                  </a:lnTo>
                  <a:lnTo>
                    <a:pt x="3685" y="7481"/>
                  </a:lnTo>
                  <a:lnTo>
                    <a:pt x="3199" y="8774"/>
                  </a:lnTo>
                  <a:cubicBezTo>
                    <a:pt x="1489" y="7786"/>
                    <a:pt x="654" y="5770"/>
                    <a:pt x="1169" y="3865"/>
                  </a:cubicBezTo>
                  <a:cubicBezTo>
                    <a:pt x="1683" y="1961"/>
                    <a:pt x="3407" y="626"/>
                    <a:pt x="5382" y="626"/>
                  </a:cubicBezTo>
                  <a:close/>
                  <a:moveTo>
                    <a:pt x="6883" y="8732"/>
                  </a:moveTo>
                  <a:lnTo>
                    <a:pt x="7120" y="9358"/>
                  </a:lnTo>
                  <a:lnTo>
                    <a:pt x="3644" y="9358"/>
                  </a:lnTo>
                  <a:lnTo>
                    <a:pt x="3880" y="8732"/>
                  </a:lnTo>
                  <a:close/>
                  <a:moveTo>
                    <a:pt x="5382" y="0"/>
                  </a:moveTo>
                  <a:cubicBezTo>
                    <a:pt x="3101" y="0"/>
                    <a:pt x="1127" y="1543"/>
                    <a:pt x="557" y="3754"/>
                  </a:cubicBezTo>
                  <a:cubicBezTo>
                    <a:pt x="1" y="5965"/>
                    <a:pt x="988" y="8273"/>
                    <a:pt x="2990" y="9372"/>
                  </a:cubicBezTo>
                  <a:lnTo>
                    <a:pt x="2601" y="10387"/>
                  </a:lnTo>
                  <a:lnTo>
                    <a:pt x="3185" y="10609"/>
                  </a:lnTo>
                  <a:lnTo>
                    <a:pt x="3421" y="9983"/>
                  </a:lnTo>
                  <a:lnTo>
                    <a:pt x="7356" y="9983"/>
                  </a:lnTo>
                  <a:lnTo>
                    <a:pt x="7593" y="10609"/>
                  </a:lnTo>
                  <a:lnTo>
                    <a:pt x="8177" y="10387"/>
                  </a:lnTo>
                  <a:lnTo>
                    <a:pt x="7787" y="9372"/>
                  </a:lnTo>
                  <a:cubicBezTo>
                    <a:pt x="9789" y="8273"/>
                    <a:pt x="10791" y="5965"/>
                    <a:pt x="10221" y="3754"/>
                  </a:cubicBezTo>
                  <a:cubicBezTo>
                    <a:pt x="9650" y="1543"/>
                    <a:pt x="7662" y="0"/>
                    <a:pt x="538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35"/>
            <p:cNvSpPr/>
            <p:nvPr/>
          </p:nvSpPr>
          <p:spPr>
            <a:xfrm>
              <a:off x="1517284" y="809647"/>
              <a:ext cx="182330" cy="31739"/>
            </a:xfrm>
            <a:custGeom>
              <a:avLst/>
              <a:gdLst/>
              <a:ahLst/>
              <a:cxnLst/>
              <a:rect l="l" t="t" r="r" b="b"/>
              <a:pathLst>
                <a:path w="5354" h="932" extrusionOk="0">
                  <a:moveTo>
                    <a:pt x="1432" y="0"/>
                  </a:moveTo>
                  <a:cubicBezTo>
                    <a:pt x="807" y="0"/>
                    <a:pt x="250" y="362"/>
                    <a:pt x="0" y="932"/>
                  </a:cubicBezTo>
                  <a:lnTo>
                    <a:pt x="5353" y="932"/>
                  </a:lnTo>
                  <a:cubicBezTo>
                    <a:pt x="5103" y="362"/>
                    <a:pt x="4547" y="0"/>
                    <a:pt x="393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35"/>
            <p:cNvSpPr/>
            <p:nvPr/>
          </p:nvSpPr>
          <p:spPr>
            <a:xfrm>
              <a:off x="1512550" y="937016"/>
              <a:ext cx="191321" cy="42637"/>
            </a:xfrm>
            <a:custGeom>
              <a:avLst/>
              <a:gdLst/>
              <a:ahLst/>
              <a:cxnLst/>
              <a:rect l="l" t="t" r="r" b="b"/>
              <a:pathLst>
                <a:path w="5618" h="1252" extrusionOk="0">
                  <a:moveTo>
                    <a:pt x="0" y="0"/>
                  </a:moveTo>
                  <a:lnTo>
                    <a:pt x="0" y="1252"/>
                  </a:lnTo>
                  <a:lnTo>
                    <a:pt x="5617" y="1252"/>
                  </a:lnTo>
                  <a:lnTo>
                    <a:pt x="561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35"/>
            <p:cNvSpPr/>
            <p:nvPr/>
          </p:nvSpPr>
          <p:spPr>
            <a:xfrm>
              <a:off x="1619077" y="862672"/>
              <a:ext cx="84797" cy="53058"/>
            </a:xfrm>
            <a:custGeom>
              <a:avLst/>
              <a:gdLst/>
              <a:ahLst/>
              <a:cxnLst/>
              <a:rect l="l" t="t" r="r" b="b"/>
              <a:pathLst>
                <a:path w="2490" h="1558" extrusionOk="0">
                  <a:moveTo>
                    <a:pt x="1" y="0"/>
                  </a:moveTo>
                  <a:lnTo>
                    <a:pt x="1" y="1558"/>
                  </a:lnTo>
                  <a:lnTo>
                    <a:pt x="2489" y="1558"/>
                  </a:lnTo>
                  <a:lnTo>
                    <a:pt x="248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35"/>
            <p:cNvSpPr/>
            <p:nvPr/>
          </p:nvSpPr>
          <p:spPr>
            <a:xfrm>
              <a:off x="1512550" y="862672"/>
              <a:ext cx="85240" cy="53058"/>
            </a:xfrm>
            <a:custGeom>
              <a:avLst/>
              <a:gdLst/>
              <a:ahLst/>
              <a:cxnLst/>
              <a:rect l="l" t="t" r="r" b="b"/>
              <a:pathLst>
                <a:path w="2503" h="1558" extrusionOk="0">
                  <a:moveTo>
                    <a:pt x="0" y="0"/>
                  </a:moveTo>
                  <a:lnTo>
                    <a:pt x="0" y="1558"/>
                  </a:lnTo>
                  <a:lnTo>
                    <a:pt x="2503" y="1558"/>
                  </a:lnTo>
                  <a:lnTo>
                    <a:pt x="250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89" name="Google Shape;1189;p35"/>
          <p:cNvSpPr/>
          <p:nvPr/>
        </p:nvSpPr>
        <p:spPr>
          <a:xfrm>
            <a:off x="6444937" y="1372067"/>
            <a:ext cx="318210" cy="361664"/>
          </a:xfrm>
          <a:custGeom>
            <a:avLst/>
            <a:gdLst/>
            <a:ahLst/>
            <a:cxnLst/>
            <a:rect l="l" t="t" r="r" b="b"/>
            <a:pathLst>
              <a:path w="9344" h="10620" extrusionOk="0">
                <a:moveTo>
                  <a:pt x="5282" y="1575"/>
                </a:moveTo>
                <a:cubicBezTo>
                  <a:pt x="5722" y="1575"/>
                  <a:pt x="6160" y="1693"/>
                  <a:pt x="6549" y="1930"/>
                </a:cubicBezTo>
                <a:lnTo>
                  <a:pt x="5284" y="3195"/>
                </a:lnTo>
                <a:lnTo>
                  <a:pt x="4005" y="1930"/>
                </a:lnTo>
                <a:cubicBezTo>
                  <a:pt x="4401" y="1693"/>
                  <a:pt x="4842" y="1575"/>
                  <a:pt x="5282" y="1575"/>
                </a:cubicBezTo>
                <a:close/>
                <a:moveTo>
                  <a:pt x="3129" y="2806"/>
                </a:moveTo>
                <a:lnTo>
                  <a:pt x="4394" y="4071"/>
                </a:lnTo>
                <a:lnTo>
                  <a:pt x="3129" y="5336"/>
                </a:lnTo>
                <a:cubicBezTo>
                  <a:pt x="2670" y="4557"/>
                  <a:pt x="2670" y="3584"/>
                  <a:pt x="3129" y="2806"/>
                </a:cubicBezTo>
                <a:close/>
                <a:moveTo>
                  <a:pt x="7439" y="2806"/>
                </a:moveTo>
                <a:cubicBezTo>
                  <a:pt x="7898" y="3584"/>
                  <a:pt x="7898" y="4557"/>
                  <a:pt x="7439" y="5336"/>
                </a:cubicBezTo>
                <a:lnTo>
                  <a:pt x="6160" y="4071"/>
                </a:lnTo>
                <a:lnTo>
                  <a:pt x="7439" y="2806"/>
                </a:lnTo>
                <a:close/>
                <a:moveTo>
                  <a:pt x="5284" y="4947"/>
                </a:moveTo>
                <a:lnTo>
                  <a:pt x="6549" y="6226"/>
                </a:lnTo>
                <a:cubicBezTo>
                  <a:pt x="6160" y="6455"/>
                  <a:pt x="5722" y="6570"/>
                  <a:pt x="5284" y="6570"/>
                </a:cubicBezTo>
                <a:cubicBezTo>
                  <a:pt x="4846" y="6570"/>
                  <a:pt x="4408" y="6455"/>
                  <a:pt x="4018" y="6226"/>
                </a:cubicBezTo>
                <a:lnTo>
                  <a:pt x="5284" y="4947"/>
                </a:lnTo>
                <a:close/>
                <a:moveTo>
                  <a:pt x="5260" y="0"/>
                </a:moveTo>
                <a:cubicBezTo>
                  <a:pt x="4356" y="0"/>
                  <a:pt x="3434" y="305"/>
                  <a:pt x="2642" y="984"/>
                </a:cubicBezTo>
                <a:cubicBezTo>
                  <a:pt x="0" y="3237"/>
                  <a:pt x="1224" y="7547"/>
                  <a:pt x="4658" y="8075"/>
                </a:cubicBezTo>
                <a:lnTo>
                  <a:pt x="4658" y="10620"/>
                </a:lnTo>
                <a:lnTo>
                  <a:pt x="5909" y="10620"/>
                </a:lnTo>
                <a:lnTo>
                  <a:pt x="5909" y="8075"/>
                </a:lnTo>
                <a:cubicBezTo>
                  <a:pt x="7884" y="7769"/>
                  <a:pt x="9344" y="6073"/>
                  <a:pt x="9344" y="4071"/>
                </a:cubicBezTo>
                <a:cubicBezTo>
                  <a:pt x="9344" y="1642"/>
                  <a:pt x="7355" y="0"/>
                  <a:pt x="526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00" name="Google Shape;1200;p35"/>
          <p:cNvGrpSpPr/>
          <p:nvPr/>
        </p:nvGrpSpPr>
        <p:grpSpPr>
          <a:xfrm>
            <a:off x="6629648" y="3284415"/>
            <a:ext cx="309696" cy="361329"/>
            <a:chOff x="402128" y="2403043"/>
            <a:chExt cx="309696" cy="361329"/>
          </a:xfrm>
        </p:grpSpPr>
        <p:sp>
          <p:nvSpPr>
            <p:cNvPr id="1201" name="Google Shape;1201;p35"/>
            <p:cNvSpPr/>
            <p:nvPr/>
          </p:nvSpPr>
          <p:spPr>
            <a:xfrm>
              <a:off x="402605" y="2403043"/>
              <a:ext cx="309219" cy="265663"/>
            </a:xfrm>
            <a:custGeom>
              <a:avLst/>
              <a:gdLst/>
              <a:ahLst/>
              <a:cxnLst/>
              <a:rect l="l" t="t" r="r" b="b"/>
              <a:pathLst>
                <a:path w="9080" h="7801" extrusionOk="0">
                  <a:moveTo>
                    <a:pt x="2962" y="2809"/>
                  </a:moveTo>
                  <a:cubicBezTo>
                    <a:pt x="2600" y="3018"/>
                    <a:pt x="2280" y="3268"/>
                    <a:pt x="1988" y="3560"/>
                  </a:cubicBezTo>
                  <a:cubicBezTo>
                    <a:pt x="1696" y="3852"/>
                    <a:pt x="1446" y="4172"/>
                    <a:pt x="1238" y="4533"/>
                  </a:cubicBezTo>
                  <a:lnTo>
                    <a:pt x="1238" y="2809"/>
                  </a:lnTo>
                  <a:close/>
                  <a:moveTo>
                    <a:pt x="619" y="0"/>
                  </a:moveTo>
                  <a:cubicBezTo>
                    <a:pt x="309" y="0"/>
                    <a:pt x="0" y="209"/>
                    <a:pt x="0" y="626"/>
                  </a:cubicBezTo>
                  <a:lnTo>
                    <a:pt x="0" y="7801"/>
                  </a:lnTo>
                  <a:lnTo>
                    <a:pt x="1238" y="7801"/>
                  </a:lnTo>
                  <a:lnTo>
                    <a:pt x="1238" y="6869"/>
                  </a:lnTo>
                  <a:cubicBezTo>
                    <a:pt x="1238" y="4631"/>
                    <a:pt x="3059" y="2809"/>
                    <a:pt x="5298" y="2809"/>
                  </a:cubicBezTo>
                  <a:lnTo>
                    <a:pt x="5298" y="4394"/>
                  </a:lnTo>
                  <a:cubicBezTo>
                    <a:pt x="5402" y="4380"/>
                    <a:pt x="5506" y="4373"/>
                    <a:pt x="5611" y="4373"/>
                  </a:cubicBezTo>
                  <a:cubicBezTo>
                    <a:pt x="5715" y="4373"/>
                    <a:pt x="5819" y="4380"/>
                    <a:pt x="5923" y="4394"/>
                  </a:cubicBezTo>
                  <a:lnTo>
                    <a:pt x="5923" y="2809"/>
                  </a:lnTo>
                  <a:lnTo>
                    <a:pt x="8106" y="2809"/>
                  </a:lnTo>
                  <a:cubicBezTo>
                    <a:pt x="8123" y="2810"/>
                    <a:pt x="8139" y="2810"/>
                    <a:pt x="8155" y="2810"/>
                  </a:cubicBezTo>
                  <a:cubicBezTo>
                    <a:pt x="8662" y="2810"/>
                    <a:pt x="9080" y="2390"/>
                    <a:pt x="9080" y="1878"/>
                  </a:cubicBezTo>
                  <a:cubicBezTo>
                    <a:pt x="9080" y="1344"/>
                    <a:pt x="8649" y="932"/>
                    <a:pt x="8132" y="932"/>
                  </a:cubicBezTo>
                  <a:cubicBezTo>
                    <a:pt x="8124" y="932"/>
                    <a:pt x="8115" y="932"/>
                    <a:pt x="8106" y="932"/>
                  </a:cubicBezTo>
                  <a:lnTo>
                    <a:pt x="7800" y="932"/>
                  </a:lnTo>
                  <a:lnTo>
                    <a:pt x="7800" y="1572"/>
                  </a:lnTo>
                  <a:lnTo>
                    <a:pt x="8106" y="1572"/>
                  </a:lnTo>
                  <a:cubicBezTo>
                    <a:pt x="8119" y="1570"/>
                    <a:pt x="8132" y="1570"/>
                    <a:pt x="8144" y="1570"/>
                  </a:cubicBezTo>
                  <a:cubicBezTo>
                    <a:pt x="8539" y="1570"/>
                    <a:pt x="8539" y="2185"/>
                    <a:pt x="8144" y="2185"/>
                  </a:cubicBezTo>
                  <a:cubicBezTo>
                    <a:pt x="8132" y="2185"/>
                    <a:pt x="8119" y="2185"/>
                    <a:pt x="8106" y="2183"/>
                  </a:cubicBezTo>
                  <a:lnTo>
                    <a:pt x="5923" y="2183"/>
                  </a:lnTo>
                  <a:lnTo>
                    <a:pt x="5923" y="1572"/>
                  </a:lnTo>
                  <a:lnTo>
                    <a:pt x="5298" y="1572"/>
                  </a:lnTo>
                  <a:lnTo>
                    <a:pt x="5298" y="2183"/>
                  </a:lnTo>
                  <a:lnTo>
                    <a:pt x="1238" y="2183"/>
                  </a:lnTo>
                  <a:lnTo>
                    <a:pt x="1238" y="626"/>
                  </a:lnTo>
                  <a:cubicBezTo>
                    <a:pt x="1238" y="209"/>
                    <a:pt x="928" y="0"/>
                    <a:pt x="6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35"/>
            <p:cNvSpPr/>
            <p:nvPr/>
          </p:nvSpPr>
          <p:spPr>
            <a:xfrm>
              <a:off x="498710" y="2552684"/>
              <a:ext cx="189925" cy="189891"/>
            </a:xfrm>
            <a:custGeom>
              <a:avLst/>
              <a:gdLst/>
              <a:ahLst/>
              <a:cxnLst/>
              <a:rect l="l" t="t" r="r" b="b"/>
              <a:pathLst>
                <a:path w="5577" h="5576" extrusionOk="0">
                  <a:moveTo>
                    <a:pt x="3101" y="1850"/>
                  </a:moveTo>
                  <a:lnTo>
                    <a:pt x="3101" y="2920"/>
                  </a:lnTo>
                  <a:lnTo>
                    <a:pt x="2072" y="3949"/>
                  </a:lnTo>
                  <a:lnTo>
                    <a:pt x="1628" y="3504"/>
                  </a:lnTo>
                  <a:lnTo>
                    <a:pt x="2476" y="2656"/>
                  </a:lnTo>
                  <a:lnTo>
                    <a:pt x="2476" y="1850"/>
                  </a:lnTo>
                  <a:close/>
                  <a:moveTo>
                    <a:pt x="2476" y="0"/>
                  </a:moveTo>
                  <a:cubicBezTo>
                    <a:pt x="1169" y="139"/>
                    <a:pt x="140" y="1168"/>
                    <a:pt x="1" y="2475"/>
                  </a:cubicBezTo>
                  <a:lnTo>
                    <a:pt x="599" y="2475"/>
                  </a:lnTo>
                  <a:lnTo>
                    <a:pt x="599" y="3101"/>
                  </a:lnTo>
                  <a:lnTo>
                    <a:pt x="1" y="3101"/>
                  </a:lnTo>
                  <a:cubicBezTo>
                    <a:pt x="140" y="4394"/>
                    <a:pt x="1169" y="5423"/>
                    <a:pt x="2476" y="5576"/>
                  </a:cubicBezTo>
                  <a:lnTo>
                    <a:pt x="2476" y="4964"/>
                  </a:lnTo>
                  <a:lnTo>
                    <a:pt x="3101" y="4964"/>
                  </a:lnTo>
                  <a:lnTo>
                    <a:pt x="3101" y="5576"/>
                  </a:lnTo>
                  <a:cubicBezTo>
                    <a:pt x="4408" y="5423"/>
                    <a:pt x="5437" y="4394"/>
                    <a:pt x="5576" y="3101"/>
                  </a:cubicBezTo>
                  <a:lnTo>
                    <a:pt x="4978" y="3101"/>
                  </a:lnTo>
                  <a:lnTo>
                    <a:pt x="4978" y="2475"/>
                  </a:lnTo>
                  <a:lnTo>
                    <a:pt x="5576" y="2475"/>
                  </a:lnTo>
                  <a:cubicBezTo>
                    <a:pt x="5437" y="1168"/>
                    <a:pt x="4408" y="139"/>
                    <a:pt x="3101" y="0"/>
                  </a:cubicBezTo>
                  <a:lnTo>
                    <a:pt x="3101" y="598"/>
                  </a:lnTo>
                  <a:lnTo>
                    <a:pt x="2476" y="598"/>
                  </a:lnTo>
                  <a:lnTo>
                    <a:pt x="247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35"/>
            <p:cNvSpPr/>
            <p:nvPr/>
          </p:nvSpPr>
          <p:spPr>
            <a:xfrm>
              <a:off x="402128" y="2689996"/>
              <a:ext cx="42637" cy="74376"/>
            </a:xfrm>
            <a:custGeom>
              <a:avLst/>
              <a:gdLst/>
              <a:ahLst/>
              <a:cxnLst/>
              <a:rect l="l" t="t" r="r" b="b"/>
              <a:pathLst>
                <a:path w="1252" h="2184" extrusionOk="0">
                  <a:moveTo>
                    <a:pt x="0" y="1"/>
                  </a:moveTo>
                  <a:lnTo>
                    <a:pt x="0" y="2184"/>
                  </a:lnTo>
                  <a:lnTo>
                    <a:pt x="1252" y="2184"/>
                  </a:lnTo>
                  <a:lnTo>
                    <a:pt x="125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4" name="Google Shape;1204;p35"/>
          <p:cNvGrpSpPr/>
          <p:nvPr/>
        </p:nvGrpSpPr>
        <p:grpSpPr>
          <a:xfrm>
            <a:off x="2021933" y="3215729"/>
            <a:ext cx="297879" cy="361328"/>
            <a:chOff x="396918" y="3231720"/>
            <a:chExt cx="297879" cy="361328"/>
          </a:xfrm>
        </p:grpSpPr>
        <p:sp>
          <p:nvSpPr>
            <p:cNvPr id="1205" name="Google Shape;1205;p35"/>
            <p:cNvSpPr/>
            <p:nvPr/>
          </p:nvSpPr>
          <p:spPr>
            <a:xfrm>
              <a:off x="396918" y="3484106"/>
              <a:ext cx="297879" cy="108942"/>
            </a:xfrm>
            <a:custGeom>
              <a:avLst/>
              <a:gdLst/>
              <a:ahLst/>
              <a:cxnLst/>
              <a:rect l="l" t="t" r="r" b="b"/>
              <a:pathLst>
                <a:path w="8747" h="3199" extrusionOk="0">
                  <a:moveTo>
                    <a:pt x="2837" y="0"/>
                  </a:moveTo>
                  <a:lnTo>
                    <a:pt x="2058" y="195"/>
                  </a:lnTo>
                  <a:cubicBezTo>
                    <a:pt x="848" y="487"/>
                    <a:pt x="0" y="1571"/>
                    <a:pt x="0" y="2823"/>
                  </a:cubicBezTo>
                  <a:lnTo>
                    <a:pt x="0" y="3198"/>
                  </a:lnTo>
                  <a:lnTo>
                    <a:pt x="1571" y="3198"/>
                  </a:lnTo>
                  <a:lnTo>
                    <a:pt x="1571" y="2267"/>
                  </a:lnTo>
                  <a:lnTo>
                    <a:pt x="2197" y="2267"/>
                  </a:lnTo>
                  <a:lnTo>
                    <a:pt x="2197" y="3198"/>
                  </a:lnTo>
                  <a:lnTo>
                    <a:pt x="6563" y="3198"/>
                  </a:lnTo>
                  <a:lnTo>
                    <a:pt x="6563" y="2267"/>
                  </a:lnTo>
                  <a:lnTo>
                    <a:pt x="7189" y="2267"/>
                  </a:lnTo>
                  <a:lnTo>
                    <a:pt x="7189" y="3198"/>
                  </a:lnTo>
                  <a:lnTo>
                    <a:pt x="8746" y="3198"/>
                  </a:lnTo>
                  <a:lnTo>
                    <a:pt x="8746" y="2823"/>
                  </a:lnTo>
                  <a:cubicBezTo>
                    <a:pt x="8746" y="1571"/>
                    <a:pt x="7898" y="487"/>
                    <a:pt x="6702" y="195"/>
                  </a:cubicBezTo>
                  <a:lnTo>
                    <a:pt x="6688" y="195"/>
                  </a:lnTo>
                  <a:lnTo>
                    <a:pt x="5924" y="0"/>
                  </a:lnTo>
                  <a:cubicBezTo>
                    <a:pt x="5798" y="751"/>
                    <a:pt x="5145" y="1307"/>
                    <a:pt x="4380" y="1307"/>
                  </a:cubicBezTo>
                  <a:cubicBezTo>
                    <a:pt x="3601" y="1307"/>
                    <a:pt x="2948" y="751"/>
                    <a:pt x="28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06" name="Google Shape;1206;p35"/>
            <p:cNvSpPr/>
            <p:nvPr/>
          </p:nvSpPr>
          <p:spPr>
            <a:xfrm>
              <a:off x="513865" y="3470824"/>
              <a:ext cx="63955" cy="37461"/>
            </a:xfrm>
            <a:custGeom>
              <a:avLst/>
              <a:gdLst/>
              <a:ahLst/>
              <a:cxnLst/>
              <a:rect l="l" t="t" r="r" b="b"/>
              <a:pathLst>
                <a:path w="1878" h="1100" extrusionOk="0">
                  <a:moveTo>
                    <a:pt x="1" y="1"/>
                  </a:moveTo>
                  <a:lnTo>
                    <a:pt x="1" y="154"/>
                  </a:lnTo>
                  <a:cubicBezTo>
                    <a:pt x="1" y="668"/>
                    <a:pt x="418" y="1099"/>
                    <a:pt x="932" y="1099"/>
                  </a:cubicBezTo>
                  <a:cubicBezTo>
                    <a:pt x="1461" y="1099"/>
                    <a:pt x="1878" y="668"/>
                    <a:pt x="1878" y="154"/>
                  </a:cubicBezTo>
                  <a:lnTo>
                    <a:pt x="1878" y="1"/>
                  </a:lnTo>
                  <a:cubicBezTo>
                    <a:pt x="1572" y="105"/>
                    <a:pt x="1256" y="157"/>
                    <a:pt x="939" y="157"/>
                  </a:cubicBezTo>
                  <a:cubicBezTo>
                    <a:pt x="623" y="157"/>
                    <a:pt x="307" y="105"/>
                    <a:pt x="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35"/>
            <p:cNvSpPr/>
            <p:nvPr/>
          </p:nvSpPr>
          <p:spPr>
            <a:xfrm>
              <a:off x="471261" y="3339199"/>
              <a:ext cx="149195" cy="115583"/>
            </a:xfrm>
            <a:custGeom>
              <a:avLst/>
              <a:gdLst/>
              <a:ahLst/>
              <a:cxnLst/>
              <a:rect l="l" t="t" r="r" b="b"/>
              <a:pathLst>
                <a:path w="4381" h="3394" extrusionOk="0">
                  <a:moveTo>
                    <a:pt x="0" y="0"/>
                  </a:moveTo>
                  <a:lnTo>
                    <a:pt x="0" y="1210"/>
                  </a:lnTo>
                  <a:cubicBezTo>
                    <a:pt x="0" y="2420"/>
                    <a:pt x="987" y="3393"/>
                    <a:pt x="2183" y="3393"/>
                  </a:cubicBezTo>
                  <a:cubicBezTo>
                    <a:pt x="3393" y="3393"/>
                    <a:pt x="4380" y="2420"/>
                    <a:pt x="4380" y="1210"/>
                  </a:cubicBezTo>
                  <a:lnTo>
                    <a:pt x="4380" y="0"/>
                  </a:lnTo>
                  <a:cubicBezTo>
                    <a:pt x="4046" y="376"/>
                    <a:pt x="3574" y="598"/>
                    <a:pt x="3073" y="598"/>
                  </a:cubicBezTo>
                  <a:lnTo>
                    <a:pt x="1307" y="598"/>
                  </a:lnTo>
                  <a:cubicBezTo>
                    <a:pt x="807" y="598"/>
                    <a:pt x="334" y="376"/>
                    <a:pt x="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35"/>
            <p:cNvSpPr/>
            <p:nvPr/>
          </p:nvSpPr>
          <p:spPr>
            <a:xfrm>
              <a:off x="460363" y="3231720"/>
              <a:ext cx="170513" cy="42637"/>
            </a:xfrm>
            <a:custGeom>
              <a:avLst/>
              <a:gdLst/>
              <a:ahLst/>
              <a:cxnLst/>
              <a:rect l="l" t="t" r="r" b="b"/>
              <a:pathLst>
                <a:path w="5007" h="1252" extrusionOk="0">
                  <a:moveTo>
                    <a:pt x="946" y="0"/>
                  </a:moveTo>
                  <a:lnTo>
                    <a:pt x="0" y="932"/>
                  </a:lnTo>
                  <a:lnTo>
                    <a:pt x="112" y="1252"/>
                  </a:lnTo>
                  <a:lnTo>
                    <a:pt x="4909" y="1252"/>
                  </a:lnTo>
                  <a:lnTo>
                    <a:pt x="5006" y="932"/>
                  </a:lnTo>
                  <a:lnTo>
                    <a:pt x="40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35"/>
            <p:cNvSpPr/>
            <p:nvPr/>
          </p:nvSpPr>
          <p:spPr>
            <a:xfrm>
              <a:off x="471261" y="3295642"/>
              <a:ext cx="149195" cy="42637"/>
            </a:xfrm>
            <a:custGeom>
              <a:avLst/>
              <a:gdLst/>
              <a:ahLst/>
              <a:cxnLst/>
              <a:rect l="l" t="t" r="r" b="b"/>
              <a:pathLst>
                <a:path w="4381" h="1252" extrusionOk="0">
                  <a:moveTo>
                    <a:pt x="0" y="0"/>
                  </a:moveTo>
                  <a:lnTo>
                    <a:pt x="334" y="640"/>
                  </a:lnTo>
                  <a:cubicBezTo>
                    <a:pt x="515" y="1015"/>
                    <a:pt x="890" y="1252"/>
                    <a:pt x="1307" y="1252"/>
                  </a:cubicBezTo>
                  <a:lnTo>
                    <a:pt x="3073" y="1252"/>
                  </a:lnTo>
                  <a:cubicBezTo>
                    <a:pt x="3490" y="1252"/>
                    <a:pt x="3866" y="1015"/>
                    <a:pt x="4060" y="640"/>
                  </a:cubicBezTo>
                  <a:lnTo>
                    <a:pt x="438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65"/>
                                        </p:tgtEl>
                                        <p:attrNameLst>
                                          <p:attrName>style.visibility</p:attrName>
                                        </p:attrNameLst>
                                      </p:cBhvr>
                                      <p:to>
                                        <p:strVal val="visible"/>
                                      </p:to>
                                    </p:set>
                                    <p:anim calcmode="lin" valueType="num">
                                      <p:cBhvr additive="base">
                                        <p:cTn id="7" dur="500" fill="hold"/>
                                        <p:tgtEl>
                                          <p:spTgt spid="1165"/>
                                        </p:tgtEl>
                                        <p:attrNameLst>
                                          <p:attrName>ppt_x</p:attrName>
                                        </p:attrNameLst>
                                      </p:cBhvr>
                                      <p:tavLst>
                                        <p:tav tm="0">
                                          <p:val>
                                            <p:strVal val="#ppt_x"/>
                                          </p:val>
                                        </p:tav>
                                        <p:tav tm="100000">
                                          <p:val>
                                            <p:strVal val="#ppt_x"/>
                                          </p:val>
                                        </p:tav>
                                      </p:tavLst>
                                    </p:anim>
                                    <p:anim calcmode="lin" valueType="num">
                                      <p:cBhvr additive="base">
                                        <p:cTn id="8" dur="500" fill="hold"/>
                                        <p:tgtEl>
                                          <p:spTgt spid="116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80"/>
                                        </p:tgtEl>
                                        <p:attrNameLst>
                                          <p:attrName>style.visibility</p:attrName>
                                        </p:attrNameLst>
                                      </p:cBhvr>
                                      <p:to>
                                        <p:strVal val="visible"/>
                                      </p:to>
                                    </p:set>
                                    <p:anim calcmode="lin" valueType="num">
                                      <p:cBhvr additive="base">
                                        <p:cTn id="13" dur="500" fill="hold"/>
                                        <p:tgtEl>
                                          <p:spTgt spid="1180"/>
                                        </p:tgtEl>
                                        <p:attrNameLst>
                                          <p:attrName>ppt_x</p:attrName>
                                        </p:attrNameLst>
                                      </p:cBhvr>
                                      <p:tavLst>
                                        <p:tav tm="0">
                                          <p:val>
                                            <p:strVal val="#ppt_x"/>
                                          </p:val>
                                        </p:tav>
                                        <p:tav tm="100000">
                                          <p:val>
                                            <p:strVal val="#ppt_x"/>
                                          </p:val>
                                        </p:tav>
                                      </p:tavLst>
                                    </p:anim>
                                    <p:anim calcmode="lin" valueType="num">
                                      <p:cBhvr additive="base">
                                        <p:cTn id="14" dur="500" fill="hold"/>
                                        <p:tgtEl>
                                          <p:spTgt spid="118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71">
                                            <p:txEl>
                                              <p:pRg st="0" end="0"/>
                                            </p:txEl>
                                          </p:spTgt>
                                        </p:tgtEl>
                                        <p:attrNameLst>
                                          <p:attrName>style.visibility</p:attrName>
                                        </p:attrNameLst>
                                      </p:cBhvr>
                                      <p:to>
                                        <p:strVal val="visible"/>
                                      </p:to>
                                    </p:set>
                                    <p:anim calcmode="lin" valueType="num">
                                      <p:cBhvr additive="base">
                                        <p:cTn id="19" dur="500" fill="hold"/>
                                        <p:tgtEl>
                                          <p:spTgt spid="1171">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7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1189"/>
                                        </p:tgtEl>
                                        <p:attrNameLst>
                                          <p:attrName>style.visibility</p:attrName>
                                        </p:attrNameLst>
                                      </p:cBhvr>
                                      <p:to>
                                        <p:strVal val="visible"/>
                                      </p:to>
                                    </p:set>
                                    <p:animEffect transition="in" filter="barn(inVertical)">
                                      <p:cBhvr>
                                        <p:cTn id="25" dur="500"/>
                                        <p:tgtEl>
                                          <p:spTgt spid="1189"/>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nodeType="clickEffect">
                                  <p:stCondLst>
                                    <p:cond delay="0"/>
                                  </p:stCondLst>
                                  <p:childTnLst>
                                    <p:set>
                                      <p:cBhvr>
                                        <p:cTn id="29" dur="1" fill="hold">
                                          <p:stCondLst>
                                            <p:cond delay="0"/>
                                          </p:stCondLst>
                                        </p:cTn>
                                        <p:tgtEl>
                                          <p:spTgt spid="1172">
                                            <p:txEl>
                                              <p:pRg st="0" end="0"/>
                                            </p:txEl>
                                          </p:spTgt>
                                        </p:tgtEl>
                                        <p:attrNameLst>
                                          <p:attrName>style.visibility</p:attrName>
                                        </p:attrNameLst>
                                      </p:cBhvr>
                                      <p:to>
                                        <p:strVal val="visible"/>
                                      </p:to>
                                    </p:set>
                                    <p:animEffect transition="in" filter="barn(inVertical)">
                                      <p:cBhvr>
                                        <p:cTn id="30" dur="500"/>
                                        <p:tgtEl>
                                          <p:spTgt spid="1172">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nodeType="clickEffect">
                                  <p:stCondLst>
                                    <p:cond delay="0"/>
                                  </p:stCondLst>
                                  <p:childTnLst>
                                    <p:set>
                                      <p:cBhvr>
                                        <p:cTn id="34" dur="1" fill="hold">
                                          <p:stCondLst>
                                            <p:cond delay="0"/>
                                          </p:stCondLst>
                                        </p:cTn>
                                        <p:tgtEl>
                                          <p:spTgt spid="1204"/>
                                        </p:tgtEl>
                                        <p:attrNameLst>
                                          <p:attrName>style.visibility</p:attrName>
                                        </p:attrNameLst>
                                      </p:cBhvr>
                                      <p:to>
                                        <p:strVal val="visible"/>
                                      </p:to>
                                    </p:set>
                                    <p:animEffect transition="in" filter="barn(inVertical)">
                                      <p:cBhvr>
                                        <p:cTn id="35" dur="500"/>
                                        <p:tgtEl>
                                          <p:spTgt spid="1204"/>
                                        </p:tgtEl>
                                      </p:cBhvr>
                                    </p:animEffect>
                                  </p:childTnLst>
                                </p:cTn>
                              </p:par>
                            </p:childTnLst>
                          </p:cTn>
                        </p:par>
                      </p:childTnLst>
                    </p:cTn>
                  </p:par>
                  <p:par>
                    <p:cTn id="36" fill="hold">
                      <p:stCondLst>
                        <p:cond delay="indefinite"/>
                      </p:stCondLst>
                      <p:childTnLst>
                        <p:par>
                          <p:cTn id="37" fill="hold">
                            <p:stCondLst>
                              <p:cond delay="0"/>
                            </p:stCondLst>
                            <p:childTnLst>
                              <p:par>
                                <p:cTn id="38" presetID="16" presetClass="entr" presetSubtype="21" fill="hold" grpId="0" nodeType="clickEffect">
                                  <p:stCondLst>
                                    <p:cond delay="0"/>
                                  </p:stCondLst>
                                  <p:childTnLst>
                                    <p:set>
                                      <p:cBhvr>
                                        <p:cTn id="39" dur="1" fill="hold">
                                          <p:stCondLst>
                                            <p:cond delay="0"/>
                                          </p:stCondLst>
                                        </p:cTn>
                                        <p:tgtEl>
                                          <p:spTgt spid="1174">
                                            <p:txEl>
                                              <p:pRg st="0" end="0"/>
                                            </p:txEl>
                                          </p:spTgt>
                                        </p:tgtEl>
                                        <p:attrNameLst>
                                          <p:attrName>style.visibility</p:attrName>
                                        </p:attrNameLst>
                                      </p:cBhvr>
                                      <p:to>
                                        <p:strVal val="visible"/>
                                      </p:to>
                                    </p:set>
                                    <p:animEffect transition="in" filter="barn(inVertical)">
                                      <p:cBhvr>
                                        <p:cTn id="40" dur="500"/>
                                        <p:tgtEl>
                                          <p:spTgt spid="117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6" presetClass="entr" presetSubtype="21" fill="hold" nodeType="clickEffect">
                                  <p:stCondLst>
                                    <p:cond delay="0"/>
                                  </p:stCondLst>
                                  <p:childTnLst>
                                    <p:set>
                                      <p:cBhvr>
                                        <p:cTn id="44" dur="1" fill="hold">
                                          <p:stCondLst>
                                            <p:cond delay="0"/>
                                          </p:stCondLst>
                                        </p:cTn>
                                        <p:tgtEl>
                                          <p:spTgt spid="1200"/>
                                        </p:tgtEl>
                                        <p:attrNameLst>
                                          <p:attrName>style.visibility</p:attrName>
                                        </p:attrNameLst>
                                      </p:cBhvr>
                                      <p:to>
                                        <p:strVal val="visible"/>
                                      </p:to>
                                    </p:set>
                                    <p:animEffect transition="in" filter="barn(inVertical)">
                                      <p:cBhvr>
                                        <p:cTn id="45" dur="500"/>
                                        <p:tgtEl>
                                          <p:spTgt spid="1200"/>
                                        </p:tgtEl>
                                      </p:cBhvr>
                                    </p:animEffect>
                                  </p:childTnLst>
                                </p:cTn>
                              </p:par>
                            </p:childTnLst>
                          </p:cTn>
                        </p:par>
                      </p:childTnLst>
                    </p:cTn>
                  </p:par>
                  <p:par>
                    <p:cTn id="46" fill="hold">
                      <p:stCondLst>
                        <p:cond delay="indefinite"/>
                      </p:stCondLst>
                      <p:childTnLst>
                        <p:par>
                          <p:cTn id="47" fill="hold">
                            <p:stCondLst>
                              <p:cond delay="0"/>
                            </p:stCondLst>
                            <p:childTnLst>
                              <p:par>
                                <p:cTn id="48" presetID="16" presetClass="entr" presetSubtype="21" fill="hold" nodeType="clickEffect">
                                  <p:stCondLst>
                                    <p:cond delay="0"/>
                                  </p:stCondLst>
                                  <p:childTnLst>
                                    <p:set>
                                      <p:cBhvr>
                                        <p:cTn id="49" dur="1" fill="hold">
                                          <p:stCondLst>
                                            <p:cond delay="0"/>
                                          </p:stCondLst>
                                        </p:cTn>
                                        <p:tgtEl>
                                          <p:spTgt spid="1175">
                                            <p:txEl>
                                              <p:pRg st="0" end="0"/>
                                            </p:txEl>
                                          </p:spTgt>
                                        </p:tgtEl>
                                        <p:attrNameLst>
                                          <p:attrName>style.visibility</p:attrName>
                                        </p:attrNameLst>
                                      </p:cBhvr>
                                      <p:to>
                                        <p:strVal val="visible"/>
                                      </p:to>
                                    </p:set>
                                    <p:animEffect transition="in" filter="barn(inVertical)">
                                      <p:cBhvr>
                                        <p:cTn id="50" dur="500"/>
                                        <p:tgtEl>
                                          <p:spTgt spid="117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5" grpId="0"/>
      <p:bldP spid="1174" grpId="0" build="p"/>
      <p:bldP spid="118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16"/>
        <p:cNvGrpSpPr/>
        <p:nvPr/>
      </p:nvGrpSpPr>
      <p:grpSpPr>
        <a:xfrm>
          <a:off x="0" y="0"/>
          <a:ext cx="0" cy="0"/>
          <a:chOff x="0" y="0"/>
          <a:chExt cx="0" cy="0"/>
        </a:xfrm>
      </p:grpSpPr>
      <p:sp>
        <p:nvSpPr>
          <p:cNvPr id="1017" name="Google Shape;1017;p31"/>
          <p:cNvSpPr txBox="1">
            <a:spLocks noGrp="1"/>
          </p:cNvSpPr>
          <p:nvPr>
            <p:ph type="title"/>
          </p:nvPr>
        </p:nvSpPr>
        <p:spPr>
          <a:xfrm>
            <a:off x="720000" y="0"/>
            <a:ext cx="7704000" cy="683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Data Cleaning</a:t>
            </a:r>
            <a:endParaRPr dirty="0"/>
          </a:p>
        </p:txBody>
      </p:sp>
      <p:sp>
        <p:nvSpPr>
          <p:cNvPr id="1033" name="Google Shape;1033;p31"/>
          <p:cNvSpPr/>
          <p:nvPr/>
        </p:nvSpPr>
        <p:spPr>
          <a:xfrm>
            <a:off x="7983188" y="4308475"/>
            <a:ext cx="1045527" cy="217225"/>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31"/>
          <p:cNvSpPr/>
          <p:nvPr/>
        </p:nvSpPr>
        <p:spPr>
          <a:xfrm flipH="1">
            <a:off x="6302850" y="4104413"/>
            <a:ext cx="1550376" cy="429723"/>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 name="Picture 10">
            <a:extLst>
              <a:ext uri="{FF2B5EF4-FFF2-40B4-BE49-F238E27FC236}">
                <a16:creationId xmlns:a16="http://schemas.microsoft.com/office/drawing/2014/main" id="{1371BDDD-7CF0-2AB1-42E6-8F22C441017A}"/>
              </a:ext>
            </a:extLst>
          </p:cNvPr>
          <p:cNvPicPr>
            <a:picLocks noChangeAspect="1"/>
          </p:cNvPicPr>
          <p:nvPr/>
        </p:nvPicPr>
        <p:blipFill>
          <a:blip r:embed="rId3"/>
          <a:stretch>
            <a:fillRect/>
          </a:stretch>
        </p:blipFill>
        <p:spPr>
          <a:xfrm>
            <a:off x="1036321" y="617800"/>
            <a:ext cx="7306490" cy="3916336"/>
          </a:xfrm>
          <a:prstGeom prst="rect">
            <a:avLst/>
          </a:prstGeom>
          <a:ln>
            <a:noFill/>
          </a:ln>
          <a:effectLst>
            <a:softEdge rad="11250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17"/>
                                        </p:tgtEl>
                                        <p:attrNameLst>
                                          <p:attrName>style.visibility</p:attrName>
                                        </p:attrNameLst>
                                      </p:cBhvr>
                                      <p:to>
                                        <p:strVal val="visible"/>
                                      </p:to>
                                    </p:set>
                                    <p:animEffect transition="in" filter="fade">
                                      <p:cBhvr>
                                        <p:cTn id="7" dur="1000"/>
                                        <p:tgtEl>
                                          <p:spTgt spid="1017"/>
                                        </p:tgtEl>
                                      </p:cBhvr>
                                    </p:animEffect>
                                    <p:anim calcmode="lin" valueType="num">
                                      <p:cBhvr>
                                        <p:cTn id="8" dur="1000" fill="hold"/>
                                        <p:tgtEl>
                                          <p:spTgt spid="1017"/>
                                        </p:tgtEl>
                                        <p:attrNameLst>
                                          <p:attrName>ppt_x</p:attrName>
                                        </p:attrNameLst>
                                      </p:cBhvr>
                                      <p:tavLst>
                                        <p:tav tm="0">
                                          <p:val>
                                            <p:strVal val="#ppt_x"/>
                                          </p:val>
                                        </p:tav>
                                        <p:tav tm="100000">
                                          <p:val>
                                            <p:strVal val="#ppt_x"/>
                                          </p:val>
                                        </p:tav>
                                      </p:tavLst>
                                    </p:anim>
                                    <p:anim calcmode="lin" valueType="num">
                                      <p:cBhvr>
                                        <p:cTn id="9" dur="1000" fill="hold"/>
                                        <p:tgtEl>
                                          <p:spTgt spid="10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barn(inVertical)">
                                      <p:cBhvr>
                                        <p:cTn id="1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13"/>
        <p:cNvGrpSpPr/>
        <p:nvPr/>
      </p:nvGrpSpPr>
      <p:grpSpPr>
        <a:xfrm>
          <a:off x="0" y="0"/>
          <a:ext cx="0" cy="0"/>
          <a:chOff x="0" y="0"/>
          <a:chExt cx="0" cy="0"/>
        </a:xfrm>
      </p:grpSpPr>
      <p:sp>
        <p:nvSpPr>
          <p:cNvPr id="1214" name="Google Shape;1214;p36"/>
          <p:cNvSpPr txBox="1">
            <a:spLocks noGrp="1"/>
          </p:cNvSpPr>
          <p:nvPr>
            <p:ph type="title"/>
          </p:nvPr>
        </p:nvSpPr>
        <p:spPr>
          <a:xfrm>
            <a:off x="2310231" y="704250"/>
            <a:ext cx="5797260" cy="2173200"/>
          </a:xfrm>
          <a:prstGeom prst="rect">
            <a:avLst/>
          </a:prstGeom>
        </p:spPr>
        <p:txBody>
          <a:bodyPr spcFirstLastPara="1" wrap="square" lIns="91425" tIns="91425" rIns="91425" bIns="91425" anchor="ctr" anchorCtr="0">
            <a:noAutofit/>
          </a:bodyPr>
          <a:lstStyle/>
          <a:p>
            <a:pPr lvl="0"/>
            <a:r>
              <a:rPr lang="en-US" dirty="0"/>
              <a:t>Data Modeling</a:t>
            </a:r>
            <a:endParaRPr dirty="0"/>
          </a:p>
        </p:txBody>
      </p:sp>
      <p:grpSp>
        <p:nvGrpSpPr>
          <p:cNvPr id="1215" name="Google Shape;1215;p36"/>
          <p:cNvGrpSpPr/>
          <p:nvPr/>
        </p:nvGrpSpPr>
        <p:grpSpPr>
          <a:xfrm>
            <a:off x="-50" y="2772373"/>
            <a:ext cx="9715446" cy="1783927"/>
            <a:chOff x="-50" y="2772373"/>
            <a:chExt cx="9715446" cy="1783927"/>
          </a:xfrm>
        </p:grpSpPr>
        <p:sp>
          <p:nvSpPr>
            <p:cNvPr id="1216" name="Google Shape;1216;p36"/>
            <p:cNvSpPr/>
            <p:nvPr/>
          </p:nvSpPr>
          <p:spPr>
            <a:xfrm>
              <a:off x="-50" y="3494675"/>
              <a:ext cx="9150600" cy="1902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17" name="Google Shape;1217;p36"/>
            <p:cNvGrpSpPr/>
            <p:nvPr/>
          </p:nvGrpSpPr>
          <p:grpSpPr>
            <a:xfrm>
              <a:off x="691624" y="2772373"/>
              <a:ext cx="9023772" cy="1783927"/>
              <a:chOff x="691624" y="2772373"/>
              <a:chExt cx="9023772" cy="1783927"/>
            </a:xfrm>
          </p:grpSpPr>
          <p:grpSp>
            <p:nvGrpSpPr>
              <p:cNvPr id="1218" name="Google Shape;1218;p36"/>
              <p:cNvGrpSpPr/>
              <p:nvPr/>
            </p:nvGrpSpPr>
            <p:grpSpPr>
              <a:xfrm>
                <a:off x="3917348" y="3121950"/>
                <a:ext cx="5798047" cy="1422314"/>
                <a:chOff x="261325" y="2162222"/>
                <a:chExt cx="3789821" cy="929678"/>
              </a:xfrm>
            </p:grpSpPr>
            <p:sp>
              <p:nvSpPr>
                <p:cNvPr id="1219" name="Google Shape;1219;p36"/>
                <p:cNvSpPr/>
                <p:nvPr/>
              </p:nvSpPr>
              <p:spPr>
                <a:xfrm>
                  <a:off x="3106893" y="2922306"/>
                  <a:ext cx="95691" cy="169595"/>
                </a:xfrm>
                <a:custGeom>
                  <a:avLst/>
                  <a:gdLst/>
                  <a:ahLst/>
                  <a:cxnLst/>
                  <a:rect l="l" t="t" r="r" b="b"/>
                  <a:pathLst>
                    <a:path w="650" h="1152" extrusionOk="0">
                      <a:moveTo>
                        <a:pt x="21" y="1"/>
                      </a:moveTo>
                      <a:cubicBezTo>
                        <a:pt x="14" y="1"/>
                        <a:pt x="7" y="1"/>
                        <a:pt x="0" y="1"/>
                      </a:cubicBezTo>
                      <a:lnTo>
                        <a:pt x="42" y="1"/>
                      </a:lnTo>
                      <a:cubicBezTo>
                        <a:pt x="35" y="1"/>
                        <a:pt x="28" y="1"/>
                        <a:pt x="21" y="1"/>
                      </a:cubicBezTo>
                      <a:close/>
                      <a:moveTo>
                        <a:pt x="42" y="1"/>
                      </a:moveTo>
                      <a:lnTo>
                        <a:pt x="42" y="1"/>
                      </a:lnTo>
                      <a:cubicBezTo>
                        <a:pt x="48" y="1"/>
                        <a:pt x="54" y="2"/>
                        <a:pt x="60" y="2"/>
                      </a:cubicBezTo>
                      <a:lnTo>
                        <a:pt x="60" y="2"/>
                      </a:lnTo>
                      <a:cubicBezTo>
                        <a:pt x="55" y="2"/>
                        <a:pt x="50" y="1"/>
                        <a:pt x="45" y="1"/>
                      </a:cubicBezTo>
                      <a:close/>
                      <a:moveTo>
                        <a:pt x="60" y="2"/>
                      </a:moveTo>
                      <a:cubicBezTo>
                        <a:pt x="77" y="3"/>
                        <a:pt x="93" y="5"/>
                        <a:pt x="109" y="7"/>
                      </a:cubicBezTo>
                      <a:lnTo>
                        <a:pt x="109" y="7"/>
                      </a:lnTo>
                      <a:cubicBezTo>
                        <a:pt x="93" y="5"/>
                        <a:pt x="77" y="3"/>
                        <a:pt x="60" y="2"/>
                      </a:cubicBezTo>
                      <a:close/>
                      <a:moveTo>
                        <a:pt x="109" y="7"/>
                      </a:moveTo>
                      <a:cubicBezTo>
                        <a:pt x="214" y="22"/>
                        <a:pt x="309" y="65"/>
                        <a:pt x="386" y="128"/>
                      </a:cubicBezTo>
                      <a:lnTo>
                        <a:pt x="386" y="128"/>
                      </a:lnTo>
                      <a:cubicBezTo>
                        <a:pt x="314" y="66"/>
                        <a:pt x="221" y="23"/>
                        <a:pt x="109" y="7"/>
                      </a:cubicBezTo>
                      <a:close/>
                      <a:moveTo>
                        <a:pt x="386" y="128"/>
                      </a:moveTo>
                      <a:lnTo>
                        <a:pt x="386" y="128"/>
                      </a:lnTo>
                      <a:cubicBezTo>
                        <a:pt x="650" y="349"/>
                        <a:pt x="650" y="803"/>
                        <a:pt x="386" y="1025"/>
                      </a:cubicBezTo>
                      <a:lnTo>
                        <a:pt x="386" y="1025"/>
                      </a:lnTo>
                      <a:cubicBezTo>
                        <a:pt x="516" y="921"/>
                        <a:pt x="598" y="760"/>
                        <a:pt x="598" y="576"/>
                      </a:cubicBezTo>
                      <a:cubicBezTo>
                        <a:pt x="598" y="392"/>
                        <a:pt x="516" y="232"/>
                        <a:pt x="386" y="128"/>
                      </a:cubicBezTo>
                      <a:close/>
                      <a:moveTo>
                        <a:pt x="386" y="1025"/>
                      </a:moveTo>
                      <a:cubicBezTo>
                        <a:pt x="309" y="1087"/>
                        <a:pt x="214" y="1130"/>
                        <a:pt x="109" y="1145"/>
                      </a:cubicBezTo>
                      <a:lnTo>
                        <a:pt x="109" y="1145"/>
                      </a:lnTo>
                      <a:cubicBezTo>
                        <a:pt x="221" y="1129"/>
                        <a:pt x="314" y="1086"/>
                        <a:pt x="386" y="1025"/>
                      </a:cubicBezTo>
                      <a:close/>
                      <a:moveTo>
                        <a:pt x="109" y="1145"/>
                      </a:moveTo>
                      <a:lnTo>
                        <a:pt x="109" y="1145"/>
                      </a:lnTo>
                      <a:cubicBezTo>
                        <a:pt x="93" y="1147"/>
                        <a:pt x="77" y="1149"/>
                        <a:pt x="60" y="1150"/>
                      </a:cubicBezTo>
                      <a:lnTo>
                        <a:pt x="60" y="1150"/>
                      </a:lnTo>
                      <a:cubicBezTo>
                        <a:pt x="76" y="1149"/>
                        <a:pt x="93" y="1148"/>
                        <a:pt x="109" y="1145"/>
                      </a:cubicBezTo>
                      <a:close/>
                      <a:moveTo>
                        <a:pt x="60" y="1150"/>
                      </a:moveTo>
                      <a:lnTo>
                        <a:pt x="60" y="1150"/>
                      </a:lnTo>
                      <a:cubicBezTo>
                        <a:pt x="54" y="1151"/>
                        <a:pt x="48" y="1151"/>
                        <a:pt x="42" y="1151"/>
                      </a:cubicBezTo>
                      <a:lnTo>
                        <a:pt x="45" y="1151"/>
                      </a:lnTo>
                      <a:cubicBezTo>
                        <a:pt x="50" y="1151"/>
                        <a:pt x="55" y="1151"/>
                        <a:pt x="60" y="1150"/>
                      </a:cubicBezTo>
                      <a:close/>
                      <a:moveTo>
                        <a:pt x="0" y="1151"/>
                      </a:moveTo>
                      <a:cubicBezTo>
                        <a:pt x="7" y="1151"/>
                        <a:pt x="14" y="1152"/>
                        <a:pt x="21" y="1152"/>
                      </a:cubicBezTo>
                      <a:cubicBezTo>
                        <a:pt x="28" y="1152"/>
                        <a:pt x="35" y="1151"/>
                        <a:pt x="42" y="1151"/>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36"/>
                <p:cNvSpPr/>
                <p:nvPr/>
              </p:nvSpPr>
              <p:spPr>
                <a:xfrm>
                  <a:off x="3085694" y="2922306"/>
                  <a:ext cx="105997" cy="169595"/>
                </a:xfrm>
                <a:custGeom>
                  <a:avLst/>
                  <a:gdLst/>
                  <a:ahLst/>
                  <a:cxnLst/>
                  <a:rect l="l" t="t" r="r" b="b"/>
                  <a:pathLst>
                    <a:path w="720" h="1152" extrusionOk="0">
                      <a:moveTo>
                        <a:pt x="21" y="1"/>
                      </a:moveTo>
                      <a:cubicBezTo>
                        <a:pt x="14" y="1"/>
                        <a:pt x="7" y="1"/>
                        <a:pt x="1" y="1"/>
                      </a:cubicBezTo>
                      <a:lnTo>
                        <a:pt x="41" y="1"/>
                      </a:lnTo>
                      <a:cubicBezTo>
                        <a:pt x="34" y="1"/>
                        <a:pt x="28" y="1"/>
                        <a:pt x="21" y="1"/>
                      </a:cubicBezTo>
                      <a:close/>
                      <a:moveTo>
                        <a:pt x="41" y="1"/>
                      </a:moveTo>
                      <a:cubicBezTo>
                        <a:pt x="344" y="12"/>
                        <a:pt x="598" y="258"/>
                        <a:pt x="598" y="576"/>
                      </a:cubicBezTo>
                      <a:cubicBezTo>
                        <a:pt x="598" y="894"/>
                        <a:pt x="344" y="1141"/>
                        <a:pt x="41" y="1151"/>
                      </a:cubicBezTo>
                      <a:lnTo>
                        <a:pt x="144" y="1151"/>
                      </a:lnTo>
                      <a:cubicBezTo>
                        <a:pt x="465" y="1151"/>
                        <a:pt x="719" y="897"/>
                        <a:pt x="719" y="576"/>
                      </a:cubicBezTo>
                      <a:cubicBezTo>
                        <a:pt x="719" y="255"/>
                        <a:pt x="465" y="1"/>
                        <a:pt x="144" y="1"/>
                      </a:cubicBezTo>
                      <a:close/>
                      <a:moveTo>
                        <a:pt x="1" y="1151"/>
                      </a:moveTo>
                      <a:cubicBezTo>
                        <a:pt x="7" y="1151"/>
                        <a:pt x="14" y="1152"/>
                        <a:pt x="21" y="1152"/>
                      </a:cubicBezTo>
                      <a:cubicBezTo>
                        <a:pt x="28" y="1152"/>
                        <a:pt x="34" y="1151"/>
                        <a:pt x="41" y="1151"/>
                      </a:cubicBezTo>
                      <a:close/>
                    </a:path>
                  </a:pathLst>
                </a:custGeom>
                <a:solidFill>
                  <a:srgbClr val="6A6D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36"/>
                <p:cNvSpPr/>
                <p:nvPr/>
              </p:nvSpPr>
              <p:spPr>
                <a:xfrm>
                  <a:off x="2970128" y="2922453"/>
                  <a:ext cx="197124" cy="169153"/>
                </a:xfrm>
                <a:custGeom>
                  <a:avLst/>
                  <a:gdLst/>
                  <a:ahLst/>
                  <a:cxnLst/>
                  <a:rect l="l" t="t" r="r" b="b"/>
                  <a:pathLst>
                    <a:path w="1339" h="1149" extrusionOk="0">
                      <a:moveTo>
                        <a:pt x="764" y="0"/>
                      </a:moveTo>
                      <a:cubicBezTo>
                        <a:pt x="255" y="0"/>
                        <a:pt x="1" y="619"/>
                        <a:pt x="366" y="984"/>
                      </a:cubicBezTo>
                      <a:cubicBezTo>
                        <a:pt x="479" y="1098"/>
                        <a:pt x="620" y="1149"/>
                        <a:pt x="759" y="1149"/>
                      </a:cubicBezTo>
                      <a:cubicBezTo>
                        <a:pt x="1053" y="1149"/>
                        <a:pt x="1339" y="921"/>
                        <a:pt x="1339" y="575"/>
                      </a:cubicBezTo>
                      <a:cubicBezTo>
                        <a:pt x="1339" y="254"/>
                        <a:pt x="1084" y="0"/>
                        <a:pt x="7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36"/>
                <p:cNvSpPr/>
                <p:nvPr/>
              </p:nvSpPr>
              <p:spPr>
                <a:xfrm>
                  <a:off x="3077597" y="2922306"/>
                  <a:ext cx="92894" cy="169595"/>
                </a:xfrm>
                <a:custGeom>
                  <a:avLst/>
                  <a:gdLst/>
                  <a:ahLst/>
                  <a:cxnLst/>
                  <a:rect l="l" t="t" r="r" b="b"/>
                  <a:pathLst>
                    <a:path w="631" h="1152" extrusionOk="0">
                      <a:moveTo>
                        <a:pt x="21" y="1"/>
                      </a:moveTo>
                      <a:cubicBezTo>
                        <a:pt x="14" y="1"/>
                        <a:pt x="7" y="1"/>
                        <a:pt x="0" y="1"/>
                      </a:cubicBezTo>
                      <a:lnTo>
                        <a:pt x="42" y="1"/>
                      </a:lnTo>
                      <a:cubicBezTo>
                        <a:pt x="35" y="1"/>
                        <a:pt x="28" y="1"/>
                        <a:pt x="21" y="1"/>
                      </a:cubicBezTo>
                      <a:close/>
                      <a:moveTo>
                        <a:pt x="42" y="1"/>
                      </a:moveTo>
                      <a:cubicBezTo>
                        <a:pt x="354" y="12"/>
                        <a:pt x="598" y="258"/>
                        <a:pt x="598" y="576"/>
                      </a:cubicBezTo>
                      <a:cubicBezTo>
                        <a:pt x="598" y="894"/>
                        <a:pt x="354" y="1141"/>
                        <a:pt x="42" y="1151"/>
                      </a:cubicBezTo>
                      <a:lnTo>
                        <a:pt x="56" y="1151"/>
                      </a:lnTo>
                      <a:cubicBezTo>
                        <a:pt x="365" y="1151"/>
                        <a:pt x="631" y="897"/>
                        <a:pt x="631" y="576"/>
                      </a:cubicBezTo>
                      <a:cubicBezTo>
                        <a:pt x="631" y="255"/>
                        <a:pt x="365" y="1"/>
                        <a:pt x="56" y="1"/>
                      </a:cubicBezTo>
                      <a:close/>
                      <a:moveTo>
                        <a:pt x="0" y="1151"/>
                      </a:moveTo>
                      <a:cubicBezTo>
                        <a:pt x="7" y="1151"/>
                        <a:pt x="14" y="1152"/>
                        <a:pt x="21" y="1152"/>
                      </a:cubicBezTo>
                      <a:cubicBezTo>
                        <a:pt x="28" y="1152"/>
                        <a:pt x="35" y="1151"/>
                        <a:pt x="42" y="1151"/>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36"/>
                <p:cNvSpPr/>
                <p:nvPr/>
              </p:nvSpPr>
              <p:spPr>
                <a:xfrm>
                  <a:off x="3473170" y="2922306"/>
                  <a:ext cx="97605" cy="169595"/>
                </a:xfrm>
                <a:custGeom>
                  <a:avLst/>
                  <a:gdLst/>
                  <a:ahLst/>
                  <a:cxnLst/>
                  <a:rect l="l" t="t" r="r" b="b"/>
                  <a:pathLst>
                    <a:path w="663" h="1152" extrusionOk="0">
                      <a:moveTo>
                        <a:pt x="21" y="1"/>
                      </a:moveTo>
                      <a:cubicBezTo>
                        <a:pt x="14" y="1"/>
                        <a:pt x="7" y="1"/>
                        <a:pt x="0" y="1"/>
                      </a:cubicBezTo>
                      <a:lnTo>
                        <a:pt x="34" y="1"/>
                      </a:lnTo>
                      <a:cubicBezTo>
                        <a:pt x="116" y="5"/>
                        <a:pt x="189" y="22"/>
                        <a:pt x="253" y="50"/>
                      </a:cubicBezTo>
                      <a:lnTo>
                        <a:pt x="253" y="50"/>
                      </a:lnTo>
                      <a:cubicBezTo>
                        <a:pt x="181" y="18"/>
                        <a:pt x="103" y="1"/>
                        <a:pt x="21" y="1"/>
                      </a:cubicBezTo>
                      <a:close/>
                      <a:moveTo>
                        <a:pt x="253" y="50"/>
                      </a:moveTo>
                      <a:cubicBezTo>
                        <a:pt x="282" y="62"/>
                        <a:pt x="310" y="77"/>
                        <a:pt x="336" y="95"/>
                      </a:cubicBezTo>
                      <a:lnTo>
                        <a:pt x="336" y="95"/>
                      </a:lnTo>
                      <a:cubicBezTo>
                        <a:pt x="310" y="78"/>
                        <a:pt x="283" y="62"/>
                        <a:pt x="253" y="50"/>
                      </a:cubicBezTo>
                      <a:close/>
                      <a:moveTo>
                        <a:pt x="336" y="95"/>
                      </a:moveTo>
                      <a:cubicBezTo>
                        <a:pt x="663" y="311"/>
                        <a:pt x="663" y="842"/>
                        <a:pt x="336" y="1058"/>
                      </a:cubicBezTo>
                      <a:lnTo>
                        <a:pt x="336" y="1058"/>
                      </a:lnTo>
                      <a:cubicBezTo>
                        <a:pt x="492" y="956"/>
                        <a:pt x="598" y="781"/>
                        <a:pt x="598" y="576"/>
                      </a:cubicBezTo>
                      <a:cubicBezTo>
                        <a:pt x="598" y="371"/>
                        <a:pt x="492" y="196"/>
                        <a:pt x="336" y="95"/>
                      </a:cubicBezTo>
                      <a:close/>
                      <a:moveTo>
                        <a:pt x="336" y="1058"/>
                      </a:moveTo>
                      <a:cubicBezTo>
                        <a:pt x="310" y="1075"/>
                        <a:pt x="282" y="1090"/>
                        <a:pt x="253" y="1103"/>
                      </a:cubicBezTo>
                      <a:lnTo>
                        <a:pt x="253" y="1103"/>
                      </a:lnTo>
                      <a:cubicBezTo>
                        <a:pt x="283" y="1090"/>
                        <a:pt x="310" y="1075"/>
                        <a:pt x="336" y="1058"/>
                      </a:cubicBezTo>
                      <a:close/>
                      <a:moveTo>
                        <a:pt x="253" y="1103"/>
                      </a:moveTo>
                      <a:cubicBezTo>
                        <a:pt x="189" y="1130"/>
                        <a:pt x="116" y="1147"/>
                        <a:pt x="34" y="1151"/>
                      </a:cubicBezTo>
                      <a:lnTo>
                        <a:pt x="0" y="1151"/>
                      </a:lnTo>
                      <a:cubicBezTo>
                        <a:pt x="7" y="1151"/>
                        <a:pt x="14" y="1152"/>
                        <a:pt x="21" y="1152"/>
                      </a:cubicBezTo>
                      <a:cubicBezTo>
                        <a:pt x="103" y="1152"/>
                        <a:pt x="181" y="1134"/>
                        <a:pt x="253" y="1103"/>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36"/>
                <p:cNvSpPr/>
                <p:nvPr/>
              </p:nvSpPr>
              <p:spPr>
                <a:xfrm>
                  <a:off x="3450351" y="2922306"/>
                  <a:ext cx="107616" cy="169595"/>
                </a:xfrm>
                <a:custGeom>
                  <a:avLst/>
                  <a:gdLst/>
                  <a:ahLst/>
                  <a:cxnLst/>
                  <a:rect l="l" t="t" r="r" b="b"/>
                  <a:pathLst>
                    <a:path w="731" h="1152" extrusionOk="0">
                      <a:moveTo>
                        <a:pt x="21" y="1"/>
                      </a:moveTo>
                      <a:cubicBezTo>
                        <a:pt x="15" y="1"/>
                        <a:pt x="8" y="1"/>
                        <a:pt x="1" y="1"/>
                      </a:cubicBezTo>
                      <a:lnTo>
                        <a:pt x="42" y="1"/>
                      </a:lnTo>
                      <a:cubicBezTo>
                        <a:pt x="35" y="1"/>
                        <a:pt x="28" y="1"/>
                        <a:pt x="21" y="1"/>
                      </a:cubicBezTo>
                      <a:close/>
                      <a:moveTo>
                        <a:pt x="42" y="1"/>
                      </a:moveTo>
                      <a:cubicBezTo>
                        <a:pt x="355" y="12"/>
                        <a:pt x="609" y="258"/>
                        <a:pt x="609" y="576"/>
                      </a:cubicBezTo>
                      <a:cubicBezTo>
                        <a:pt x="609" y="894"/>
                        <a:pt x="355" y="1141"/>
                        <a:pt x="42" y="1151"/>
                      </a:cubicBezTo>
                      <a:lnTo>
                        <a:pt x="155" y="1151"/>
                      </a:lnTo>
                      <a:cubicBezTo>
                        <a:pt x="465" y="1151"/>
                        <a:pt x="730" y="897"/>
                        <a:pt x="730" y="576"/>
                      </a:cubicBezTo>
                      <a:cubicBezTo>
                        <a:pt x="730" y="255"/>
                        <a:pt x="465" y="1"/>
                        <a:pt x="155" y="1"/>
                      </a:cubicBezTo>
                      <a:close/>
                      <a:moveTo>
                        <a:pt x="1" y="1151"/>
                      </a:moveTo>
                      <a:cubicBezTo>
                        <a:pt x="8" y="1151"/>
                        <a:pt x="15" y="1152"/>
                        <a:pt x="21" y="1152"/>
                      </a:cubicBezTo>
                      <a:cubicBezTo>
                        <a:pt x="28" y="1152"/>
                        <a:pt x="35" y="1151"/>
                        <a:pt x="42" y="115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36"/>
                <p:cNvSpPr/>
                <p:nvPr/>
              </p:nvSpPr>
              <p:spPr>
                <a:xfrm>
                  <a:off x="3336405" y="2922453"/>
                  <a:ext cx="197124" cy="169153"/>
                </a:xfrm>
                <a:custGeom>
                  <a:avLst/>
                  <a:gdLst/>
                  <a:ahLst/>
                  <a:cxnLst/>
                  <a:rect l="l" t="t" r="r" b="b"/>
                  <a:pathLst>
                    <a:path w="1339" h="1149" extrusionOk="0">
                      <a:moveTo>
                        <a:pt x="764" y="0"/>
                      </a:moveTo>
                      <a:cubicBezTo>
                        <a:pt x="255" y="0"/>
                        <a:pt x="1" y="619"/>
                        <a:pt x="354" y="984"/>
                      </a:cubicBezTo>
                      <a:cubicBezTo>
                        <a:pt x="472" y="1098"/>
                        <a:pt x="615" y="1149"/>
                        <a:pt x="755" y="1149"/>
                      </a:cubicBezTo>
                      <a:cubicBezTo>
                        <a:pt x="1053" y="1149"/>
                        <a:pt x="1339" y="921"/>
                        <a:pt x="1339" y="575"/>
                      </a:cubicBezTo>
                      <a:cubicBezTo>
                        <a:pt x="1339" y="254"/>
                        <a:pt x="1084" y="0"/>
                        <a:pt x="7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36"/>
                <p:cNvSpPr/>
                <p:nvPr/>
              </p:nvSpPr>
              <p:spPr>
                <a:xfrm>
                  <a:off x="3443874" y="2922306"/>
                  <a:ext cx="91275" cy="169595"/>
                </a:xfrm>
                <a:custGeom>
                  <a:avLst/>
                  <a:gdLst/>
                  <a:ahLst/>
                  <a:cxnLst/>
                  <a:rect l="l" t="t" r="r" b="b"/>
                  <a:pathLst>
                    <a:path w="620" h="1152" extrusionOk="0">
                      <a:moveTo>
                        <a:pt x="21" y="1"/>
                      </a:moveTo>
                      <a:cubicBezTo>
                        <a:pt x="14" y="1"/>
                        <a:pt x="7" y="1"/>
                        <a:pt x="0" y="1"/>
                      </a:cubicBezTo>
                      <a:lnTo>
                        <a:pt x="41" y="1"/>
                      </a:lnTo>
                      <a:cubicBezTo>
                        <a:pt x="34" y="1"/>
                        <a:pt x="27" y="1"/>
                        <a:pt x="21" y="1"/>
                      </a:cubicBezTo>
                      <a:close/>
                      <a:moveTo>
                        <a:pt x="41" y="1"/>
                      </a:moveTo>
                      <a:cubicBezTo>
                        <a:pt x="344" y="12"/>
                        <a:pt x="598" y="258"/>
                        <a:pt x="598" y="576"/>
                      </a:cubicBezTo>
                      <a:cubicBezTo>
                        <a:pt x="598" y="894"/>
                        <a:pt x="344" y="1141"/>
                        <a:pt x="41" y="1151"/>
                      </a:cubicBezTo>
                      <a:lnTo>
                        <a:pt x="45" y="1151"/>
                      </a:lnTo>
                      <a:cubicBezTo>
                        <a:pt x="365" y="1151"/>
                        <a:pt x="620" y="897"/>
                        <a:pt x="620" y="576"/>
                      </a:cubicBezTo>
                      <a:cubicBezTo>
                        <a:pt x="620" y="255"/>
                        <a:pt x="365" y="1"/>
                        <a:pt x="45" y="1"/>
                      </a:cubicBezTo>
                      <a:close/>
                      <a:moveTo>
                        <a:pt x="0" y="1151"/>
                      </a:moveTo>
                      <a:cubicBezTo>
                        <a:pt x="7" y="1151"/>
                        <a:pt x="14" y="1152"/>
                        <a:pt x="21" y="1152"/>
                      </a:cubicBezTo>
                      <a:cubicBezTo>
                        <a:pt x="27" y="1152"/>
                        <a:pt x="34" y="1151"/>
                        <a:pt x="41" y="115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36"/>
                <p:cNvSpPr/>
                <p:nvPr/>
              </p:nvSpPr>
              <p:spPr>
                <a:xfrm>
                  <a:off x="3079216" y="2810126"/>
                  <a:ext cx="372902" cy="211699"/>
                </a:xfrm>
                <a:custGeom>
                  <a:avLst/>
                  <a:gdLst/>
                  <a:ahLst/>
                  <a:cxnLst/>
                  <a:rect l="l" t="t" r="r" b="b"/>
                  <a:pathLst>
                    <a:path w="2533" h="1438" extrusionOk="0">
                      <a:moveTo>
                        <a:pt x="1272" y="255"/>
                      </a:moveTo>
                      <a:lnTo>
                        <a:pt x="1338" y="310"/>
                      </a:lnTo>
                      <a:lnTo>
                        <a:pt x="1217" y="310"/>
                      </a:lnTo>
                      <a:lnTo>
                        <a:pt x="1272" y="255"/>
                      </a:lnTo>
                      <a:close/>
                      <a:moveTo>
                        <a:pt x="963" y="575"/>
                      </a:moveTo>
                      <a:lnTo>
                        <a:pt x="963" y="1239"/>
                      </a:lnTo>
                      <a:lnTo>
                        <a:pt x="288" y="1239"/>
                      </a:lnTo>
                      <a:lnTo>
                        <a:pt x="963" y="575"/>
                      </a:lnTo>
                      <a:close/>
                      <a:moveTo>
                        <a:pt x="1593" y="575"/>
                      </a:moveTo>
                      <a:lnTo>
                        <a:pt x="2256" y="1239"/>
                      </a:lnTo>
                      <a:lnTo>
                        <a:pt x="1593" y="1239"/>
                      </a:lnTo>
                      <a:lnTo>
                        <a:pt x="1593" y="575"/>
                      </a:lnTo>
                      <a:close/>
                      <a:moveTo>
                        <a:pt x="1250" y="0"/>
                      </a:moveTo>
                      <a:lnTo>
                        <a:pt x="1" y="1239"/>
                      </a:lnTo>
                      <a:lnTo>
                        <a:pt x="1" y="1438"/>
                      </a:lnTo>
                      <a:lnTo>
                        <a:pt x="2533" y="1438"/>
                      </a:lnTo>
                      <a:lnTo>
                        <a:pt x="2533" y="1239"/>
                      </a:lnTo>
                      <a:lnTo>
                        <a:pt x="1316" y="22"/>
                      </a:lnTo>
                      <a:lnTo>
                        <a:pt x="1294" y="44"/>
                      </a:lnTo>
                      <a:lnTo>
                        <a:pt x="12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36"/>
                <p:cNvSpPr/>
                <p:nvPr/>
              </p:nvSpPr>
              <p:spPr>
                <a:xfrm>
                  <a:off x="1296706" y="2922306"/>
                  <a:ext cx="97605" cy="169595"/>
                </a:xfrm>
                <a:custGeom>
                  <a:avLst/>
                  <a:gdLst/>
                  <a:ahLst/>
                  <a:cxnLst/>
                  <a:rect l="l" t="t" r="r" b="b"/>
                  <a:pathLst>
                    <a:path w="663" h="1152" extrusionOk="0">
                      <a:moveTo>
                        <a:pt x="21" y="1"/>
                      </a:moveTo>
                      <a:cubicBezTo>
                        <a:pt x="14" y="1"/>
                        <a:pt x="7" y="1"/>
                        <a:pt x="0" y="1"/>
                      </a:cubicBezTo>
                      <a:lnTo>
                        <a:pt x="34" y="1"/>
                      </a:lnTo>
                      <a:cubicBezTo>
                        <a:pt x="116" y="5"/>
                        <a:pt x="189" y="22"/>
                        <a:pt x="253" y="50"/>
                      </a:cubicBezTo>
                      <a:lnTo>
                        <a:pt x="253" y="50"/>
                      </a:lnTo>
                      <a:cubicBezTo>
                        <a:pt x="182" y="18"/>
                        <a:pt x="103" y="1"/>
                        <a:pt x="21" y="1"/>
                      </a:cubicBezTo>
                      <a:close/>
                      <a:moveTo>
                        <a:pt x="253" y="50"/>
                      </a:moveTo>
                      <a:lnTo>
                        <a:pt x="253" y="50"/>
                      </a:lnTo>
                      <a:cubicBezTo>
                        <a:pt x="282" y="62"/>
                        <a:pt x="310" y="77"/>
                        <a:pt x="336" y="95"/>
                      </a:cubicBezTo>
                      <a:lnTo>
                        <a:pt x="336" y="95"/>
                      </a:lnTo>
                      <a:cubicBezTo>
                        <a:pt x="311" y="78"/>
                        <a:pt x="283" y="62"/>
                        <a:pt x="253" y="50"/>
                      </a:cubicBezTo>
                      <a:close/>
                      <a:moveTo>
                        <a:pt x="336" y="95"/>
                      </a:moveTo>
                      <a:lnTo>
                        <a:pt x="336" y="95"/>
                      </a:lnTo>
                      <a:cubicBezTo>
                        <a:pt x="663" y="311"/>
                        <a:pt x="663" y="842"/>
                        <a:pt x="336" y="1058"/>
                      </a:cubicBezTo>
                      <a:lnTo>
                        <a:pt x="336" y="1058"/>
                      </a:lnTo>
                      <a:cubicBezTo>
                        <a:pt x="492" y="956"/>
                        <a:pt x="598" y="781"/>
                        <a:pt x="598" y="576"/>
                      </a:cubicBezTo>
                      <a:cubicBezTo>
                        <a:pt x="598" y="371"/>
                        <a:pt x="492" y="196"/>
                        <a:pt x="336" y="95"/>
                      </a:cubicBezTo>
                      <a:close/>
                      <a:moveTo>
                        <a:pt x="336" y="1058"/>
                      </a:moveTo>
                      <a:cubicBezTo>
                        <a:pt x="310" y="1075"/>
                        <a:pt x="282" y="1090"/>
                        <a:pt x="253" y="1103"/>
                      </a:cubicBezTo>
                      <a:lnTo>
                        <a:pt x="253" y="1103"/>
                      </a:lnTo>
                      <a:cubicBezTo>
                        <a:pt x="283" y="1090"/>
                        <a:pt x="310" y="1075"/>
                        <a:pt x="336" y="1058"/>
                      </a:cubicBezTo>
                      <a:close/>
                      <a:moveTo>
                        <a:pt x="253" y="1103"/>
                      </a:moveTo>
                      <a:cubicBezTo>
                        <a:pt x="189" y="1130"/>
                        <a:pt x="116" y="1147"/>
                        <a:pt x="34" y="1151"/>
                      </a:cubicBezTo>
                      <a:lnTo>
                        <a:pt x="0" y="1151"/>
                      </a:lnTo>
                      <a:cubicBezTo>
                        <a:pt x="7" y="1151"/>
                        <a:pt x="14" y="1152"/>
                        <a:pt x="21" y="1152"/>
                      </a:cubicBezTo>
                      <a:cubicBezTo>
                        <a:pt x="103" y="1152"/>
                        <a:pt x="181" y="1134"/>
                        <a:pt x="253" y="1103"/>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36"/>
                <p:cNvSpPr/>
                <p:nvPr/>
              </p:nvSpPr>
              <p:spPr>
                <a:xfrm>
                  <a:off x="1273887" y="2922306"/>
                  <a:ext cx="105997" cy="169595"/>
                </a:xfrm>
                <a:custGeom>
                  <a:avLst/>
                  <a:gdLst/>
                  <a:ahLst/>
                  <a:cxnLst/>
                  <a:rect l="l" t="t" r="r" b="b"/>
                  <a:pathLst>
                    <a:path w="720" h="1152" extrusionOk="0">
                      <a:moveTo>
                        <a:pt x="21" y="1"/>
                      </a:moveTo>
                      <a:cubicBezTo>
                        <a:pt x="15" y="1"/>
                        <a:pt x="8" y="1"/>
                        <a:pt x="1" y="1"/>
                      </a:cubicBezTo>
                      <a:lnTo>
                        <a:pt x="42" y="1"/>
                      </a:lnTo>
                      <a:cubicBezTo>
                        <a:pt x="35" y="1"/>
                        <a:pt x="28" y="1"/>
                        <a:pt x="21" y="1"/>
                      </a:cubicBezTo>
                      <a:close/>
                      <a:moveTo>
                        <a:pt x="42" y="1"/>
                      </a:moveTo>
                      <a:cubicBezTo>
                        <a:pt x="355" y="12"/>
                        <a:pt x="609" y="258"/>
                        <a:pt x="609" y="576"/>
                      </a:cubicBezTo>
                      <a:cubicBezTo>
                        <a:pt x="609" y="894"/>
                        <a:pt x="355" y="1141"/>
                        <a:pt x="42" y="1151"/>
                      </a:cubicBezTo>
                      <a:lnTo>
                        <a:pt x="155" y="1151"/>
                      </a:lnTo>
                      <a:cubicBezTo>
                        <a:pt x="465" y="1151"/>
                        <a:pt x="719" y="897"/>
                        <a:pt x="719" y="576"/>
                      </a:cubicBezTo>
                      <a:cubicBezTo>
                        <a:pt x="719" y="255"/>
                        <a:pt x="465" y="1"/>
                        <a:pt x="155" y="1"/>
                      </a:cubicBezTo>
                      <a:close/>
                      <a:moveTo>
                        <a:pt x="1" y="1151"/>
                      </a:moveTo>
                      <a:cubicBezTo>
                        <a:pt x="8" y="1151"/>
                        <a:pt x="15" y="1152"/>
                        <a:pt x="21" y="1152"/>
                      </a:cubicBezTo>
                      <a:cubicBezTo>
                        <a:pt x="28" y="1152"/>
                        <a:pt x="35" y="1151"/>
                        <a:pt x="42" y="1151"/>
                      </a:cubicBezTo>
                      <a:close/>
                    </a:path>
                  </a:pathLst>
                </a:custGeom>
                <a:solidFill>
                  <a:srgbClr val="6A6D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36"/>
                <p:cNvSpPr/>
                <p:nvPr/>
              </p:nvSpPr>
              <p:spPr>
                <a:xfrm>
                  <a:off x="1158322" y="2922453"/>
                  <a:ext cx="198744" cy="169153"/>
                </a:xfrm>
                <a:custGeom>
                  <a:avLst/>
                  <a:gdLst/>
                  <a:ahLst/>
                  <a:cxnLst/>
                  <a:rect l="l" t="t" r="r" b="b"/>
                  <a:pathLst>
                    <a:path w="1350" h="1149" extrusionOk="0">
                      <a:moveTo>
                        <a:pt x="775" y="0"/>
                      </a:moveTo>
                      <a:cubicBezTo>
                        <a:pt x="266" y="0"/>
                        <a:pt x="1" y="619"/>
                        <a:pt x="365" y="984"/>
                      </a:cubicBezTo>
                      <a:cubicBezTo>
                        <a:pt x="483" y="1098"/>
                        <a:pt x="626" y="1149"/>
                        <a:pt x="766" y="1149"/>
                      </a:cubicBezTo>
                      <a:cubicBezTo>
                        <a:pt x="1064" y="1149"/>
                        <a:pt x="1350" y="921"/>
                        <a:pt x="1350" y="575"/>
                      </a:cubicBezTo>
                      <a:cubicBezTo>
                        <a:pt x="1350" y="254"/>
                        <a:pt x="1095" y="0"/>
                        <a:pt x="7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36"/>
                <p:cNvSpPr/>
                <p:nvPr/>
              </p:nvSpPr>
              <p:spPr>
                <a:xfrm>
                  <a:off x="1267410" y="2922306"/>
                  <a:ext cx="91275" cy="169595"/>
                </a:xfrm>
                <a:custGeom>
                  <a:avLst/>
                  <a:gdLst/>
                  <a:ahLst/>
                  <a:cxnLst/>
                  <a:rect l="l" t="t" r="r" b="b"/>
                  <a:pathLst>
                    <a:path w="620" h="1152" extrusionOk="0">
                      <a:moveTo>
                        <a:pt x="21" y="1"/>
                      </a:moveTo>
                      <a:cubicBezTo>
                        <a:pt x="14" y="1"/>
                        <a:pt x="7" y="1"/>
                        <a:pt x="0" y="1"/>
                      </a:cubicBezTo>
                      <a:lnTo>
                        <a:pt x="41" y="1"/>
                      </a:lnTo>
                      <a:cubicBezTo>
                        <a:pt x="34" y="1"/>
                        <a:pt x="27" y="1"/>
                        <a:pt x="21" y="1"/>
                      </a:cubicBezTo>
                      <a:close/>
                      <a:moveTo>
                        <a:pt x="41" y="1"/>
                      </a:moveTo>
                      <a:cubicBezTo>
                        <a:pt x="344" y="12"/>
                        <a:pt x="598" y="258"/>
                        <a:pt x="598" y="576"/>
                      </a:cubicBezTo>
                      <a:cubicBezTo>
                        <a:pt x="598" y="894"/>
                        <a:pt x="344" y="1141"/>
                        <a:pt x="41" y="1151"/>
                      </a:cubicBezTo>
                      <a:lnTo>
                        <a:pt x="45" y="1151"/>
                      </a:lnTo>
                      <a:cubicBezTo>
                        <a:pt x="365" y="1151"/>
                        <a:pt x="620" y="897"/>
                        <a:pt x="620" y="576"/>
                      </a:cubicBezTo>
                      <a:cubicBezTo>
                        <a:pt x="620" y="255"/>
                        <a:pt x="365" y="1"/>
                        <a:pt x="45" y="1"/>
                      </a:cubicBezTo>
                      <a:close/>
                      <a:moveTo>
                        <a:pt x="0" y="1151"/>
                      </a:moveTo>
                      <a:cubicBezTo>
                        <a:pt x="7" y="1151"/>
                        <a:pt x="14" y="1152"/>
                        <a:pt x="21" y="1152"/>
                      </a:cubicBezTo>
                      <a:cubicBezTo>
                        <a:pt x="27" y="1152"/>
                        <a:pt x="34" y="1151"/>
                        <a:pt x="41" y="1151"/>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36"/>
                <p:cNvSpPr/>
                <p:nvPr/>
              </p:nvSpPr>
              <p:spPr>
                <a:xfrm>
                  <a:off x="1661364" y="2922306"/>
                  <a:ext cx="107616" cy="169595"/>
                </a:xfrm>
                <a:custGeom>
                  <a:avLst/>
                  <a:gdLst/>
                  <a:ahLst/>
                  <a:cxnLst/>
                  <a:rect l="l" t="t" r="r" b="b"/>
                  <a:pathLst>
                    <a:path w="731" h="1152" extrusionOk="0">
                      <a:moveTo>
                        <a:pt x="65" y="1"/>
                      </a:moveTo>
                      <a:cubicBezTo>
                        <a:pt x="58" y="1"/>
                        <a:pt x="51" y="1"/>
                        <a:pt x="45" y="1"/>
                      </a:cubicBezTo>
                      <a:lnTo>
                        <a:pt x="0" y="1"/>
                      </a:lnTo>
                      <a:cubicBezTo>
                        <a:pt x="730" y="34"/>
                        <a:pt x="730" y="1118"/>
                        <a:pt x="0" y="1151"/>
                      </a:cubicBezTo>
                      <a:lnTo>
                        <a:pt x="45" y="1151"/>
                      </a:lnTo>
                      <a:cubicBezTo>
                        <a:pt x="51" y="1151"/>
                        <a:pt x="58" y="1152"/>
                        <a:pt x="65" y="1152"/>
                      </a:cubicBezTo>
                      <a:cubicBezTo>
                        <a:pt x="377" y="1152"/>
                        <a:pt x="642" y="901"/>
                        <a:pt x="642" y="576"/>
                      </a:cubicBezTo>
                      <a:cubicBezTo>
                        <a:pt x="642" y="251"/>
                        <a:pt x="377" y="1"/>
                        <a:pt x="6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36"/>
                <p:cNvSpPr/>
                <p:nvPr/>
              </p:nvSpPr>
              <p:spPr>
                <a:xfrm>
                  <a:off x="1640165" y="2922306"/>
                  <a:ext cx="105997" cy="169595"/>
                </a:xfrm>
                <a:custGeom>
                  <a:avLst/>
                  <a:gdLst/>
                  <a:ahLst/>
                  <a:cxnLst/>
                  <a:rect l="l" t="t" r="r" b="b"/>
                  <a:pathLst>
                    <a:path w="720" h="1152" extrusionOk="0">
                      <a:moveTo>
                        <a:pt x="21" y="1"/>
                      </a:moveTo>
                      <a:cubicBezTo>
                        <a:pt x="14" y="1"/>
                        <a:pt x="7" y="1"/>
                        <a:pt x="1" y="1"/>
                      </a:cubicBezTo>
                      <a:lnTo>
                        <a:pt x="41" y="1"/>
                      </a:lnTo>
                      <a:cubicBezTo>
                        <a:pt x="34" y="1"/>
                        <a:pt x="27" y="1"/>
                        <a:pt x="21" y="1"/>
                      </a:cubicBezTo>
                      <a:close/>
                      <a:moveTo>
                        <a:pt x="41" y="1"/>
                      </a:moveTo>
                      <a:cubicBezTo>
                        <a:pt x="344" y="12"/>
                        <a:pt x="598" y="258"/>
                        <a:pt x="598" y="576"/>
                      </a:cubicBezTo>
                      <a:cubicBezTo>
                        <a:pt x="598" y="894"/>
                        <a:pt x="344" y="1141"/>
                        <a:pt x="41" y="1151"/>
                      </a:cubicBezTo>
                      <a:lnTo>
                        <a:pt x="144" y="1151"/>
                      </a:lnTo>
                      <a:cubicBezTo>
                        <a:pt x="465" y="1151"/>
                        <a:pt x="719" y="897"/>
                        <a:pt x="719" y="576"/>
                      </a:cubicBezTo>
                      <a:cubicBezTo>
                        <a:pt x="719" y="255"/>
                        <a:pt x="465" y="1"/>
                        <a:pt x="144" y="1"/>
                      </a:cubicBezTo>
                      <a:close/>
                      <a:moveTo>
                        <a:pt x="1" y="1151"/>
                      </a:moveTo>
                      <a:cubicBezTo>
                        <a:pt x="7" y="1151"/>
                        <a:pt x="14" y="1152"/>
                        <a:pt x="21" y="1152"/>
                      </a:cubicBezTo>
                      <a:cubicBezTo>
                        <a:pt x="27" y="1152"/>
                        <a:pt x="34" y="1151"/>
                        <a:pt x="41" y="115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36"/>
                <p:cNvSpPr/>
                <p:nvPr/>
              </p:nvSpPr>
              <p:spPr>
                <a:xfrm>
                  <a:off x="1524599" y="2922453"/>
                  <a:ext cx="197124" cy="169153"/>
                </a:xfrm>
                <a:custGeom>
                  <a:avLst/>
                  <a:gdLst/>
                  <a:ahLst/>
                  <a:cxnLst/>
                  <a:rect l="l" t="t" r="r" b="b"/>
                  <a:pathLst>
                    <a:path w="1339" h="1149" extrusionOk="0">
                      <a:moveTo>
                        <a:pt x="775" y="0"/>
                      </a:moveTo>
                      <a:cubicBezTo>
                        <a:pt x="255" y="0"/>
                        <a:pt x="1" y="619"/>
                        <a:pt x="365" y="984"/>
                      </a:cubicBezTo>
                      <a:cubicBezTo>
                        <a:pt x="483" y="1098"/>
                        <a:pt x="625" y="1149"/>
                        <a:pt x="764" y="1149"/>
                      </a:cubicBezTo>
                      <a:cubicBezTo>
                        <a:pt x="1058" y="1149"/>
                        <a:pt x="1338" y="921"/>
                        <a:pt x="1338" y="575"/>
                      </a:cubicBezTo>
                      <a:cubicBezTo>
                        <a:pt x="1338" y="254"/>
                        <a:pt x="1084" y="0"/>
                        <a:pt x="7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36"/>
                <p:cNvSpPr/>
                <p:nvPr/>
              </p:nvSpPr>
              <p:spPr>
                <a:xfrm>
                  <a:off x="1632068" y="2922453"/>
                  <a:ext cx="107616" cy="169447"/>
                </a:xfrm>
                <a:custGeom>
                  <a:avLst/>
                  <a:gdLst/>
                  <a:ahLst/>
                  <a:cxnLst/>
                  <a:rect l="l" t="t" r="r" b="b"/>
                  <a:pathLst>
                    <a:path w="731" h="1151" extrusionOk="0">
                      <a:moveTo>
                        <a:pt x="0" y="0"/>
                      </a:moveTo>
                      <a:cubicBezTo>
                        <a:pt x="730" y="33"/>
                        <a:pt x="730" y="1117"/>
                        <a:pt x="0" y="1150"/>
                      </a:cubicBezTo>
                      <a:lnTo>
                        <a:pt x="56" y="1150"/>
                      </a:lnTo>
                      <a:cubicBezTo>
                        <a:pt x="376" y="1150"/>
                        <a:pt x="631" y="896"/>
                        <a:pt x="631" y="575"/>
                      </a:cubicBezTo>
                      <a:cubicBezTo>
                        <a:pt x="631" y="254"/>
                        <a:pt x="376" y="0"/>
                        <a:pt x="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36"/>
                <p:cNvSpPr/>
                <p:nvPr/>
              </p:nvSpPr>
              <p:spPr>
                <a:xfrm>
                  <a:off x="1278745" y="2810126"/>
                  <a:ext cx="373049" cy="211699"/>
                </a:xfrm>
                <a:custGeom>
                  <a:avLst/>
                  <a:gdLst/>
                  <a:ahLst/>
                  <a:cxnLst/>
                  <a:rect l="l" t="t" r="r" b="b"/>
                  <a:pathLst>
                    <a:path w="2534" h="1438" extrusionOk="0">
                      <a:moveTo>
                        <a:pt x="1272" y="255"/>
                      </a:moveTo>
                      <a:lnTo>
                        <a:pt x="1328" y="310"/>
                      </a:lnTo>
                      <a:lnTo>
                        <a:pt x="1217" y="310"/>
                      </a:lnTo>
                      <a:lnTo>
                        <a:pt x="1272" y="255"/>
                      </a:lnTo>
                      <a:close/>
                      <a:moveTo>
                        <a:pt x="952" y="575"/>
                      </a:moveTo>
                      <a:lnTo>
                        <a:pt x="952" y="1239"/>
                      </a:lnTo>
                      <a:lnTo>
                        <a:pt x="288" y="1239"/>
                      </a:lnTo>
                      <a:lnTo>
                        <a:pt x="952" y="575"/>
                      </a:lnTo>
                      <a:close/>
                      <a:moveTo>
                        <a:pt x="1593" y="575"/>
                      </a:moveTo>
                      <a:lnTo>
                        <a:pt x="2257" y="1239"/>
                      </a:lnTo>
                      <a:lnTo>
                        <a:pt x="1593" y="1239"/>
                      </a:lnTo>
                      <a:lnTo>
                        <a:pt x="1593" y="575"/>
                      </a:lnTo>
                      <a:close/>
                      <a:moveTo>
                        <a:pt x="1250" y="0"/>
                      </a:moveTo>
                      <a:lnTo>
                        <a:pt x="1" y="1239"/>
                      </a:lnTo>
                      <a:lnTo>
                        <a:pt x="1" y="1438"/>
                      </a:lnTo>
                      <a:lnTo>
                        <a:pt x="2533" y="1438"/>
                      </a:lnTo>
                      <a:lnTo>
                        <a:pt x="2533" y="1239"/>
                      </a:lnTo>
                      <a:lnTo>
                        <a:pt x="1317" y="22"/>
                      </a:lnTo>
                      <a:lnTo>
                        <a:pt x="1295" y="44"/>
                      </a:lnTo>
                      <a:lnTo>
                        <a:pt x="1250" y="0"/>
                      </a:lnTo>
                      <a:close/>
                    </a:path>
                  </a:pathLst>
                </a:custGeom>
                <a:solidFill>
                  <a:srgbClr val="4545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36"/>
                <p:cNvSpPr/>
                <p:nvPr/>
              </p:nvSpPr>
              <p:spPr>
                <a:xfrm>
                  <a:off x="1269029" y="2810126"/>
                  <a:ext cx="371283" cy="211699"/>
                </a:xfrm>
                <a:custGeom>
                  <a:avLst/>
                  <a:gdLst/>
                  <a:ahLst/>
                  <a:cxnLst/>
                  <a:rect l="l" t="t" r="r" b="b"/>
                  <a:pathLst>
                    <a:path w="2522" h="1438" extrusionOk="0">
                      <a:moveTo>
                        <a:pt x="1272" y="255"/>
                      </a:moveTo>
                      <a:lnTo>
                        <a:pt x="1327" y="310"/>
                      </a:lnTo>
                      <a:lnTo>
                        <a:pt x="1217" y="310"/>
                      </a:lnTo>
                      <a:lnTo>
                        <a:pt x="1272" y="255"/>
                      </a:lnTo>
                      <a:close/>
                      <a:moveTo>
                        <a:pt x="951" y="575"/>
                      </a:moveTo>
                      <a:lnTo>
                        <a:pt x="951" y="1239"/>
                      </a:lnTo>
                      <a:lnTo>
                        <a:pt x="288" y="1239"/>
                      </a:lnTo>
                      <a:lnTo>
                        <a:pt x="951" y="575"/>
                      </a:lnTo>
                      <a:close/>
                      <a:moveTo>
                        <a:pt x="1582" y="575"/>
                      </a:moveTo>
                      <a:lnTo>
                        <a:pt x="2245" y="1239"/>
                      </a:lnTo>
                      <a:lnTo>
                        <a:pt x="1582" y="1239"/>
                      </a:lnTo>
                      <a:lnTo>
                        <a:pt x="1582" y="575"/>
                      </a:lnTo>
                      <a:close/>
                      <a:moveTo>
                        <a:pt x="1239" y="0"/>
                      </a:moveTo>
                      <a:lnTo>
                        <a:pt x="0" y="1239"/>
                      </a:lnTo>
                      <a:lnTo>
                        <a:pt x="0" y="1438"/>
                      </a:lnTo>
                      <a:lnTo>
                        <a:pt x="2522" y="1438"/>
                      </a:lnTo>
                      <a:lnTo>
                        <a:pt x="2522" y="1239"/>
                      </a:lnTo>
                      <a:lnTo>
                        <a:pt x="1305" y="22"/>
                      </a:lnTo>
                      <a:lnTo>
                        <a:pt x="1283" y="44"/>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36"/>
                <p:cNvSpPr/>
                <p:nvPr/>
              </p:nvSpPr>
              <p:spPr>
                <a:xfrm>
                  <a:off x="2918013" y="2857235"/>
                  <a:ext cx="99519" cy="145009"/>
                </a:xfrm>
                <a:custGeom>
                  <a:avLst/>
                  <a:gdLst/>
                  <a:ahLst/>
                  <a:cxnLst/>
                  <a:rect l="l" t="t" r="r" b="b"/>
                  <a:pathLst>
                    <a:path w="676" h="985" extrusionOk="0">
                      <a:moveTo>
                        <a:pt x="554" y="1"/>
                      </a:moveTo>
                      <a:lnTo>
                        <a:pt x="554" y="432"/>
                      </a:lnTo>
                      <a:lnTo>
                        <a:pt x="1" y="985"/>
                      </a:lnTo>
                      <a:lnTo>
                        <a:pt x="122" y="985"/>
                      </a:lnTo>
                      <a:lnTo>
                        <a:pt x="675" y="432"/>
                      </a:lnTo>
                      <a:lnTo>
                        <a:pt x="675"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36"/>
                <p:cNvSpPr/>
                <p:nvPr/>
              </p:nvSpPr>
              <p:spPr>
                <a:xfrm>
                  <a:off x="1732912" y="2855616"/>
                  <a:ext cx="1266659" cy="146629"/>
                </a:xfrm>
                <a:custGeom>
                  <a:avLst/>
                  <a:gdLst/>
                  <a:ahLst/>
                  <a:cxnLst/>
                  <a:rect l="l" t="t" r="r" b="b"/>
                  <a:pathLst>
                    <a:path w="8604" h="996" extrusionOk="0">
                      <a:moveTo>
                        <a:pt x="1" y="1"/>
                      </a:moveTo>
                      <a:lnTo>
                        <a:pt x="1" y="443"/>
                      </a:lnTo>
                      <a:lnTo>
                        <a:pt x="554" y="996"/>
                      </a:lnTo>
                      <a:lnTo>
                        <a:pt x="8051" y="996"/>
                      </a:lnTo>
                      <a:lnTo>
                        <a:pt x="8604" y="443"/>
                      </a:lnTo>
                      <a:lnTo>
                        <a:pt x="860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36"/>
                <p:cNvSpPr/>
                <p:nvPr/>
              </p:nvSpPr>
              <p:spPr>
                <a:xfrm>
                  <a:off x="1732912" y="2857235"/>
                  <a:ext cx="1283001" cy="40926"/>
                </a:xfrm>
                <a:custGeom>
                  <a:avLst/>
                  <a:gdLst/>
                  <a:ahLst/>
                  <a:cxnLst/>
                  <a:rect l="l" t="t" r="r" b="b"/>
                  <a:pathLst>
                    <a:path w="8715" h="278" extrusionOk="0">
                      <a:moveTo>
                        <a:pt x="1" y="1"/>
                      </a:moveTo>
                      <a:lnTo>
                        <a:pt x="1" y="277"/>
                      </a:lnTo>
                      <a:lnTo>
                        <a:pt x="8714" y="277"/>
                      </a:lnTo>
                      <a:lnTo>
                        <a:pt x="8714"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36"/>
                <p:cNvSpPr/>
                <p:nvPr/>
              </p:nvSpPr>
              <p:spPr>
                <a:xfrm>
                  <a:off x="1127406" y="2857235"/>
                  <a:ext cx="99372" cy="145009"/>
                </a:xfrm>
                <a:custGeom>
                  <a:avLst/>
                  <a:gdLst/>
                  <a:ahLst/>
                  <a:cxnLst/>
                  <a:rect l="l" t="t" r="r" b="b"/>
                  <a:pathLst>
                    <a:path w="675" h="985" extrusionOk="0">
                      <a:moveTo>
                        <a:pt x="553" y="1"/>
                      </a:moveTo>
                      <a:lnTo>
                        <a:pt x="553" y="432"/>
                      </a:lnTo>
                      <a:lnTo>
                        <a:pt x="0" y="985"/>
                      </a:lnTo>
                      <a:lnTo>
                        <a:pt x="122" y="985"/>
                      </a:lnTo>
                      <a:lnTo>
                        <a:pt x="675" y="432"/>
                      </a:lnTo>
                      <a:lnTo>
                        <a:pt x="675"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36"/>
                <p:cNvSpPr/>
                <p:nvPr/>
              </p:nvSpPr>
              <p:spPr>
                <a:xfrm>
                  <a:off x="777470" y="2855616"/>
                  <a:ext cx="431494" cy="146629"/>
                </a:xfrm>
                <a:custGeom>
                  <a:avLst/>
                  <a:gdLst/>
                  <a:ahLst/>
                  <a:cxnLst/>
                  <a:rect l="l" t="t" r="r" b="b"/>
                  <a:pathLst>
                    <a:path w="2931" h="996" extrusionOk="0">
                      <a:moveTo>
                        <a:pt x="0" y="1"/>
                      </a:moveTo>
                      <a:lnTo>
                        <a:pt x="0" y="443"/>
                      </a:lnTo>
                      <a:lnTo>
                        <a:pt x="553" y="996"/>
                      </a:lnTo>
                      <a:lnTo>
                        <a:pt x="2377" y="996"/>
                      </a:lnTo>
                      <a:lnTo>
                        <a:pt x="2930" y="443"/>
                      </a:lnTo>
                      <a:lnTo>
                        <a:pt x="293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36"/>
                <p:cNvSpPr/>
                <p:nvPr/>
              </p:nvSpPr>
              <p:spPr>
                <a:xfrm>
                  <a:off x="777470" y="2857235"/>
                  <a:ext cx="449308" cy="40926"/>
                </a:xfrm>
                <a:custGeom>
                  <a:avLst/>
                  <a:gdLst/>
                  <a:ahLst/>
                  <a:cxnLst/>
                  <a:rect l="l" t="t" r="r" b="b"/>
                  <a:pathLst>
                    <a:path w="3052" h="278" extrusionOk="0">
                      <a:moveTo>
                        <a:pt x="0" y="1"/>
                      </a:moveTo>
                      <a:lnTo>
                        <a:pt x="0" y="277"/>
                      </a:lnTo>
                      <a:lnTo>
                        <a:pt x="3052" y="277"/>
                      </a:lnTo>
                      <a:lnTo>
                        <a:pt x="3052"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36"/>
                <p:cNvSpPr/>
                <p:nvPr/>
              </p:nvSpPr>
              <p:spPr>
                <a:xfrm>
                  <a:off x="3930575" y="2852377"/>
                  <a:ext cx="18108" cy="149867"/>
                </a:xfrm>
                <a:custGeom>
                  <a:avLst/>
                  <a:gdLst/>
                  <a:ahLst/>
                  <a:cxnLst/>
                  <a:rect l="l" t="t" r="r" b="b"/>
                  <a:pathLst>
                    <a:path w="123" h="1018" extrusionOk="0">
                      <a:moveTo>
                        <a:pt x="1" y="1"/>
                      </a:moveTo>
                      <a:lnTo>
                        <a:pt x="1" y="1018"/>
                      </a:lnTo>
                      <a:lnTo>
                        <a:pt x="122" y="1018"/>
                      </a:lnTo>
                      <a:lnTo>
                        <a:pt x="12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36"/>
                <p:cNvSpPr/>
                <p:nvPr/>
              </p:nvSpPr>
              <p:spPr>
                <a:xfrm>
                  <a:off x="3546485" y="2855616"/>
                  <a:ext cx="384238" cy="146629"/>
                </a:xfrm>
                <a:custGeom>
                  <a:avLst/>
                  <a:gdLst/>
                  <a:ahLst/>
                  <a:cxnLst/>
                  <a:rect l="l" t="t" r="r" b="b"/>
                  <a:pathLst>
                    <a:path w="2610" h="996" extrusionOk="0">
                      <a:moveTo>
                        <a:pt x="0" y="1"/>
                      </a:moveTo>
                      <a:lnTo>
                        <a:pt x="0" y="443"/>
                      </a:lnTo>
                      <a:lnTo>
                        <a:pt x="553" y="996"/>
                      </a:lnTo>
                      <a:lnTo>
                        <a:pt x="2610" y="996"/>
                      </a:lnTo>
                      <a:lnTo>
                        <a:pt x="261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36"/>
                <p:cNvSpPr/>
                <p:nvPr/>
              </p:nvSpPr>
              <p:spPr>
                <a:xfrm>
                  <a:off x="3548104" y="2857235"/>
                  <a:ext cx="400579" cy="40926"/>
                </a:xfrm>
                <a:custGeom>
                  <a:avLst/>
                  <a:gdLst/>
                  <a:ahLst/>
                  <a:cxnLst/>
                  <a:rect l="l" t="t" r="r" b="b"/>
                  <a:pathLst>
                    <a:path w="2721" h="278" extrusionOk="0">
                      <a:moveTo>
                        <a:pt x="0" y="1"/>
                      </a:moveTo>
                      <a:lnTo>
                        <a:pt x="0" y="277"/>
                      </a:lnTo>
                      <a:lnTo>
                        <a:pt x="2720" y="277"/>
                      </a:lnTo>
                      <a:lnTo>
                        <a:pt x="27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36"/>
                <p:cNvSpPr/>
                <p:nvPr/>
              </p:nvSpPr>
              <p:spPr>
                <a:xfrm>
                  <a:off x="839301" y="2857235"/>
                  <a:ext cx="2900921" cy="88036"/>
                </a:xfrm>
                <a:custGeom>
                  <a:avLst/>
                  <a:gdLst/>
                  <a:ahLst/>
                  <a:cxnLst/>
                  <a:rect l="l" t="t" r="r" b="b"/>
                  <a:pathLst>
                    <a:path w="19705" h="598" extrusionOk="0">
                      <a:moveTo>
                        <a:pt x="0" y="1"/>
                      </a:moveTo>
                      <a:lnTo>
                        <a:pt x="0" y="598"/>
                      </a:lnTo>
                      <a:lnTo>
                        <a:pt x="19705" y="598"/>
                      </a:lnTo>
                      <a:lnTo>
                        <a:pt x="197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36"/>
                <p:cNvSpPr/>
                <p:nvPr/>
              </p:nvSpPr>
              <p:spPr>
                <a:xfrm>
                  <a:off x="2641391" y="2857235"/>
                  <a:ext cx="99372" cy="145009"/>
                </a:xfrm>
                <a:custGeom>
                  <a:avLst/>
                  <a:gdLst/>
                  <a:ahLst/>
                  <a:cxnLst/>
                  <a:rect l="l" t="t" r="r" b="b"/>
                  <a:pathLst>
                    <a:path w="675" h="985" extrusionOk="0">
                      <a:moveTo>
                        <a:pt x="553" y="1"/>
                      </a:moveTo>
                      <a:lnTo>
                        <a:pt x="553" y="432"/>
                      </a:lnTo>
                      <a:lnTo>
                        <a:pt x="0" y="985"/>
                      </a:lnTo>
                      <a:lnTo>
                        <a:pt x="122" y="985"/>
                      </a:lnTo>
                      <a:lnTo>
                        <a:pt x="675" y="432"/>
                      </a:lnTo>
                      <a:lnTo>
                        <a:pt x="67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36"/>
                <p:cNvSpPr/>
                <p:nvPr/>
              </p:nvSpPr>
              <p:spPr>
                <a:xfrm>
                  <a:off x="1430232" y="2855616"/>
                  <a:ext cx="1292570" cy="146629"/>
                </a:xfrm>
                <a:custGeom>
                  <a:avLst/>
                  <a:gdLst/>
                  <a:ahLst/>
                  <a:cxnLst/>
                  <a:rect l="l" t="t" r="r" b="b"/>
                  <a:pathLst>
                    <a:path w="8780" h="996" extrusionOk="0">
                      <a:moveTo>
                        <a:pt x="0" y="1"/>
                      </a:moveTo>
                      <a:lnTo>
                        <a:pt x="0" y="443"/>
                      </a:lnTo>
                      <a:lnTo>
                        <a:pt x="542" y="996"/>
                      </a:lnTo>
                      <a:lnTo>
                        <a:pt x="8227" y="996"/>
                      </a:lnTo>
                      <a:lnTo>
                        <a:pt x="8780" y="443"/>
                      </a:lnTo>
                      <a:lnTo>
                        <a:pt x="878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36"/>
                <p:cNvSpPr/>
                <p:nvPr/>
              </p:nvSpPr>
              <p:spPr>
                <a:xfrm>
                  <a:off x="1430232" y="2857235"/>
                  <a:ext cx="1310530" cy="40926"/>
                </a:xfrm>
                <a:custGeom>
                  <a:avLst/>
                  <a:gdLst/>
                  <a:ahLst/>
                  <a:cxnLst/>
                  <a:rect l="l" t="t" r="r" b="b"/>
                  <a:pathLst>
                    <a:path w="8902" h="278" extrusionOk="0">
                      <a:moveTo>
                        <a:pt x="0" y="1"/>
                      </a:moveTo>
                      <a:lnTo>
                        <a:pt x="0" y="277"/>
                      </a:lnTo>
                      <a:lnTo>
                        <a:pt x="8902" y="277"/>
                      </a:lnTo>
                      <a:lnTo>
                        <a:pt x="89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36"/>
                <p:cNvSpPr/>
                <p:nvPr/>
              </p:nvSpPr>
              <p:spPr>
                <a:xfrm>
                  <a:off x="2605470" y="2948510"/>
                  <a:ext cx="22966" cy="13102"/>
                </a:xfrm>
                <a:custGeom>
                  <a:avLst/>
                  <a:gdLst/>
                  <a:ahLst/>
                  <a:cxnLst/>
                  <a:rect l="l" t="t" r="r" b="b"/>
                  <a:pathLst>
                    <a:path w="156" h="89" extrusionOk="0">
                      <a:moveTo>
                        <a:pt x="1" y="0"/>
                      </a:moveTo>
                      <a:lnTo>
                        <a:pt x="1" y="89"/>
                      </a:lnTo>
                      <a:lnTo>
                        <a:pt x="111" y="89"/>
                      </a:lnTo>
                      <a:cubicBezTo>
                        <a:pt x="133" y="89"/>
                        <a:pt x="145" y="66"/>
                        <a:pt x="156" y="44"/>
                      </a:cubicBezTo>
                      <a:cubicBezTo>
                        <a:pt x="156" y="22"/>
                        <a:pt x="133" y="0"/>
                        <a:pt x="11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36"/>
                <p:cNvSpPr/>
                <p:nvPr/>
              </p:nvSpPr>
              <p:spPr>
                <a:xfrm>
                  <a:off x="2602231" y="2922453"/>
                  <a:ext cx="26205" cy="13102"/>
                </a:xfrm>
                <a:custGeom>
                  <a:avLst/>
                  <a:gdLst/>
                  <a:ahLst/>
                  <a:cxnLst/>
                  <a:rect l="l" t="t" r="r" b="b"/>
                  <a:pathLst>
                    <a:path w="178" h="89" extrusionOk="0">
                      <a:moveTo>
                        <a:pt x="1" y="0"/>
                      </a:moveTo>
                      <a:lnTo>
                        <a:pt x="1" y="89"/>
                      </a:lnTo>
                      <a:lnTo>
                        <a:pt x="133" y="89"/>
                      </a:lnTo>
                      <a:cubicBezTo>
                        <a:pt x="155" y="89"/>
                        <a:pt x="178" y="67"/>
                        <a:pt x="178" y="44"/>
                      </a:cubicBezTo>
                      <a:cubicBezTo>
                        <a:pt x="178" y="22"/>
                        <a:pt x="155" y="0"/>
                        <a:pt x="1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36"/>
                <p:cNvSpPr/>
                <p:nvPr/>
              </p:nvSpPr>
              <p:spPr>
                <a:xfrm>
                  <a:off x="2600612" y="2896395"/>
                  <a:ext cx="27824" cy="13102"/>
                </a:xfrm>
                <a:custGeom>
                  <a:avLst/>
                  <a:gdLst/>
                  <a:ahLst/>
                  <a:cxnLst/>
                  <a:rect l="l" t="t" r="r" b="b"/>
                  <a:pathLst>
                    <a:path w="189" h="89" extrusionOk="0">
                      <a:moveTo>
                        <a:pt x="1" y="0"/>
                      </a:moveTo>
                      <a:lnTo>
                        <a:pt x="1" y="89"/>
                      </a:lnTo>
                      <a:lnTo>
                        <a:pt x="144" y="89"/>
                      </a:lnTo>
                      <a:cubicBezTo>
                        <a:pt x="166" y="89"/>
                        <a:pt x="178" y="78"/>
                        <a:pt x="189" y="44"/>
                      </a:cubicBezTo>
                      <a:cubicBezTo>
                        <a:pt x="189" y="22"/>
                        <a:pt x="166" y="0"/>
                        <a:pt x="14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36"/>
                <p:cNvSpPr/>
                <p:nvPr/>
              </p:nvSpPr>
              <p:spPr>
                <a:xfrm>
                  <a:off x="1519741" y="2948510"/>
                  <a:ext cx="1098979" cy="13102"/>
                </a:xfrm>
                <a:custGeom>
                  <a:avLst/>
                  <a:gdLst/>
                  <a:ahLst/>
                  <a:cxnLst/>
                  <a:rect l="l" t="t" r="r" b="b"/>
                  <a:pathLst>
                    <a:path w="7465" h="89" extrusionOk="0">
                      <a:moveTo>
                        <a:pt x="0" y="0"/>
                      </a:moveTo>
                      <a:lnTo>
                        <a:pt x="0" y="89"/>
                      </a:lnTo>
                      <a:lnTo>
                        <a:pt x="7420" y="89"/>
                      </a:lnTo>
                      <a:cubicBezTo>
                        <a:pt x="7442" y="89"/>
                        <a:pt x="7464" y="66"/>
                        <a:pt x="7464" y="44"/>
                      </a:cubicBezTo>
                      <a:cubicBezTo>
                        <a:pt x="7464" y="22"/>
                        <a:pt x="7442" y="0"/>
                        <a:pt x="74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36"/>
                <p:cNvSpPr/>
                <p:nvPr/>
              </p:nvSpPr>
              <p:spPr>
                <a:xfrm>
                  <a:off x="1519741" y="2922453"/>
                  <a:ext cx="1098979" cy="13102"/>
                </a:xfrm>
                <a:custGeom>
                  <a:avLst/>
                  <a:gdLst/>
                  <a:ahLst/>
                  <a:cxnLst/>
                  <a:rect l="l" t="t" r="r" b="b"/>
                  <a:pathLst>
                    <a:path w="7465" h="89" extrusionOk="0">
                      <a:moveTo>
                        <a:pt x="0" y="0"/>
                      </a:moveTo>
                      <a:lnTo>
                        <a:pt x="0" y="89"/>
                      </a:lnTo>
                      <a:lnTo>
                        <a:pt x="7420" y="89"/>
                      </a:lnTo>
                      <a:cubicBezTo>
                        <a:pt x="7442" y="89"/>
                        <a:pt x="7464" y="67"/>
                        <a:pt x="7464" y="44"/>
                      </a:cubicBezTo>
                      <a:cubicBezTo>
                        <a:pt x="7464" y="22"/>
                        <a:pt x="7442" y="0"/>
                        <a:pt x="74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36"/>
                <p:cNvSpPr/>
                <p:nvPr/>
              </p:nvSpPr>
              <p:spPr>
                <a:xfrm>
                  <a:off x="1519741" y="2896395"/>
                  <a:ext cx="1098979" cy="13102"/>
                </a:xfrm>
                <a:custGeom>
                  <a:avLst/>
                  <a:gdLst/>
                  <a:ahLst/>
                  <a:cxnLst/>
                  <a:rect l="l" t="t" r="r" b="b"/>
                  <a:pathLst>
                    <a:path w="7465" h="89" extrusionOk="0">
                      <a:moveTo>
                        <a:pt x="0" y="0"/>
                      </a:moveTo>
                      <a:lnTo>
                        <a:pt x="0" y="89"/>
                      </a:lnTo>
                      <a:lnTo>
                        <a:pt x="7420" y="89"/>
                      </a:lnTo>
                      <a:cubicBezTo>
                        <a:pt x="7442" y="89"/>
                        <a:pt x="7464" y="78"/>
                        <a:pt x="7464" y="44"/>
                      </a:cubicBezTo>
                      <a:cubicBezTo>
                        <a:pt x="7464" y="22"/>
                        <a:pt x="7442" y="0"/>
                        <a:pt x="74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36"/>
                <p:cNvSpPr/>
                <p:nvPr/>
              </p:nvSpPr>
              <p:spPr>
                <a:xfrm>
                  <a:off x="845779" y="2857235"/>
                  <a:ext cx="97752" cy="145009"/>
                </a:xfrm>
                <a:custGeom>
                  <a:avLst/>
                  <a:gdLst/>
                  <a:ahLst/>
                  <a:cxnLst/>
                  <a:rect l="l" t="t" r="r" b="b"/>
                  <a:pathLst>
                    <a:path w="664" h="985" extrusionOk="0">
                      <a:moveTo>
                        <a:pt x="542" y="1"/>
                      </a:moveTo>
                      <a:lnTo>
                        <a:pt x="542" y="432"/>
                      </a:lnTo>
                      <a:lnTo>
                        <a:pt x="1" y="985"/>
                      </a:lnTo>
                      <a:lnTo>
                        <a:pt x="111" y="985"/>
                      </a:lnTo>
                      <a:lnTo>
                        <a:pt x="664" y="432"/>
                      </a:lnTo>
                      <a:lnTo>
                        <a:pt x="6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36"/>
                <p:cNvSpPr/>
                <p:nvPr/>
              </p:nvSpPr>
              <p:spPr>
                <a:xfrm>
                  <a:off x="494223" y="2855616"/>
                  <a:ext cx="431494" cy="146629"/>
                </a:xfrm>
                <a:custGeom>
                  <a:avLst/>
                  <a:gdLst/>
                  <a:ahLst/>
                  <a:cxnLst/>
                  <a:rect l="l" t="t" r="r" b="b"/>
                  <a:pathLst>
                    <a:path w="2931" h="996" extrusionOk="0">
                      <a:moveTo>
                        <a:pt x="0" y="1"/>
                      </a:moveTo>
                      <a:lnTo>
                        <a:pt x="0" y="443"/>
                      </a:lnTo>
                      <a:lnTo>
                        <a:pt x="553" y="996"/>
                      </a:lnTo>
                      <a:lnTo>
                        <a:pt x="2389" y="996"/>
                      </a:lnTo>
                      <a:lnTo>
                        <a:pt x="2930" y="443"/>
                      </a:lnTo>
                      <a:lnTo>
                        <a:pt x="293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36"/>
                <p:cNvSpPr/>
                <p:nvPr/>
              </p:nvSpPr>
              <p:spPr>
                <a:xfrm>
                  <a:off x="494223" y="2857235"/>
                  <a:ext cx="449308" cy="40926"/>
                </a:xfrm>
                <a:custGeom>
                  <a:avLst/>
                  <a:gdLst/>
                  <a:ahLst/>
                  <a:cxnLst/>
                  <a:rect l="l" t="t" r="r" b="b"/>
                  <a:pathLst>
                    <a:path w="3052" h="278" extrusionOk="0">
                      <a:moveTo>
                        <a:pt x="0" y="1"/>
                      </a:moveTo>
                      <a:lnTo>
                        <a:pt x="0" y="277"/>
                      </a:lnTo>
                      <a:lnTo>
                        <a:pt x="3052" y="277"/>
                      </a:lnTo>
                      <a:lnTo>
                        <a:pt x="305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36"/>
                <p:cNvSpPr/>
                <p:nvPr/>
              </p:nvSpPr>
              <p:spPr>
                <a:xfrm>
                  <a:off x="808385" y="2948510"/>
                  <a:ext cx="22819" cy="13102"/>
                </a:xfrm>
                <a:custGeom>
                  <a:avLst/>
                  <a:gdLst/>
                  <a:ahLst/>
                  <a:cxnLst/>
                  <a:rect l="l" t="t" r="r" b="b"/>
                  <a:pathLst>
                    <a:path w="155" h="89" extrusionOk="0">
                      <a:moveTo>
                        <a:pt x="0" y="0"/>
                      </a:moveTo>
                      <a:lnTo>
                        <a:pt x="0" y="89"/>
                      </a:lnTo>
                      <a:lnTo>
                        <a:pt x="111" y="89"/>
                      </a:lnTo>
                      <a:cubicBezTo>
                        <a:pt x="133" y="89"/>
                        <a:pt x="155" y="66"/>
                        <a:pt x="155" y="44"/>
                      </a:cubicBezTo>
                      <a:cubicBezTo>
                        <a:pt x="155" y="22"/>
                        <a:pt x="133" y="0"/>
                        <a:pt x="11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36"/>
                <p:cNvSpPr/>
                <p:nvPr/>
              </p:nvSpPr>
              <p:spPr>
                <a:xfrm>
                  <a:off x="806766" y="2922453"/>
                  <a:ext cx="24438" cy="13102"/>
                </a:xfrm>
                <a:custGeom>
                  <a:avLst/>
                  <a:gdLst/>
                  <a:ahLst/>
                  <a:cxnLst/>
                  <a:rect l="l" t="t" r="r" b="b"/>
                  <a:pathLst>
                    <a:path w="166" h="89" extrusionOk="0">
                      <a:moveTo>
                        <a:pt x="0" y="0"/>
                      </a:moveTo>
                      <a:lnTo>
                        <a:pt x="0" y="89"/>
                      </a:lnTo>
                      <a:lnTo>
                        <a:pt x="122" y="89"/>
                      </a:lnTo>
                      <a:cubicBezTo>
                        <a:pt x="144" y="89"/>
                        <a:pt x="166" y="67"/>
                        <a:pt x="166" y="44"/>
                      </a:cubicBezTo>
                      <a:cubicBezTo>
                        <a:pt x="166" y="22"/>
                        <a:pt x="144" y="0"/>
                        <a:pt x="1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36"/>
                <p:cNvSpPr/>
                <p:nvPr/>
              </p:nvSpPr>
              <p:spPr>
                <a:xfrm>
                  <a:off x="805147" y="2896395"/>
                  <a:ext cx="26057" cy="13102"/>
                </a:xfrm>
                <a:custGeom>
                  <a:avLst/>
                  <a:gdLst/>
                  <a:ahLst/>
                  <a:cxnLst/>
                  <a:rect l="l" t="t" r="r" b="b"/>
                  <a:pathLst>
                    <a:path w="177" h="89" extrusionOk="0">
                      <a:moveTo>
                        <a:pt x="0" y="0"/>
                      </a:moveTo>
                      <a:lnTo>
                        <a:pt x="0" y="89"/>
                      </a:lnTo>
                      <a:lnTo>
                        <a:pt x="133" y="89"/>
                      </a:lnTo>
                      <a:cubicBezTo>
                        <a:pt x="155" y="89"/>
                        <a:pt x="177" y="78"/>
                        <a:pt x="177" y="44"/>
                      </a:cubicBezTo>
                      <a:cubicBezTo>
                        <a:pt x="177" y="22"/>
                        <a:pt x="155" y="0"/>
                        <a:pt x="1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36"/>
                <p:cNvSpPr/>
                <p:nvPr/>
              </p:nvSpPr>
              <p:spPr>
                <a:xfrm>
                  <a:off x="583731" y="2948510"/>
                  <a:ext cx="237756" cy="13102"/>
                </a:xfrm>
                <a:custGeom>
                  <a:avLst/>
                  <a:gdLst/>
                  <a:ahLst/>
                  <a:cxnLst/>
                  <a:rect l="l" t="t" r="r" b="b"/>
                  <a:pathLst>
                    <a:path w="1615" h="89" extrusionOk="0">
                      <a:moveTo>
                        <a:pt x="0" y="0"/>
                      </a:moveTo>
                      <a:lnTo>
                        <a:pt x="0" y="89"/>
                      </a:lnTo>
                      <a:lnTo>
                        <a:pt x="1570" y="89"/>
                      </a:lnTo>
                      <a:cubicBezTo>
                        <a:pt x="1593" y="89"/>
                        <a:pt x="1615" y="66"/>
                        <a:pt x="1615" y="44"/>
                      </a:cubicBezTo>
                      <a:cubicBezTo>
                        <a:pt x="1615" y="22"/>
                        <a:pt x="1593" y="0"/>
                        <a:pt x="15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36"/>
                <p:cNvSpPr/>
                <p:nvPr/>
              </p:nvSpPr>
              <p:spPr>
                <a:xfrm>
                  <a:off x="583731" y="2922453"/>
                  <a:ext cx="237756" cy="13102"/>
                </a:xfrm>
                <a:custGeom>
                  <a:avLst/>
                  <a:gdLst/>
                  <a:ahLst/>
                  <a:cxnLst/>
                  <a:rect l="l" t="t" r="r" b="b"/>
                  <a:pathLst>
                    <a:path w="1615" h="89" extrusionOk="0">
                      <a:moveTo>
                        <a:pt x="0" y="0"/>
                      </a:moveTo>
                      <a:lnTo>
                        <a:pt x="0" y="89"/>
                      </a:lnTo>
                      <a:lnTo>
                        <a:pt x="1570" y="89"/>
                      </a:lnTo>
                      <a:cubicBezTo>
                        <a:pt x="1593" y="89"/>
                        <a:pt x="1615" y="67"/>
                        <a:pt x="1615" y="44"/>
                      </a:cubicBezTo>
                      <a:cubicBezTo>
                        <a:pt x="1615" y="22"/>
                        <a:pt x="1593" y="0"/>
                        <a:pt x="15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36"/>
                <p:cNvSpPr/>
                <p:nvPr/>
              </p:nvSpPr>
              <p:spPr>
                <a:xfrm>
                  <a:off x="583731" y="2896395"/>
                  <a:ext cx="237756" cy="13102"/>
                </a:xfrm>
                <a:custGeom>
                  <a:avLst/>
                  <a:gdLst/>
                  <a:ahLst/>
                  <a:cxnLst/>
                  <a:rect l="l" t="t" r="r" b="b"/>
                  <a:pathLst>
                    <a:path w="1615" h="89" extrusionOk="0">
                      <a:moveTo>
                        <a:pt x="0" y="0"/>
                      </a:moveTo>
                      <a:lnTo>
                        <a:pt x="0" y="89"/>
                      </a:lnTo>
                      <a:lnTo>
                        <a:pt x="1570" y="89"/>
                      </a:lnTo>
                      <a:cubicBezTo>
                        <a:pt x="1593" y="89"/>
                        <a:pt x="1615" y="78"/>
                        <a:pt x="1615" y="44"/>
                      </a:cubicBezTo>
                      <a:cubicBezTo>
                        <a:pt x="1615" y="22"/>
                        <a:pt x="1593" y="0"/>
                        <a:pt x="15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36"/>
                <p:cNvSpPr/>
                <p:nvPr/>
              </p:nvSpPr>
              <p:spPr>
                <a:xfrm>
                  <a:off x="3647329" y="2852377"/>
                  <a:ext cx="18108" cy="149867"/>
                </a:xfrm>
                <a:custGeom>
                  <a:avLst/>
                  <a:gdLst/>
                  <a:ahLst/>
                  <a:cxnLst/>
                  <a:rect l="l" t="t" r="r" b="b"/>
                  <a:pathLst>
                    <a:path w="123" h="1018" extrusionOk="0">
                      <a:moveTo>
                        <a:pt x="1" y="1"/>
                      </a:moveTo>
                      <a:lnTo>
                        <a:pt x="1" y="1018"/>
                      </a:lnTo>
                      <a:lnTo>
                        <a:pt x="122" y="1018"/>
                      </a:lnTo>
                      <a:lnTo>
                        <a:pt x="12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36"/>
                <p:cNvSpPr/>
                <p:nvPr/>
              </p:nvSpPr>
              <p:spPr>
                <a:xfrm>
                  <a:off x="3238800" y="2855616"/>
                  <a:ext cx="408676" cy="146629"/>
                </a:xfrm>
                <a:custGeom>
                  <a:avLst/>
                  <a:gdLst/>
                  <a:ahLst/>
                  <a:cxnLst/>
                  <a:rect l="l" t="t" r="r" b="b"/>
                  <a:pathLst>
                    <a:path w="2776" h="996" extrusionOk="0">
                      <a:moveTo>
                        <a:pt x="0" y="1"/>
                      </a:moveTo>
                      <a:lnTo>
                        <a:pt x="0" y="443"/>
                      </a:lnTo>
                      <a:lnTo>
                        <a:pt x="553" y="996"/>
                      </a:lnTo>
                      <a:lnTo>
                        <a:pt x="2776" y="996"/>
                      </a:lnTo>
                      <a:lnTo>
                        <a:pt x="277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36"/>
                <p:cNvSpPr/>
                <p:nvPr/>
              </p:nvSpPr>
              <p:spPr>
                <a:xfrm>
                  <a:off x="3240419" y="2857235"/>
                  <a:ext cx="425017" cy="40926"/>
                </a:xfrm>
                <a:custGeom>
                  <a:avLst/>
                  <a:gdLst/>
                  <a:ahLst/>
                  <a:cxnLst/>
                  <a:rect l="l" t="t" r="r" b="b"/>
                  <a:pathLst>
                    <a:path w="2887" h="278" extrusionOk="0">
                      <a:moveTo>
                        <a:pt x="0" y="1"/>
                      </a:moveTo>
                      <a:lnTo>
                        <a:pt x="0" y="277"/>
                      </a:lnTo>
                      <a:lnTo>
                        <a:pt x="2886" y="277"/>
                      </a:lnTo>
                      <a:lnTo>
                        <a:pt x="288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36"/>
                <p:cNvSpPr/>
                <p:nvPr/>
              </p:nvSpPr>
              <p:spPr>
                <a:xfrm>
                  <a:off x="3585497" y="2948510"/>
                  <a:ext cx="22966" cy="13102"/>
                </a:xfrm>
                <a:custGeom>
                  <a:avLst/>
                  <a:gdLst/>
                  <a:ahLst/>
                  <a:cxnLst/>
                  <a:rect l="l" t="t" r="r" b="b"/>
                  <a:pathLst>
                    <a:path w="156" h="89" extrusionOk="0">
                      <a:moveTo>
                        <a:pt x="0" y="0"/>
                      </a:moveTo>
                      <a:lnTo>
                        <a:pt x="0" y="89"/>
                      </a:lnTo>
                      <a:lnTo>
                        <a:pt x="111" y="89"/>
                      </a:lnTo>
                      <a:cubicBezTo>
                        <a:pt x="133" y="89"/>
                        <a:pt x="155" y="66"/>
                        <a:pt x="155" y="44"/>
                      </a:cubicBezTo>
                      <a:cubicBezTo>
                        <a:pt x="155" y="22"/>
                        <a:pt x="133" y="0"/>
                        <a:pt x="11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36"/>
                <p:cNvSpPr/>
                <p:nvPr/>
              </p:nvSpPr>
              <p:spPr>
                <a:xfrm>
                  <a:off x="3582258" y="2922453"/>
                  <a:ext cx="26205" cy="13102"/>
                </a:xfrm>
                <a:custGeom>
                  <a:avLst/>
                  <a:gdLst/>
                  <a:ahLst/>
                  <a:cxnLst/>
                  <a:rect l="l" t="t" r="r" b="b"/>
                  <a:pathLst>
                    <a:path w="178" h="89" extrusionOk="0">
                      <a:moveTo>
                        <a:pt x="0" y="0"/>
                      </a:moveTo>
                      <a:lnTo>
                        <a:pt x="0" y="89"/>
                      </a:lnTo>
                      <a:lnTo>
                        <a:pt x="133" y="89"/>
                      </a:lnTo>
                      <a:cubicBezTo>
                        <a:pt x="155" y="89"/>
                        <a:pt x="177" y="67"/>
                        <a:pt x="177" y="44"/>
                      </a:cubicBezTo>
                      <a:cubicBezTo>
                        <a:pt x="177" y="22"/>
                        <a:pt x="155" y="0"/>
                        <a:pt x="1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36"/>
                <p:cNvSpPr/>
                <p:nvPr/>
              </p:nvSpPr>
              <p:spPr>
                <a:xfrm>
                  <a:off x="3580639" y="2896395"/>
                  <a:ext cx="27824" cy="13102"/>
                </a:xfrm>
                <a:custGeom>
                  <a:avLst/>
                  <a:gdLst/>
                  <a:ahLst/>
                  <a:cxnLst/>
                  <a:rect l="l" t="t" r="r" b="b"/>
                  <a:pathLst>
                    <a:path w="189" h="89" extrusionOk="0">
                      <a:moveTo>
                        <a:pt x="0" y="0"/>
                      </a:moveTo>
                      <a:lnTo>
                        <a:pt x="0" y="89"/>
                      </a:lnTo>
                      <a:lnTo>
                        <a:pt x="144" y="89"/>
                      </a:lnTo>
                      <a:cubicBezTo>
                        <a:pt x="166" y="89"/>
                        <a:pt x="188" y="78"/>
                        <a:pt x="188" y="44"/>
                      </a:cubicBezTo>
                      <a:cubicBezTo>
                        <a:pt x="188" y="22"/>
                        <a:pt x="166" y="0"/>
                        <a:pt x="1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36"/>
                <p:cNvSpPr/>
                <p:nvPr/>
              </p:nvSpPr>
              <p:spPr>
                <a:xfrm>
                  <a:off x="3326689" y="2948510"/>
                  <a:ext cx="270291" cy="13102"/>
                </a:xfrm>
                <a:custGeom>
                  <a:avLst/>
                  <a:gdLst/>
                  <a:ahLst/>
                  <a:cxnLst/>
                  <a:rect l="l" t="t" r="r" b="b"/>
                  <a:pathLst>
                    <a:path w="1836" h="89" extrusionOk="0">
                      <a:moveTo>
                        <a:pt x="0" y="0"/>
                      </a:moveTo>
                      <a:lnTo>
                        <a:pt x="0" y="89"/>
                      </a:lnTo>
                      <a:lnTo>
                        <a:pt x="1803" y="89"/>
                      </a:lnTo>
                      <a:cubicBezTo>
                        <a:pt x="1825" y="89"/>
                        <a:pt x="1836" y="66"/>
                        <a:pt x="1836" y="44"/>
                      </a:cubicBezTo>
                      <a:cubicBezTo>
                        <a:pt x="1836" y="22"/>
                        <a:pt x="1825" y="0"/>
                        <a:pt x="18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36"/>
                <p:cNvSpPr/>
                <p:nvPr/>
              </p:nvSpPr>
              <p:spPr>
                <a:xfrm>
                  <a:off x="3326689" y="2922453"/>
                  <a:ext cx="270291" cy="13102"/>
                </a:xfrm>
                <a:custGeom>
                  <a:avLst/>
                  <a:gdLst/>
                  <a:ahLst/>
                  <a:cxnLst/>
                  <a:rect l="l" t="t" r="r" b="b"/>
                  <a:pathLst>
                    <a:path w="1836" h="89" extrusionOk="0">
                      <a:moveTo>
                        <a:pt x="0" y="0"/>
                      </a:moveTo>
                      <a:lnTo>
                        <a:pt x="0" y="89"/>
                      </a:lnTo>
                      <a:lnTo>
                        <a:pt x="1803" y="89"/>
                      </a:lnTo>
                      <a:cubicBezTo>
                        <a:pt x="1825" y="89"/>
                        <a:pt x="1836" y="67"/>
                        <a:pt x="1836" y="44"/>
                      </a:cubicBezTo>
                      <a:cubicBezTo>
                        <a:pt x="1836" y="22"/>
                        <a:pt x="1825" y="0"/>
                        <a:pt x="18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36"/>
                <p:cNvSpPr/>
                <p:nvPr/>
              </p:nvSpPr>
              <p:spPr>
                <a:xfrm>
                  <a:off x="3326689" y="2896395"/>
                  <a:ext cx="270291" cy="13102"/>
                </a:xfrm>
                <a:custGeom>
                  <a:avLst/>
                  <a:gdLst/>
                  <a:ahLst/>
                  <a:cxnLst/>
                  <a:rect l="l" t="t" r="r" b="b"/>
                  <a:pathLst>
                    <a:path w="1836" h="89" extrusionOk="0">
                      <a:moveTo>
                        <a:pt x="0" y="0"/>
                      </a:moveTo>
                      <a:lnTo>
                        <a:pt x="0" y="89"/>
                      </a:lnTo>
                      <a:lnTo>
                        <a:pt x="1803" y="89"/>
                      </a:lnTo>
                      <a:cubicBezTo>
                        <a:pt x="1825" y="89"/>
                        <a:pt x="1836" y="78"/>
                        <a:pt x="1836" y="44"/>
                      </a:cubicBezTo>
                      <a:cubicBezTo>
                        <a:pt x="1836" y="22"/>
                        <a:pt x="1825" y="0"/>
                        <a:pt x="18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36"/>
                <p:cNvSpPr/>
                <p:nvPr/>
              </p:nvSpPr>
              <p:spPr>
                <a:xfrm>
                  <a:off x="3740076" y="2857235"/>
                  <a:ext cx="171067" cy="88036"/>
                </a:xfrm>
                <a:custGeom>
                  <a:avLst/>
                  <a:gdLst/>
                  <a:ahLst/>
                  <a:cxnLst/>
                  <a:rect l="l" t="t" r="r" b="b"/>
                  <a:pathLst>
                    <a:path w="1162" h="598" extrusionOk="0">
                      <a:moveTo>
                        <a:pt x="1" y="1"/>
                      </a:moveTo>
                      <a:lnTo>
                        <a:pt x="1" y="598"/>
                      </a:lnTo>
                      <a:lnTo>
                        <a:pt x="1162" y="598"/>
                      </a:lnTo>
                      <a:lnTo>
                        <a:pt x="11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36"/>
                <p:cNvSpPr/>
                <p:nvPr/>
              </p:nvSpPr>
              <p:spPr>
                <a:xfrm>
                  <a:off x="2717797" y="2945124"/>
                  <a:ext cx="143390" cy="122779"/>
                </a:xfrm>
                <a:custGeom>
                  <a:avLst/>
                  <a:gdLst/>
                  <a:ahLst/>
                  <a:cxnLst/>
                  <a:rect l="l" t="t" r="r" b="b"/>
                  <a:pathLst>
                    <a:path w="974" h="834" extrusionOk="0">
                      <a:moveTo>
                        <a:pt x="555" y="247"/>
                      </a:moveTo>
                      <a:cubicBezTo>
                        <a:pt x="645" y="247"/>
                        <a:pt x="731" y="317"/>
                        <a:pt x="731" y="421"/>
                      </a:cubicBezTo>
                      <a:cubicBezTo>
                        <a:pt x="731" y="510"/>
                        <a:pt x="653" y="587"/>
                        <a:pt x="565" y="587"/>
                      </a:cubicBezTo>
                      <a:cubicBezTo>
                        <a:pt x="410" y="587"/>
                        <a:pt x="332" y="410"/>
                        <a:pt x="432" y="300"/>
                      </a:cubicBezTo>
                      <a:cubicBezTo>
                        <a:pt x="468" y="264"/>
                        <a:pt x="512" y="247"/>
                        <a:pt x="555" y="247"/>
                      </a:cubicBezTo>
                      <a:close/>
                      <a:moveTo>
                        <a:pt x="565" y="1"/>
                      </a:moveTo>
                      <a:cubicBezTo>
                        <a:pt x="189" y="1"/>
                        <a:pt x="1" y="454"/>
                        <a:pt x="266" y="709"/>
                      </a:cubicBezTo>
                      <a:cubicBezTo>
                        <a:pt x="352" y="795"/>
                        <a:pt x="457" y="833"/>
                        <a:pt x="560" y="833"/>
                      </a:cubicBezTo>
                      <a:cubicBezTo>
                        <a:pt x="772" y="833"/>
                        <a:pt x="974" y="668"/>
                        <a:pt x="974" y="421"/>
                      </a:cubicBezTo>
                      <a:cubicBezTo>
                        <a:pt x="974" y="189"/>
                        <a:pt x="786" y="1"/>
                        <a:pt x="5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36"/>
                <p:cNvSpPr/>
                <p:nvPr/>
              </p:nvSpPr>
              <p:spPr>
                <a:xfrm>
                  <a:off x="2686881" y="2922453"/>
                  <a:ext cx="197124" cy="169153"/>
                </a:xfrm>
                <a:custGeom>
                  <a:avLst/>
                  <a:gdLst/>
                  <a:ahLst/>
                  <a:cxnLst/>
                  <a:rect l="l" t="t" r="r" b="b"/>
                  <a:pathLst>
                    <a:path w="1339" h="1149" extrusionOk="0">
                      <a:moveTo>
                        <a:pt x="763" y="160"/>
                      </a:moveTo>
                      <a:cubicBezTo>
                        <a:pt x="978" y="160"/>
                        <a:pt x="1184" y="326"/>
                        <a:pt x="1184" y="575"/>
                      </a:cubicBezTo>
                      <a:cubicBezTo>
                        <a:pt x="1184" y="807"/>
                        <a:pt x="996" y="995"/>
                        <a:pt x="775" y="995"/>
                      </a:cubicBezTo>
                      <a:cubicBezTo>
                        <a:pt x="399" y="995"/>
                        <a:pt x="211" y="542"/>
                        <a:pt x="476" y="277"/>
                      </a:cubicBezTo>
                      <a:cubicBezTo>
                        <a:pt x="560" y="196"/>
                        <a:pt x="663" y="160"/>
                        <a:pt x="763" y="160"/>
                      </a:cubicBezTo>
                      <a:close/>
                      <a:moveTo>
                        <a:pt x="775" y="0"/>
                      </a:moveTo>
                      <a:cubicBezTo>
                        <a:pt x="255" y="0"/>
                        <a:pt x="1" y="619"/>
                        <a:pt x="366" y="984"/>
                      </a:cubicBezTo>
                      <a:cubicBezTo>
                        <a:pt x="483" y="1098"/>
                        <a:pt x="625" y="1149"/>
                        <a:pt x="764" y="1149"/>
                      </a:cubicBezTo>
                      <a:cubicBezTo>
                        <a:pt x="1058" y="1149"/>
                        <a:pt x="1339" y="921"/>
                        <a:pt x="1339" y="575"/>
                      </a:cubicBezTo>
                      <a:cubicBezTo>
                        <a:pt x="1339" y="254"/>
                        <a:pt x="1084" y="0"/>
                        <a:pt x="7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36"/>
                <p:cNvSpPr/>
                <p:nvPr/>
              </p:nvSpPr>
              <p:spPr>
                <a:xfrm>
                  <a:off x="2767115" y="2982517"/>
                  <a:ext cx="58298" cy="50201"/>
                </a:xfrm>
                <a:custGeom>
                  <a:avLst/>
                  <a:gdLst/>
                  <a:ahLst/>
                  <a:cxnLst/>
                  <a:rect l="l" t="t" r="r" b="b"/>
                  <a:pathLst>
                    <a:path w="396" h="341" extrusionOk="0">
                      <a:moveTo>
                        <a:pt x="217" y="1"/>
                      </a:moveTo>
                      <a:cubicBezTo>
                        <a:pt x="71" y="1"/>
                        <a:pt x="1" y="181"/>
                        <a:pt x="108" y="289"/>
                      </a:cubicBezTo>
                      <a:cubicBezTo>
                        <a:pt x="140" y="325"/>
                        <a:pt x="182" y="341"/>
                        <a:pt x="224" y="341"/>
                      </a:cubicBezTo>
                      <a:cubicBezTo>
                        <a:pt x="310" y="341"/>
                        <a:pt x="396" y="272"/>
                        <a:pt x="396" y="167"/>
                      </a:cubicBezTo>
                      <a:cubicBezTo>
                        <a:pt x="396" y="68"/>
                        <a:pt x="318" y="1"/>
                        <a:pt x="230" y="1"/>
                      </a:cubicBezTo>
                      <a:cubicBezTo>
                        <a:pt x="225" y="1"/>
                        <a:pt x="221" y="1"/>
                        <a:pt x="2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36"/>
                <p:cNvSpPr/>
                <p:nvPr/>
              </p:nvSpPr>
              <p:spPr>
                <a:xfrm>
                  <a:off x="2823646" y="2922306"/>
                  <a:ext cx="100255" cy="169595"/>
                </a:xfrm>
                <a:custGeom>
                  <a:avLst/>
                  <a:gdLst/>
                  <a:ahLst/>
                  <a:cxnLst/>
                  <a:rect l="l" t="t" r="r" b="b"/>
                  <a:pathLst>
                    <a:path w="681" h="1152" extrusionOk="0">
                      <a:moveTo>
                        <a:pt x="21" y="1"/>
                      </a:moveTo>
                      <a:cubicBezTo>
                        <a:pt x="14" y="1"/>
                        <a:pt x="7" y="1"/>
                        <a:pt x="0" y="1"/>
                      </a:cubicBezTo>
                      <a:lnTo>
                        <a:pt x="42" y="1"/>
                      </a:lnTo>
                      <a:cubicBezTo>
                        <a:pt x="35" y="1"/>
                        <a:pt x="28" y="1"/>
                        <a:pt x="21" y="1"/>
                      </a:cubicBezTo>
                      <a:close/>
                      <a:moveTo>
                        <a:pt x="42" y="1"/>
                      </a:moveTo>
                      <a:lnTo>
                        <a:pt x="42" y="1"/>
                      </a:lnTo>
                      <a:cubicBezTo>
                        <a:pt x="48" y="1"/>
                        <a:pt x="53" y="2"/>
                        <a:pt x="59" y="2"/>
                      </a:cubicBezTo>
                      <a:lnTo>
                        <a:pt x="59" y="2"/>
                      </a:lnTo>
                      <a:cubicBezTo>
                        <a:pt x="54" y="2"/>
                        <a:pt x="49" y="1"/>
                        <a:pt x="45" y="1"/>
                      </a:cubicBezTo>
                      <a:close/>
                      <a:moveTo>
                        <a:pt x="59" y="2"/>
                      </a:moveTo>
                      <a:cubicBezTo>
                        <a:pt x="82" y="3"/>
                        <a:pt x="104" y="6"/>
                        <a:pt x="126" y="10"/>
                      </a:cubicBezTo>
                      <a:lnTo>
                        <a:pt x="126" y="10"/>
                      </a:lnTo>
                      <a:cubicBezTo>
                        <a:pt x="104" y="6"/>
                        <a:pt x="81" y="3"/>
                        <a:pt x="59" y="2"/>
                      </a:cubicBezTo>
                      <a:close/>
                      <a:moveTo>
                        <a:pt x="126" y="10"/>
                      </a:moveTo>
                      <a:cubicBezTo>
                        <a:pt x="186" y="20"/>
                        <a:pt x="242" y="39"/>
                        <a:pt x="295" y="66"/>
                      </a:cubicBezTo>
                      <a:lnTo>
                        <a:pt x="295" y="66"/>
                      </a:lnTo>
                      <a:cubicBezTo>
                        <a:pt x="245" y="40"/>
                        <a:pt x="189" y="20"/>
                        <a:pt x="126" y="10"/>
                      </a:cubicBezTo>
                      <a:close/>
                      <a:moveTo>
                        <a:pt x="295" y="66"/>
                      </a:moveTo>
                      <a:cubicBezTo>
                        <a:pt x="680" y="269"/>
                        <a:pt x="680" y="884"/>
                        <a:pt x="295" y="1086"/>
                      </a:cubicBezTo>
                      <a:lnTo>
                        <a:pt x="295" y="1086"/>
                      </a:lnTo>
                      <a:cubicBezTo>
                        <a:pt x="481" y="992"/>
                        <a:pt x="609" y="802"/>
                        <a:pt x="609" y="576"/>
                      </a:cubicBezTo>
                      <a:cubicBezTo>
                        <a:pt x="609" y="351"/>
                        <a:pt x="481" y="161"/>
                        <a:pt x="295" y="66"/>
                      </a:cubicBezTo>
                      <a:close/>
                      <a:moveTo>
                        <a:pt x="295" y="1086"/>
                      </a:moveTo>
                      <a:lnTo>
                        <a:pt x="295" y="1086"/>
                      </a:lnTo>
                      <a:cubicBezTo>
                        <a:pt x="242" y="1113"/>
                        <a:pt x="186" y="1132"/>
                        <a:pt x="126" y="1143"/>
                      </a:cubicBezTo>
                      <a:lnTo>
                        <a:pt x="126" y="1143"/>
                      </a:lnTo>
                      <a:cubicBezTo>
                        <a:pt x="189" y="1132"/>
                        <a:pt x="245" y="1113"/>
                        <a:pt x="295" y="1086"/>
                      </a:cubicBezTo>
                      <a:close/>
                      <a:moveTo>
                        <a:pt x="126" y="1143"/>
                      </a:moveTo>
                      <a:lnTo>
                        <a:pt x="126" y="1143"/>
                      </a:lnTo>
                      <a:cubicBezTo>
                        <a:pt x="104" y="1146"/>
                        <a:pt x="82" y="1149"/>
                        <a:pt x="59" y="1150"/>
                      </a:cubicBezTo>
                      <a:lnTo>
                        <a:pt x="59" y="1150"/>
                      </a:lnTo>
                      <a:cubicBezTo>
                        <a:pt x="81" y="1149"/>
                        <a:pt x="104" y="1146"/>
                        <a:pt x="126" y="1143"/>
                      </a:cubicBezTo>
                      <a:close/>
                      <a:moveTo>
                        <a:pt x="59" y="1150"/>
                      </a:moveTo>
                      <a:lnTo>
                        <a:pt x="59" y="1150"/>
                      </a:lnTo>
                      <a:cubicBezTo>
                        <a:pt x="53" y="1151"/>
                        <a:pt x="48" y="1151"/>
                        <a:pt x="42" y="1151"/>
                      </a:cubicBezTo>
                      <a:lnTo>
                        <a:pt x="45" y="1151"/>
                      </a:lnTo>
                      <a:cubicBezTo>
                        <a:pt x="49" y="1151"/>
                        <a:pt x="54" y="1151"/>
                        <a:pt x="59" y="1150"/>
                      </a:cubicBezTo>
                      <a:close/>
                      <a:moveTo>
                        <a:pt x="0" y="1151"/>
                      </a:moveTo>
                      <a:cubicBezTo>
                        <a:pt x="7" y="1151"/>
                        <a:pt x="14" y="1152"/>
                        <a:pt x="21" y="1152"/>
                      </a:cubicBezTo>
                      <a:cubicBezTo>
                        <a:pt x="28" y="1152"/>
                        <a:pt x="35" y="1151"/>
                        <a:pt x="42" y="115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36"/>
                <p:cNvSpPr/>
                <p:nvPr/>
              </p:nvSpPr>
              <p:spPr>
                <a:xfrm>
                  <a:off x="2802447" y="2922306"/>
                  <a:ext cx="105997" cy="169595"/>
                </a:xfrm>
                <a:custGeom>
                  <a:avLst/>
                  <a:gdLst/>
                  <a:ahLst/>
                  <a:cxnLst/>
                  <a:rect l="l" t="t" r="r" b="b"/>
                  <a:pathLst>
                    <a:path w="720" h="1152" extrusionOk="0">
                      <a:moveTo>
                        <a:pt x="21" y="1"/>
                      </a:moveTo>
                      <a:cubicBezTo>
                        <a:pt x="14" y="1"/>
                        <a:pt x="7" y="1"/>
                        <a:pt x="1" y="1"/>
                      </a:cubicBezTo>
                      <a:lnTo>
                        <a:pt x="41" y="1"/>
                      </a:lnTo>
                      <a:cubicBezTo>
                        <a:pt x="34" y="1"/>
                        <a:pt x="28" y="1"/>
                        <a:pt x="21" y="1"/>
                      </a:cubicBezTo>
                      <a:close/>
                      <a:moveTo>
                        <a:pt x="41" y="1"/>
                      </a:moveTo>
                      <a:cubicBezTo>
                        <a:pt x="344" y="12"/>
                        <a:pt x="598" y="258"/>
                        <a:pt x="598" y="576"/>
                      </a:cubicBezTo>
                      <a:cubicBezTo>
                        <a:pt x="598" y="894"/>
                        <a:pt x="344" y="1141"/>
                        <a:pt x="41" y="1151"/>
                      </a:cubicBezTo>
                      <a:lnTo>
                        <a:pt x="144" y="1151"/>
                      </a:lnTo>
                      <a:cubicBezTo>
                        <a:pt x="465" y="1151"/>
                        <a:pt x="719" y="897"/>
                        <a:pt x="719" y="576"/>
                      </a:cubicBezTo>
                      <a:cubicBezTo>
                        <a:pt x="719" y="255"/>
                        <a:pt x="465" y="1"/>
                        <a:pt x="144" y="1"/>
                      </a:cubicBezTo>
                      <a:close/>
                      <a:moveTo>
                        <a:pt x="1" y="1151"/>
                      </a:moveTo>
                      <a:cubicBezTo>
                        <a:pt x="7" y="1151"/>
                        <a:pt x="14" y="1152"/>
                        <a:pt x="21" y="1152"/>
                      </a:cubicBezTo>
                      <a:cubicBezTo>
                        <a:pt x="28" y="1152"/>
                        <a:pt x="34" y="1151"/>
                        <a:pt x="41" y="115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36"/>
                <p:cNvSpPr/>
                <p:nvPr/>
              </p:nvSpPr>
              <p:spPr>
                <a:xfrm>
                  <a:off x="2794350" y="2922306"/>
                  <a:ext cx="92894" cy="169595"/>
                </a:xfrm>
                <a:custGeom>
                  <a:avLst/>
                  <a:gdLst/>
                  <a:ahLst/>
                  <a:cxnLst/>
                  <a:rect l="l" t="t" r="r" b="b"/>
                  <a:pathLst>
                    <a:path w="631" h="1152" extrusionOk="0">
                      <a:moveTo>
                        <a:pt x="21" y="1"/>
                      </a:moveTo>
                      <a:cubicBezTo>
                        <a:pt x="14" y="1"/>
                        <a:pt x="7" y="1"/>
                        <a:pt x="0" y="1"/>
                      </a:cubicBezTo>
                      <a:lnTo>
                        <a:pt x="42" y="1"/>
                      </a:lnTo>
                      <a:cubicBezTo>
                        <a:pt x="35" y="1"/>
                        <a:pt x="28" y="1"/>
                        <a:pt x="21" y="1"/>
                      </a:cubicBezTo>
                      <a:close/>
                      <a:moveTo>
                        <a:pt x="42" y="1"/>
                      </a:moveTo>
                      <a:cubicBezTo>
                        <a:pt x="355" y="12"/>
                        <a:pt x="609" y="258"/>
                        <a:pt x="609" y="576"/>
                      </a:cubicBezTo>
                      <a:cubicBezTo>
                        <a:pt x="609" y="894"/>
                        <a:pt x="355" y="1141"/>
                        <a:pt x="42" y="1151"/>
                      </a:cubicBezTo>
                      <a:lnTo>
                        <a:pt x="56" y="1151"/>
                      </a:lnTo>
                      <a:cubicBezTo>
                        <a:pt x="376" y="1151"/>
                        <a:pt x="631" y="897"/>
                        <a:pt x="631" y="576"/>
                      </a:cubicBezTo>
                      <a:cubicBezTo>
                        <a:pt x="631" y="255"/>
                        <a:pt x="376" y="1"/>
                        <a:pt x="56" y="1"/>
                      </a:cubicBezTo>
                      <a:close/>
                      <a:moveTo>
                        <a:pt x="0" y="1151"/>
                      </a:moveTo>
                      <a:cubicBezTo>
                        <a:pt x="7" y="1151"/>
                        <a:pt x="14" y="1152"/>
                        <a:pt x="21" y="1152"/>
                      </a:cubicBezTo>
                      <a:cubicBezTo>
                        <a:pt x="28" y="1152"/>
                        <a:pt x="35" y="1151"/>
                        <a:pt x="42" y="115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36"/>
                <p:cNvSpPr/>
                <p:nvPr/>
              </p:nvSpPr>
              <p:spPr>
                <a:xfrm>
                  <a:off x="2719416" y="2945124"/>
                  <a:ext cx="83178" cy="122338"/>
                </a:xfrm>
                <a:custGeom>
                  <a:avLst/>
                  <a:gdLst/>
                  <a:ahLst/>
                  <a:cxnLst/>
                  <a:rect l="l" t="t" r="r" b="b"/>
                  <a:pathLst>
                    <a:path w="565" h="831" extrusionOk="0">
                      <a:moveTo>
                        <a:pt x="554" y="1"/>
                      </a:moveTo>
                      <a:cubicBezTo>
                        <a:pt x="1" y="1"/>
                        <a:pt x="1" y="830"/>
                        <a:pt x="554" y="830"/>
                      </a:cubicBezTo>
                      <a:lnTo>
                        <a:pt x="565" y="830"/>
                      </a:lnTo>
                      <a:cubicBezTo>
                        <a:pt x="355" y="819"/>
                        <a:pt x="178" y="642"/>
                        <a:pt x="178" y="421"/>
                      </a:cubicBezTo>
                      <a:cubicBezTo>
                        <a:pt x="178" y="200"/>
                        <a:pt x="355" y="12"/>
                        <a:pt x="5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36"/>
                <p:cNvSpPr/>
                <p:nvPr/>
              </p:nvSpPr>
              <p:spPr>
                <a:xfrm>
                  <a:off x="2802447" y="2980898"/>
                  <a:ext cx="39896" cy="50790"/>
                </a:xfrm>
                <a:custGeom>
                  <a:avLst/>
                  <a:gdLst/>
                  <a:ahLst/>
                  <a:cxnLst/>
                  <a:rect l="l" t="t" r="r" b="b"/>
                  <a:pathLst>
                    <a:path w="271" h="345" extrusionOk="0">
                      <a:moveTo>
                        <a:pt x="43" y="0"/>
                      </a:moveTo>
                      <a:cubicBezTo>
                        <a:pt x="37" y="0"/>
                        <a:pt x="30" y="1"/>
                        <a:pt x="23" y="1"/>
                      </a:cubicBezTo>
                      <a:lnTo>
                        <a:pt x="23" y="12"/>
                      </a:lnTo>
                      <a:lnTo>
                        <a:pt x="1" y="12"/>
                      </a:lnTo>
                      <a:cubicBezTo>
                        <a:pt x="211" y="23"/>
                        <a:pt x="211" y="322"/>
                        <a:pt x="1" y="344"/>
                      </a:cubicBezTo>
                      <a:lnTo>
                        <a:pt x="23" y="344"/>
                      </a:lnTo>
                      <a:cubicBezTo>
                        <a:pt x="30" y="345"/>
                        <a:pt x="37" y="345"/>
                        <a:pt x="43" y="345"/>
                      </a:cubicBezTo>
                      <a:cubicBezTo>
                        <a:pt x="270" y="345"/>
                        <a:pt x="270" y="0"/>
                        <a:pt x="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36"/>
                <p:cNvSpPr/>
                <p:nvPr/>
              </p:nvSpPr>
              <p:spPr>
                <a:xfrm>
                  <a:off x="3084074" y="2945124"/>
                  <a:ext cx="143390" cy="122779"/>
                </a:xfrm>
                <a:custGeom>
                  <a:avLst/>
                  <a:gdLst/>
                  <a:ahLst/>
                  <a:cxnLst/>
                  <a:rect l="l" t="t" r="r" b="b"/>
                  <a:pathLst>
                    <a:path w="974" h="834" extrusionOk="0">
                      <a:moveTo>
                        <a:pt x="555" y="247"/>
                      </a:moveTo>
                      <a:cubicBezTo>
                        <a:pt x="645" y="247"/>
                        <a:pt x="730" y="317"/>
                        <a:pt x="730" y="421"/>
                      </a:cubicBezTo>
                      <a:cubicBezTo>
                        <a:pt x="730" y="510"/>
                        <a:pt x="653" y="587"/>
                        <a:pt x="554" y="587"/>
                      </a:cubicBezTo>
                      <a:cubicBezTo>
                        <a:pt x="399" y="587"/>
                        <a:pt x="321" y="410"/>
                        <a:pt x="432" y="300"/>
                      </a:cubicBezTo>
                      <a:cubicBezTo>
                        <a:pt x="468" y="264"/>
                        <a:pt x="512" y="247"/>
                        <a:pt x="555" y="247"/>
                      </a:cubicBezTo>
                      <a:close/>
                      <a:moveTo>
                        <a:pt x="554" y="1"/>
                      </a:moveTo>
                      <a:cubicBezTo>
                        <a:pt x="189" y="1"/>
                        <a:pt x="1" y="454"/>
                        <a:pt x="266" y="709"/>
                      </a:cubicBezTo>
                      <a:cubicBezTo>
                        <a:pt x="349" y="795"/>
                        <a:pt x="452" y="833"/>
                        <a:pt x="555" y="833"/>
                      </a:cubicBezTo>
                      <a:cubicBezTo>
                        <a:pt x="767" y="833"/>
                        <a:pt x="974" y="668"/>
                        <a:pt x="974" y="421"/>
                      </a:cubicBezTo>
                      <a:cubicBezTo>
                        <a:pt x="974" y="189"/>
                        <a:pt x="786" y="1"/>
                        <a:pt x="5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36"/>
                <p:cNvSpPr/>
                <p:nvPr/>
              </p:nvSpPr>
              <p:spPr>
                <a:xfrm>
                  <a:off x="3053159" y="2922453"/>
                  <a:ext cx="197124" cy="169153"/>
                </a:xfrm>
                <a:custGeom>
                  <a:avLst/>
                  <a:gdLst/>
                  <a:ahLst/>
                  <a:cxnLst/>
                  <a:rect l="l" t="t" r="r" b="b"/>
                  <a:pathLst>
                    <a:path w="1339" h="1149" extrusionOk="0">
                      <a:moveTo>
                        <a:pt x="758" y="160"/>
                      </a:moveTo>
                      <a:cubicBezTo>
                        <a:pt x="973" y="160"/>
                        <a:pt x="1184" y="326"/>
                        <a:pt x="1184" y="575"/>
                      </a:cubicBezTo>
                      <a:cubicBezTo>
                        <a:pt x="1184" y="807"/>
                        <a:pt x="996" y="995"/>
                        <a:pt x="764" y="995"/>
                      </a:cubicBezTo>
                      <a:cubicBezTo>
                        <a:pt x="399" y="995"/>
                        <a:pt x="211" y="542"/>
                        <a:pt x="476" y="277"/>
                      </a:cubicBezTo>
                      <a:cubicBezTo>
                        <a:pt x="557" y="196"/>
                        <a:pt x="658" y="160"/>
                        <a:pt x="758" y="160"/>
                      </a:cubicBezTo>
                      <a:close/>
                      <a:moveTo>
                        <a:pt x="764" y="0"/>
                      </a:moveTo>
                      <a:cubicBezTo>
                        <a:pt x="255" y="0"/>
                        <a:pt x="1" y="619"/>
                        <a:pt x="354" y="984"/>
                      </a:cubicBezTo>
                      <a:cubicBezTo>
                        <a:pt x="472" y="1098"/>
                        <a:pt x="615" y="1149"/>
                        <a:pt x="755" y="1149"/>
                      </a:cubicBezTo>
                      <a:cubicBezTo>
                        <a:pt x="1053" y="1149"/>
                        <a:pt x="1339" y="921"/>
                        <a:pt x="1339" y="575"/>
                      </a:cubicBezTo>
                      <a:cubicBezTo>
                        <a:pt x="1339" y="254"/>
                        <a:pt x="1084" y="0"/>
                        <a:pt x="7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36"/>
                <p:cNvSpPr/>
                <p:nvPr/>
              </p:nvSpPr>
              <p:spPr>
                <a:xfrm>
                  <a:off x="3131331" y="2982517"/>
                  <a:ext cx="60359" cy="50201"/>
                </a:xfrm>
                <a:custGeom>
                  <a:avLst/>
                  <a:gdLst/>
                  <a:ahLst/>
                  <a:cxnLst/>
                  <a:rect l="l" t="t" r="r" b="b"/>
                  <a:pathLst>
                    <a:path w="410" h="341" extrusionOk="0">
                      <a:moveTo>
                        <a:pt x="251" y="0"/>
                      </a:moveTo>
                      <a:cubicBezTo>
                        <a:pt x="245" y="0"/>
                        <a:pt x="239" y="1"/>
                        <a:pt x="233" y="1"/>
                      </a:cubicBezTo>
                      <a:cubicBezTo>
                        <a:pt x="78" y="1"/>
                        <a:pt x="0" y="178"/>
                        <a:pt x="111" y="289"/>
                      </a:cubicBezTo>
                      <a:cubicBezTo>
                        <a:pt x="147" y="325"/>
                        <a:pt x="191" y="341"/>
                        <a:pt x="234" y="341"/>
                      </a:cubicBezTo>
                      <a:cubicBezTo>
                        <a:pt x="324" y="341"/>
                        <a:pt x="409" y="272"/>
                        <a:pt x="409" y="167"/>
                      </a:cubicBezTo>
                      <a:cubicBezTo>
                        <a:pt x="409" y="74"/>
                        <a:pt x="342" y="0"/>
                        <a:pt x="25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36"/>
                <p:cNvSpPr/>
                <p:nvPr/>
              </p:nvSpPr>
              <p:spPr>
                <a:xfrm>
                  <a:off x="3189924" y="2922306"/>
                  <a:ext cx="107616" cy="169595"/>
                </a:xfrm>
                <a:custGeom>
                  <a:avLst/>
                  <a:gdLst/>
                  <a:ahLst/>
                  <a:cxnLst/>
                  <a:rect l="l" t="t" r="r" b="b"/>
                  <a:pathLst>
                    <a:path w="731" h="1152" extrusionOk="0">
                      <a:moveTo>
                        <a:pt x="54" y="1"/>
                      </a:moveTo>
                      <a:cubicBezTo>
                        <a:pt x="47" y="1"/>
                        <a:pt x="41" y="1"/>
                        <a:pt x="34" y="1"/>
                      </a:cubicBezTo>
                      <a:lnTo>
                        <a:pt x="0" y="1"/>
                      </a:lnTo>
                      <a:cubicBezTo>
                        <a:pt x="730" y="34"/>
                        <a:pt x="730" y="1118"/>
                        <a:pt x="0" y="1151"/>
                      </a:cubicBezTo>
                      <a:lnTo>
                        <a:pt x="34" y="1151"/>
                      </a:lnTo>
                      <a:cubicBezTo>
                        <a:pt x="41" y="1151"/>
                        <a:pt x="47" y="1152"/>
                        <a:pt x="54" y="1152"/>
                      </a:cubicBezTo>
                      <a:cubicBezTo>
                        <a:pt x="377" y="1152"/>
                        <a:pt x="642" y="901"/>
                        <a:pt x="642" y="576"/>
                      </a:cubicBezTo>
                      <a:cubicBezTo>
                        <a:pt x="642" y="251"/>
                        <a:pt x="377" y="1"/>
                        <a:pt x="5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36"/>
                <p:cNvSpPr/>
                <p:nvPr/>
              </p:nvSpPr>
              <p:spPr>
                <a:xfrm>
                  <a:off x="3168724" y="2922453"/>
                  <a:ext cx="105997" cy="169447"/>
                </a:xfrm>
                <a:custGeom>
                  <a:avLst/>
                  <a:gdLst/>
                  <a:ahLst/>
                  <a:cxnLst/>
                  <a:rect l="l" t="t" r="r" b="b"/>
                  <a:pathLst>
                    <a:path w="720" h="1151" extrusionOk="0">
                      <a:moveTo>
                        <a:pt x="1" y="0"/>
                      </a:moveTo>
                      <a:cubicBezTo>
                        <a:pt x="719" y="33"/>
                        <a:pt x="719" y="1117"/>
                        <a:pt x="1" y="1150"/>
                      </a:cubicBezTo>
                      <a:lnTo>
                        <a:pt x="144" y="1150"/>
                      </a:lnTo>
                      <a:cubicBezTo>
                        <a:pt x="454" y="1150"/>
                        <a:pt x="719" y="896"/>
                        <a:pt x="719" y="575"/>
                      </a:cubicBezTo>
                      <a:cubicBezTo>
                        <a:pt x="719" y="254"/>
                        <a:pt x="454" y="0"/>
                        <a:pt x="1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36"/>
                <p:cNvSpPr/>
                <p:nvPr/>
              </p:nvSpPr>
              <p:spPr>
                <a:xfrm>
                  <a:off x="3160627" y="2922453"/>
                  <a:ext cx="107616" cy="169447"/>
                </a:xfrm>
                <a:custGeom>
                  <a:avLst/>
                  <a:gdLst/>
                  <a:ahLst/>
                  <a:cxnLst/>
                  <a:rect l="l" t="t" r="r" b="b"/>
                  <a:pathLst>
                    <a:path w="731" h="1151" extrusionOk="0">
                      <a:moveTo>
                        <a:pt x="0" y="0"/>
                      </a:moveTo>
                      <a:cubicBezTo>
                        <a:pt x="730" y="33"/>
                        <a:pt x="730" y="1117"/>
                        <a:pt x="0" y="1150"/>
                      </a:cubicBezTo>
                      <a:lnTo>
                        <a:pt x="56" y="1150"/>
                      </a:lnTo>
                      <a:cubicBezTo>
                        <a:pt x="365" y="1150"/>
                        <a:pt x="620" y="896"/>
                        <a:pt x="620" y="575"/>
                      </a:cubicBezTo>
                      <a:cubicBezTo>
                        <a:pt x="620" y="254"/>
                        <a:pt x="365" y="0"/>
                        <a:pt x="5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36"/>
                <p:cNvSpPr/>
                <p:nvPr/>
              </p:nvSpPr>
              <p:spPr>
                <a:xfrm>
                  <a:off x="3084074" y="2945124"/>
                  <a:ext cx="84797" cy="122338"/>
                </a:xfrm>
                <a:custGeom>
                  <a:avLst/>
                  <a:gdLst/>
                  <a:ahLst/>
                  <a:cxnLst/>
                  <a:rect l="l" t="t" r="r" b="b"/>
                  <a:pathLst>
                    <a:path w="576" h="831" extrusionOk="0">
                      <a:moveTo>
                        <a:pt x="554" y="1"/>
                      </a:moveTo>
                      <a:cubicBezTo>
                        <a:pt x="1" y="1"/>
                        <a:pt x="1" y="830"/>
                        <a:pt x="554" y="830"/>
                      </a:cubicBezTo>
                      <a:lnTo>
                        <a:pt x="576" y="830"/>
                      </a:lnTo>
                      <a:cubicBezTo>
                        <a:pt x="355" y="819"/>
                        <a:pt x="178" y="642"/>
                        <a:pt x="178" y="421"/>
                      </a:cubicBezTo>
                      <a:cubicBezTo>
                        <a:pt x="178" y="200"/>
                        <a:pt x="355" y="12"/>
                        <a:pt x="5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36"/>
                <p:cNvSpPr/>
                <p:nvPr/>
              </p:nvSpPr>
              <p:spPr>
                <a:xfrm>
                  <a:off x="3168724" y="2980898"/>
                  <a:ext cx="38277" cy="50790"/>
                </a:xfrm>
                <a:custGeom>
                  <a:avLst/>
                  <a:gdLst/>
                  <a:ahLst/>
                  <a:cxnLst/>
                  <a:rect l="l" t="t" r="r" b="b"/>
                  <a:pathLst>
                    <a:path w="260" h="345" extrusionOk="0">
                      <a:moveTo>
                        <a:pt x="43" y="0"/>
                      </a:moveTo>
                      <a:cubicBezTo>
                        <a:pt x="36" y="0"/>
                        <a:pt x="30" y="1"/>
                        <a:pt x="23" y="1"/>
                      </a:cubicBezTo>
                      <a:lnTo>
                        <a:pt x="23" y="12"/>
                      </a:lnTo>
                      <a:lnTo>
                        <a:pt x="1" y="12"/>
                      </a:lnTo>
                      <a:cubicBezTo>
                        <a:pt x="211" y="23"/>
                        <a:pt x="211" y="322"/>
                        <a:pt x="1" y="344"/>
                      </a:cubicBezTo>
                      <a:lnTo>
                        <a:pt x="23" y="344"/>
                      </a:lnTo>
                      <a:cubicBezTo>
                        <a:pt x="30" y="345"/>
                        <a:pt x="36" y="345"/>
                        <a:pt x="43" y="345"/>
                      </a:cubicBezTo>
                      <a:cubicBezTo>
                        <a:pt x="259" y="345"/>
                        <a:pt x="259" y="0"/>
                        <a:pt x="4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36"/>
                <p:cNvSpPr/>
                <p:nvPr/>
              </p:nvSpPr>
              <p:spPr>
                <a:xfrm>
                  <a:off x="2807305" y="2810126"/>
                  <a:ext cx="373049" cy="211699"/>
                </a:xfrm>
                <a:custGeom>
                  <a:avLst/>
                  <a:gdLst/>
                  <a:ahLst/>
                  <a:cxnLst/>
                  <a:rect l="l" t="t" r="r" b="b"/>
                  <a:pathLst>
                    <a:path w="2534" h="1438" extrusionOk="0">
                      <a:moveTo>
                        <a:pt x="1273" y="255"/>
                      </a:moveTo>
                      <a:lnTo>
                        <a:pt x="1328" y="310"/>
                      </a:lnTo>
                      <a:lnTo>
                        <a:pt x="1217" y="310"/>
                      </a:lnTo>
                      <a:lnTo>
                        <a:pt x="1273" y="255"/>
                      </a:lnTo>
                      <a:close/>
                      <a:moveTo>
                        <a:pt x="952" y="575"/>
                      </a:moveTo>
                      <a:lnTo>
                        <a:pt x="952" y="1239"/>
                      </a:lnTo>
                      <a:lnTo>
                        <a:pt x="288" y="1239"/>
                      </a:lnTo>
                      <a:lnTo>
                        <a:pt x="952" y="575"/>
                      </a:lnTo>
                      <a:close/>
                      <a:moveTo>
                        <a:pt x="1593" y="575"/>
                      </a:moveTo>
                      <a:lnTo>
                        <a:pt x="2257" y="1239"/>
                      </a:lnTo>
                      <a:lnTo>
                        <a:pt x="1593" y="1239"/>
                      </a:lnTo>
                      <a:lnTo>
                        <a:pt x="1593" y="575"/>
                      </a:lnTo>
                      <a:close/>
                      <a:moveTo>
                        <a:pt x="1239" y="0"/>
                      </a:moveTo>
                      <a:lnTo>
                        <a:pt x="1" y="1239"/>
                      </a:lnTo>
                      <a:lnTo>
                        <a:pt x="1" y="1438"/>
                      </a:lnTo>
                      <a:lnTo>
                        <a:pt x="2522" y="1438"/>
                      </a:lnTo>
                      <a:lnTo>
                        <a:pt x="2522" y="1239"/>
                      </a:lnTo>
                      <a:lnTo>
                        <a:pt x="2533" y="1239"/>
                      </a:lnTo>
                      <a:lnTo>
                        <a:pt x="1317" y="22"/>
                      </a:lnTo>
                      <a:lnTo>
                        <a:pt x="1284" y="44"/>
                      </a:lnTo>
                      <a:lnTo>
                        <a:pt x="123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36"/>
                <p:cNvSpPr/>
                <p:nvPr/>
              </p:nvSpPr>
              <p:spPr>
                <a:xfrm>
                  <a:off x="2795969" y="2810126"/>
                  <a:ext cx="372902" cy="211699"/>
                </a:xfrm>
                <a:custGeom>
                  <a:avLst/>
                  <a:gdLst/>
                  <a:ahLst/>
                  <a:cxnLst/>
                  <a:rect l="l" t="t" r="r" b="b"/>
                  <a:pathLst>
                    <a:path w="2533" h="1438" extrusionOk="0">
                      <a:moveTo>
                        <a:pt x="1272" y="255"/>
                      </a:moveTo>
                      <a:lnTo>
                        <a:pt x="1327" y="310"/>
                      </a:lnTo>
                      <a:lnTo>
                        <a:pt x="1217" y="310"/>
                      </a:lnTo>
                      <a:lnTo>
                        <a:pt x="1272" y="255"/>
                      </a:lnTo>
                      <a:close/>
                      <a:moveTo>
                        <a:pt x="951" y="575"/>
                      </a:moveTo>
                      <a:lnTo>
                        <a:pt x="951" y="1239"/>
                      </a:lnTo>
                      <a:lnTo>
                        <a:pt x="288" y="1239"/>
                      </a:lnTo>
                      <a:lnTo>
                        <a:pt x="951" y="575"/>
                      </a:lnTo>
                      <a:close/>
                      <a:moveTo>
                        <a:pt x="1593" y="575"/>
                      </a:moveTo>
                      <a:lnTo>
                        <a:pt x="2256" y="1239"/>
                      </a:lnTo>
                      <a:lnTo>
                        <a:pt x="1593" y="1239"/>
                      </a:lnTo>
                      <a:lnTo>
                        <a:pt x="1593" y="575"/>
                      </a:lnTo>
                      <a:close/>
                      <a:moveTo>
                        <a:pt x="1250" y="0"/>
                      </a:moveTo>
                      <a:lnTo>
                        <a:pt x="0" y="1239"/>
                      </a:lnTo>
                      <a:lnTo>
                        <a:pt x="0" y="1438"/>
                      </a:lnTo>
                      <a:lnTo>
                        <a:pt x="2533" y="1438"/>
                      </a:lnTo>
                      <a:lnTo>
                        <a:pt x="2533" y="1239"/>
                      </a:lnTo>
                      <a:lnTo>
                        <a:pt x="1316" y="22"/>
                      </a:lnTo>
                      <a:lnTo>
                        <a:pt x="1294" y="44"/>
                      </a:lnTo>
                      <a:lnTo>
                        <a:pt x="12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36"/>
                <p:cNvSpPr/>
                <p:nvPr/>
              </p:nvSpPr>
              <p:spPr>
                <a:xfrm>
                  <a:off x="907610" y="2945124"/>
                  <a:ext cx="143390" cy="122779"/>
                </a:xfrm>
                <a:custGeom>
                  <a:avLst/>
                  <a:gdLst/>
                  <a:ahLst/>
                  <a:cxnLst/>
                  <a:rect l="l" t="t" r="r" b="b"/>
                  <a:pathLst>
                    <a:path w="974" h="834" extrusionOk="0">
                      <a:moveTo>
                        <a:pt x="555" y="247"/>
                      </a:moveTo>
                      <a:cubicBezTo>
                        <a:pt x="645" y="247"/>
                        <a:pt x="730" y="317"/>
                        <a:pt x="730" y="421"/>
                      </a:cubicBezTo>
                      <a:cubicBezTo>
                        <a:pt x="730" y="510"/>
                        <a:pt x="653" y="587"/>
                        <a:pt x="554" y="587"/>
                      </a:cubicBezTo>
                      <a:cubicBezTo>
                        <a:pt x="399" y="587"/>
                        <a:pt x="321" y="410"/>
                        <a:pt x="432" y="300"/>
                      </a:cubicBezTo>
                      <a:cubicBezTo>
                        <a:pt x="468" y="264"/>
                        <a:pt x="512" y="247"/>
                        <a:pt x="555" y="247"/>
                      </a:cubicBezTo>
                      <a:close/>
                      <a:moveTo>
                        <a:pt x="554" y="1"/>
                      </a:moveTo>
                      <a:cubicBezTo>
                        <a:pt x="189" y="1"/>
                        <a:pt x="1" y="454"/>
                        <a:pt x="255" y="709"/>
                      </a:cubicBezTo>
                      <a:cubicBezTo>
                        <a:pt x="341" y="795"/>
                        <a:pt x="447" y="833"/>
                        <a:pt x="551" y="833"/>
                      </a:cubicBezTo>
                      <a:cubicBezTo>
                        <a:pt x="767" y="833"/>
                        <a:pt x="974" y="668"/>
                        <a:pt x="974" y="421"/>
                      </a:cubicBezTo>
                      <a:cubicBezTo>
                        <a:pt x="974" y="189"/>
                        <a:pt x="786" y="1"/>
                        <a:pt x="5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36"/>
                <p:cNvSpPr/>
                <p:nvPr/>
              </p:nvSpPr>
              <p:spPr>
                <a:xfrm>
                  <a:off x="876694" y="2922453"/>
                  <a:ext cx="197124" cy="169153"/>
                </a:xfrm>
                <a:custGeom>
                  <a:avLst/>
                  <a:gdLst/>
                  <a:ahLst/>
                  <a:cxnLst/>
                  <a:rect l="l" t="t" r="r" b="b"/>
                  <a:pathLst>
                    <a:path w="1339" h="1149" extrusionOk="0">
                      <a:moveTo>
                        <a:pt x="754" y="160"/>
                      </a:moveTo>
                      <a:cubicBezTo>
                        <a:pt x="973" y="160"/>
                        <a:pt x="1184" y="326"/>
                        <a:pt x="1184" y="575"/>
                      </a:cubicBezTo>
                      <a:cubicBezTo>
                        <a:pt x="1184" y="807"/>
                        <a:pt x="996" y="995"/>
                        <a:pt x="764" y="995"/>
                      </a:cubicBezTo>
                      <a:cubicBezTo>
                        <a:pt x="399" y="995"/>
                        <a:pt x="211" y="542"/>
                        <a:pt x="465" y="277"/>
                      </a:cubicBezTo>
                      <a:cubicBezTo>
                        <a:pt x="549" y="196"/>
                        <a:pt x="653" y="160"/>
                        <a:pt x="754" y="160"/>
                      </a:cubicBezTo>
                      <a:close/>
                      <a:moveTo>
                        <a:pt x="764" y="0"/>
                      </a:moveTo>
                      <a:cubicBezTo>
                        <a:pt x="255" y="0"/>
                        <a:pt x="1" y="619"/>
                        <a:pt x="354" y="984"/>
                      </a:cubicBezTo>
                      <a:cubicBezTo>
                        <a:pt x="472" y="1098"/>
                        <a:pt x="615" y="1149"/>
                        <a:pt x="755" y="1149"/>
                      </a:cubicBezTo>
                      <a:cubicBezTo>
                        <a:pt x="1053" y="1149"/>
                        <a:pt x="1339" y="921"/>
                        <a:pt x="1339" y="575"/>
                      </a:cubicBezTo>
                      <a:cubicBezTo>
                        <a:pt x="1339" y="254"/>
                        <a:pt x="1084" y="0"/>
                        <a:pt x="7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36"/>
                <p:cNvSpPr/>
                <p:nvPr/>
              </p:nvSpPr>
              <p:spPr>
                <a:xfrm>
                  <a:off x="954867" y="2982517"/>
                  <a:ext cx="60359" cy="50201"/>
                </a:xfrm>
                <a:custGeom>
                  <a:avLst/>
                  <a:gdLst/>
                  <a:ahLst/>
                  <a:cxnLst/>
                  <a:rect l="l" t="t" r="r" b="b"/>
                  <a:pathLst>
                    <a:path w="410" h="341" extrusionOk="0">
                      <a:moveTo>
                        <a:pt x="251" y="0"/>
                      </a:moveTo>
                      <a:cubicBezTo>
                        <a:pt x="245" y="0"/>
                        <a:pt x="239" y="1"/>
                        <a:pt x="233" y="1"/>
                      </a:cubicBezTo>
                      <a:cubicBezTo>
                        <a:pt x="78" y="1"/>
                        <a:pt x="0" y="178"/>
                        <a:pt x="111" y="289"/>
                      </a:cubicBezTo>
                      <a:cubicBezTo>
                        <a:pt x="147" y="325"/>
                        <a:pt x="191" y="341"/>
                        <a:pt x="234" y="341"/>
                      </a:cubicBezTo>
                      <a:cubicBezTo>
                        <a:pt x="324" y="341"/>
                        <a:pt x="409" y="272"/>
                        <a:pt x="409" y="167"/>
                      </a:cubicBezTo>
                      <a:cubicBezTo>
                        <a:pt x="399" y="74"/>
                        <a:pt x="340" y="0"/>
                        <a:pt x="25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36"/>
                <p:cNvSpPr/>
                <p:nvPr/>
              </p:nvSpPr>
              <p:spPr>
                <a:xfrm>
                  <a:off x="1013459" y="2922306"/>
                  <a:ext cx="105997" cy="169595"/>
                </a:xfrm>
                <a:custGeom>
                  <a:avLst/>
                  <a:gdLst/>
                  <a:ahLst/>
                  <a:cxnLst/>
                  <a:rect l="l" t="t" r="r" b="b"/>
                  <a:pathLst>
                    <a:path w="720" h="1152" extrusionOk="0">
                      <a:moveTo>
                        <a:pt x="54" y="1"/>
                      </a:moveTo>
                      <a:cubicBezTo>
                        <a:pt x="48" y="1"/>
                        <a:pt x="41" y="1"/>
                        <a:pt x="34" y="1"/>
                      </a:cubicBezTo>
                      <a:lnTo>
                        <a:pt x="0" y="1"/>
                      </a:lnTo>
                      <a:cubicBezTo>
                        <a:pt x="719" y="34"/>
                        <a:pt x="719" y="1118"/>
                        <a:pt x="0" y="1151"/>
                      </a:cubicBezTo>
                      <a:lnTo>
                        <a:pt x="34" y="1151"/>
                      </a:lnTo>
                      <a:cubicBezTo>
                        <a:pt x="41" y="1151"/>
                        <a:pt x="48" y="1152"/>
                        <a:pt x="54" y="1152"/>
                      </a:cubicBezTo>
                      <a:cubicBezTo>
                        <a:pt x="376" y="1152"/>
                        <a:pt x="631" y="901"/>
                        <a:pt x="631" y="576"/>
                      </a:cubicBezTo>
                      <a:cubicBezTo>
                        <a:pt x="631" y="251"/>
                        <a:pt x="376" y="1"/>
                        <a:pt x="5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36"/>
                <p:cNvSpPr/>
                <p:nvPr/>
              </p:nvSpPr>
              <p:spPr>
                <a:xfrm>
                  <a:off x="990641" y="2922453"/>
                  <a:ext cx="107616" cy="169447"/>
                </a:xfrm>
                <a:custGeom>
                  <a:avLst/>
                  <a:gdLst/>
                  <a:ahLst/>
                  <a:cxnLst/>
                  <a:rect l="l" t="t" r="r" b="b"/>
                  <a:pathLst>
                    <a:path w="731" h="1151" extrusionOk="0">
                      <a:moveTo>
                        <a:pt x="1" y="0"/>
                      </a:moveTo>
                      <a:cubicBezTo>
                        <a:pt x="730" y="33"/>
                        <a:pt x="730" y="1117"/>
                        <a:pt x="1" y="1150"/>
                      </a:cubicBezTo>
                      <a:lnTo>
                        <a:pt x="155" y="1150"/>
                      </a:lnTo>
                      <a:cubicBezTo>
                        <a:pt x="465" y="1150"/>
                        <a:pt x="719" y="896"/>
                        <a:pt x="719" y="575"/>
                      </a:cubicBezTo>
                      <a:cubicBezTo>
                        <a:pt x="719" y="254"/>
                        <a:pt x="465" y="0"/>
                        <a:pt x="15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36"/>
                <p:cNvSpPr/>
                <p:nvPr/>
              </p:nvSpPr>
              <p:spPr>
                <a:xfrm>
                  <a:off x="984163" y="2922453"/>
                  <a:ext cx="105997" cy="169447"/>
                </a:xfrm>
                <a:custGeom>
                  <a:avLst/>
                  <a:gdLst/>
                  <a:ahLst/>
                  <a:cxnLst/>
                  <a:rect l="l" t="t" r="r" b="b"/>
                  <a:pathLst>
                    <a:path w="720" h="1151" extrusionOk="0">
                      <a:moveTo>
                        <a:pt x="0" y="0"/>
                      </a:moveTo>
                      <a:cubicBezTo>
                        <a:pt x="719" y="33"/>
                        <a:pt x="719" y="1117"/>
                        <a:pt x="0" y="1150"/>
                      </a:cubicBezTo>
                      <a:lnTo>
                        <a:pt x="45" y="1150"/>
                      </a:lnTo>
                      <a:cubicBezTo>
                        <a:pt x="365" y="1150"/>
                        <a:pt x="620" y="896"/>
                        <a:pt x="620" y="575"/>
                      </a:cubicBezTo>
                      <a:cubicBezTo>
                        <a:pt x="620" y="254"/>
                        <a:pt x="365" y="0"/>
                        <a:pt x="4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36"/>
                <p:cNvSpPr/>
                <p:nvPr/>
              </p:nvSpPr>
              <p:spPr>
                <a:xfrm>
                  <a:off x="907610" y="2945124"/>
                  <a:ext cx="84797" cy="122338"/>
                </a:xfrm>
                <a:custGeom>
                  <a:avLst/>
                  <a:gdLst/>
                  <a:ahLst/>
                  <a:cxnLst/>
                  <a:rect l="l" t="t" r="r" b="b"/>
                  <a:pathLst>
                    <a:path w="576" h="831" extrusionOk="0">
                      <a:moveTo>
                        <a:pt x="554" y="1"/>
                      </a:moveTo>
                      <a:cubicBezTo>
                        <a:pt x="1" y="1"/>
                        <a:pt x="1" y="830"/>
                        <a:pt x="554" y="830"/>
                      </a:cubicBezTo>
                      <a:lnTo>
                        <a:pt x="576" y="830"/>
                      </a:lnTo>
                      <a:cubicBezTo>
                        <a:pt x="355" y="819"/>
                        <a:pt x="178" y="642"/>
                        <a:pt x="178" y="421"/>
                      </a:cubicBezTo>
                      <a:cubicBezTo>
                        <a:pt x="178" y="200"/>
                        <a:pt x="355" y="12"/>
                        <a:pt x="576" y="1"/>
                      </a:cubicBezTo>
                      <a:close/>
                    </a:path>
                  </a:pathLst>
                </a:custGeom>
                <a:solidFill>
                  <a:srgbClr val="C3C5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36"/>
                <p:cNvSpPr/>
                <p:nvPr/>
              </p:nvSpPr>
              <p:spPr>
                <a:xfrm>
                  <a:off x="992260" y="2981045"/>
                  <a:ext cx="34302" cy="50643"/>
                </a:xfrm>
                <a:custGeom>
                  <a:avLst/>
                  <a:gdLst/>
                  <a:ahLst/>
                  <a:cxnLst/>
                  <a:rect l="l" t="t" r="r" b="b"/>
                  <a:pathLst>
                    <a:path w="233" h="344" extrusionOk="0">
                      <a:moveTo>
                        <a:pt x="23" y="0"/>
                      </a:moveTo>
                      <a:lnTo>
                        <a:pt x="23" y="11"/>
                      </a:lnTo>
                      <a:lnTo>
                        <a:pt x="1" y="11"/>
                      </a:lnTo>
                      <a:cubicBezTo>
                        <a:pt x="211" y="22"/>
                        <a:pt x="211" y="321"/>
                        <a:pt x="1" y="343"/>
                      </a:cubicBezTo>
                      <a:lnTo>
                        <a:pt x="23" y="343"/>
                      </a:lnTo>
                      <a:cubicBezTo>
                        <a:pt x="233" y="321"/>
                        <a:pt x="233" y="22"/>
                        <a:pt x="23" y="0"/>
                      </a:cubicBezTo>
                      <a:close/>
                    </a:path>
                  </a:pathLst>
                </a:custGeom>
                <a:solidFill>
                  <a:srgbClr val="C3C5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36"/>
                <p:cNvSpPr/>
                <p:nvPr/>
              </p:nvSpPr>
              <p:spPr>
                <a:xfrm>
                  <a:off x="1272268" y="2945124"/>
                  <a:ext cx="143390" cy="122779"/>
                </a:xfrm>
                <a:custGeom>
                  <a:avLst/>
                  <a:gdLst/>
                  <a:ahLst/>
                  <a:cxnLst/>
                  <a:rect l="l" t="t" r="r" b="b"/>
                  <a:pathLst>
                    <a:path w="974" h="834" extrusionOk="0">
                      <a:moveTo>
                        <a:pt x="559" y="247"/>
                      </a:moveTo>
                      <a:cubicBezTo>
                        <a:pt x="645" y="247"/>
                        <a:pt x="730" y="317"/>
                        <a:pt x="730" y="421"/>
                      </a:cubicBezTo>
                      <a:cubicBezTo>
                        <a:pt x="730" y="510"/>
                        <a:pt x="653" y="587"/>
                        <a:pt x="565" y="587"/>
                      </a:cubicBezTo>
                      <a:cubicBezTo>
                        <a:pt x="410" y="587"/>
                        <a:pt x="332" y="410"/>
                        <a:pt x="443" y="300"/>
                      </a:cubicBezTo>
                      <a:cubicBezTo>
                        <a:pt x="475" y="264"/>
                        <a:pt x="517" y="247"/>
                        <a:pt x="559" y="247"/>
                      </a:cubicBezTo>
                      <a:close/>
                      <a:moveTo>
                        <a:pt x="565" y="1"/>
                      </a:moveTo>
                      <a:cubicBezTo>
                        <a:pt x="189" y="1"/>
                        <a:pt x="1" y="454"/>
                        <a:pt x="266" y="709"/>
                      </a:cubicBezTo>
                      <a:cubicBezTo>
                        <a:pt x="352" y="795"/>
                        <a:pt x="457" y="833"/>
                        <a:pt x="559" y="833"/>
                      </a:cubicBezTo>
                      <a:cubicBezTo>
                        <a:pt x="772" y="833"/>
                        <a:pt x="974" y="668"/>
                        <a:pt x="974" y="421"/>
                      </a:cubicBezTo>
                      <a:cubicBezTo>
                        <a:pt x="974" y="189"/>
                        <a:pt x="786" y="1"/>
                        <a:pt x="5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36"/>
                <p:cNvSpPr/>
                <p:nvPr/>
              </p:nvSpPr>
              <p:spPr>
                <a:xfrm>
                  <a:off x="1241352" y="2922453"/>
                  <a:ext cx="197124" cy="169153"/>
                </a:xfrm>
                <a:custGeom>
                  <a:avLst/>
                  <a:gdLst/>
                  <a:ahLst/>
                  <a:cxnLst/>
                  <a:rect l="l" t="t" r="r" b="b"/>
                  <a:pathLst>
                    <a:path w="1339" h="1149" extrusionOk="0">
                      <a:moveTo>
                        <a:pt x="763" y="160"/>
                      </a:moveTo>
                      <a:cubicBezTo>
                        <a:pt x="978" y="160"/>
                        <a:pt x="1184" y="326"/>
                        <a:pt x="1184" y="575"/>
                      </a:cubicBezTo>
                      <a:cubicBezTo>
                        <a:pt x="1184" y="807"/>
                        <a:pt x="996" y="995"/>
                        <a:pt x="775" y="995"/>
                      </a:cubicBezTo>
                      <a:cubicBezTo>
                        <a:pt x="399" y="995"/>
                        <a:pt x="211" y="542"/>
                        <a:pt x="476" y="277"/>
                      </a:cubicBezTo>
                      <a:cubicBezTo>
                        <a:pt x="560" y="196"/>
                        <a:pt x="663" y="160"/>
                        <a:pt x="763" y="160"/>
                      </a:cubicBezTo>
                      <a:close/>
                      <a:moveTo>
                        <a:pt x="775" y="0"/>
                      </a:moveTo>
                      <a:cubicBezTo>
                        <a:pt x="255" y="0"/>
                        <a:pt x="1" y="619"/>
                        <a:pt x="365" y="984"/>
                      </a:cubicBezTo>
                      <a:cubicBezTo>
                        <a:pt x="482" y="1098"/>
                        <a:pt x="625" y="1149"/>
                        <a:pt x="764" y="1149"/>
                      </a:cubicBezTo>
                      <a:cubicBezTo>
                        <a:pt x="1058" y="1149"/>
                        <a:pt x="1338" y="921"/>
                        <a:pt x="1338" y="575"/>
                      </a:cubicBezTo>
                      <a:cubicBezTo>
                        <a:pt x="1338" y="254"/>
                        <a:pt x="1084" y="0"/>
                        <a:pt x="7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36"/>
                <p:cNvSpPr/>
                <p:nvPr/>
              </p:nvSpPr>
              <p:spPr>
                <a:xfrm>
                  <a:off x="1321144" y="2982517"/>
                  <a:ext cx="58740" cy="50201"/>
                </a:xfrm>
                <a:custGeom>
                  <a:avLst/>
                  <a:gdLst/>
                  <a:ahLst/>
                  <a:cxnLst/>
                  <a:rect l="l" t="t" r="r" b="b"/>
                  <a:pathLst>
                    <a:path w="399" h="341" extrusionOk="0">
                      <a:moveTo>
                        <a:pt x="249" y="0"/>
                      </a:moveTo>
                      <a:cubicBezTo>
                        <a:pt x="244" y="0"/>
                        <a:pt x="238" y="1"/>
                        <a:pt x="233" y="1"/>
                      </a:cubicBezTo>
                      <a:cubicBezTo>
                        <a:pt x="78" y="1"/>
                        <a:pt x="0" y="178"/>
                        <a:pt x="111" y="289"/>
                      </a:cubicBezTo>
                      <a:cubicBezTo>
                        <a:pt x="147" y="325"/>
                        <a:pt x="190" y="341"/>
                        <a:pt x="231" y="341"/>
                      </a:cubicBezTo>
                      <a:cubicBezTo>
                        <a:pt x="318" y="341"/>
                        <a:pt x="398" y="272"/>
                        <a:pt x="398" y="167"/>
                      </a:cubicBezTo>
                      <a:cubicBezTo>
                        <a:pt x="398" y="74"/>
                        <a:pt x="331" y="0"/>
                        <a:pt x="24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36"/>
                <p:cNvSpPr/>
                <p:nvPr/>
              </p:nvSpPr>
              <p:spPr>
                <a:xfrm>
                  <a:off x="1378117" y="2922453"/>
                  <a:ext cx="112474" cy="169447"/>
                </a:xfrm>
                <a:custGeom>
                  <a:avLst/>
                  <a:gdLst/>
                  <a:ahLst/>
                  <a:cxnLst/>
                  <a:rect l="l" t="t" r="r" b="b"/>
                  <a:pathLst>
                    <a:path w="764" h="1151" extrusionOk="0">
                      <a:moveTo>
                        <a:pt x="0" y="0"/>
                      </a:moveTo>
                      <a:cubicBezTo>
                        <a:pt x="730" y="33"/>
                        <a:pt x="730" y="1117"/>
                        <a:pt x="0" y="1150"/>
                      </a:cubicBezTo>
                      <a:lnTo>
                        <a:pt x="45" y="1150"/>
                      </a:lnTo>
                      <a:cubicBezTo>
                        <a:pt x="763" y="1117"/>
                        <a:pt x="763" y="33"/>
                        <a:pt x="45" y="0"/>
                      </a:cubicBezTo>
                      <a:close/>
                    </a:path>
                  </a:pathLst>
                </a:custGeom>
                <a:solidFill>
                  <a:srgbClr val="C3C5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36"/>
                <p:cNvSpPr/>
                <p:nvPr/>
              </p:nvSpPr>
              <p:spPr>
                <a:xfrm>
                  <a:off x="1356918" y="2922306"/>
                  <a:ext cx="105997" cy="169595"/>
                </a:xfrm>
                <a:custGeom>
                  <a:avLst/>
                  <a:gdLst/>
                  <a:ahLst/>
                  <a:cxnLst/>
                  <a:rect l="l" t="t" r="r" b="b"/>
                  <a:pathLst>
                    <a:path w="720" h="1152" extrusionOk="0">
                      <a:moveTo>
                        <a:pt x="21" y="1"/>
                      </a:moveTo>
                      <a:cubicBezTo>
                        <a:pt x="14" y="1"/>
                        <a:pt x="7" y="1"/>
                        <a:pt x="1" y="1"/>
                      </a:cubicBezTo>
                      <a:lnTo>
                        <a:pt x="41" y="1"/>
                      </a:lnTo>
                      <a:cubicBezTo>
                        <a:pt x="34" y="1"/>
                        <a:pt x="27" y="1"/>
                        <a:pt x="21" y="1"/>
                      </a:cubicBezTo>
                      <a:close/>
                      <a:moveTo>
                        <a:pt x="41" y="1"/>
                      </a:moveTo>
                      <a:cubicBezTo>
                        <a:pt x="344" y="12"/>
                        <a:pt x="598" y="258"/>
                        <a:pt x="598" y="576"/>
                      </a:cubicBezTo>
                      <a:cubicBezTo>
                        <a:pt x="598" y="894"/>
                        <a:pt x="344" y="1141"/>
                        <a:pt x="41" y="1151"/>
                      </a:cubicBezTo>
                      <a:lnTo>
                        <a:pt x="144" y="1151"/>
                      </a:lnTo>
                      <a:cubicBezTo>
                        <a:pt x="465" y="1151"/>
                        <a:pt x="719" y="886"/>
                        <a:pt x="719" y="576"/>
                      </a:cubicBezTo>
                      <a:cubicBezTo>
                        <a:pt x="719" y="255"/>
                        <a:pt x="465" y="1"/>
                        <a:pt x="144" y="1"/>
                      </a:cubicBezTo>
                      <a:close/>
                      <a:moveTo>
                        <a:pt x="1" y="1151"/>
                      </a:moveTo>
                      <a:cubicBezTo>
                        <a:pt x="7" y="1151"/>
                        <a:pt x="14" y="1152"/>
                        <a:pt x="21" y="1152"/>
                      </a:cubicBezTo>
                      <a:cubicBezTo>
                        <a:pt x="27" y="1152"/>
                        <a:pt x="34" y="1151"/>
                        <a:pt x="41" y="115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36"/>
                <p:cNvSpPr/>
                <p:nvPr/>
              </p:nvSpPr>
              <p:spPr>
                <a:xfrm>
                  <a:off x="1348821" y="2922306"/>
                  <a:ext cx="92894" cy="169595"/>
                </a:xfrm>
                <a:custGeom>
                  <a:avLst/>
                  <a:gdLst/>
                  <a:ahLst/>
                  <a:cxnLst/>
                  <a:rect l="l" t="t" r="r" b="b"/>
                  <a:pathLst>
                    <a:path w="631" h="1152" extrusionOk="0">
                      <a:moveTo>
                        <a:pt x="21" y="1"/>
                      </a:moveTo>
                      <a:cubicBezTo>
                        <a:pt x="14" y="1"/>
                        <a:pt x="7" y="1"/>
                        <a:pt x="0" y="1"/>
                      </a:cubicBezTo>
                      <a:lnTo>
                        <a:pt x="42" y="1"/>
                      </a:lnTo>
                      <a:cubicBezTo>
                        <a:pt x="35" y="1"/>
                        <a:pt x="28" y="1"/>
                        <a:pt x="21" y="1"/>
                      </a:cubicBezTo>
                      <a:close/>
                      <a:moveTo>
                        <a:pt x="42" y="1"/>
                      </a:moveTo>
                      <a:cubicBezTo>
                        <a:pt x="355" y="12"/>
                        <a:pt x="608" y="258"/>
                        <a:pt x="608" y="576"/>
                      </a:cubicBezTo>
                      <a:cubicBezTo>
                        <a:pt x="608" y="894"/>
                        <a:pt x="355" y="1141"/>
                        <a:pt x="42" y="1151"/>
                      </a:cubicBezTo>
                      <a:lnTo>
                        <a:pt x="56" y="1151"/>
                      </a:lnTo>
                      <a:cubicBezTo>
                        <a:pt x="376" y="1151"/>
                        <a:pt x="631" y="897"/>
                        <a:pt x="631" y="576"/>
                      </a:cubicBezTo>
                      <a:cubicBezTo>
                        <a:pt x="631" y="255"/>
                        <a:pt x="376" y="1"/>
                        <a:pt x="56" y="1"/>
                      </a:cubicBezTo>
                      <a:close/>
                      <a:moveTo>
                        <a:pt x="0" y="1151"/>
                      </a:moveTo>
                      <a:cubicBezTo>
                        <a:pt x="7" y="1151"/>
                        <a:pt x="14" y="1152"/>
                        <a:pt x="21" y="1152"/>
                      </a:cubicBezTo>
                      <a:cubicBezTo>
                        <a:pt x="28" y="1152"/>
                        <a:pt x="35" y="1151"/>
                        <a:pt x="42" y="115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36"/>
                <p:cNvSpPr/>
                <p:nvPr/>
              </p:nvSpPr>
              <p:spPr>
                <a:xfrm>
                  <a:off x="1273887" y="2945124"/>
                  <a:ext cx="84797" cy="122338"/>
                </a:xfrm>
                <a:custGeom>
                  <a:avLst/>
                  <a:gdLst/>
                  <a:ahLst/>
                  <a:cxnLst/>
                  <a:rect l="l" t="t" r="r" b="b"/>
                  <a:pathLst>
                    <a:path w="576" h="831" extrusionOk="0">
                      <a:moveTo>
                        <a:pt x="554" y="1"/>
                      </a:moveTo>
                      <a:cubicBezTo>
                        <a:pt x="1" y="1"/>
                        <a:pt x="1" y="830"/>
                        <a:pt x="554" y="830"/>
                      </a:cubicBezTo>
                      <a:lnTo>
                        <a:pt x="576" y="830"/>
                      </a:lnTo>
                      <a:cubicBezTo>
                        <a:pt x="354" y="819"/>
                        <a:pt x="178" y="642"/>
                        <a:pt x="178" y="421"/>
                      </a:cubicBezTo>
                      <a:cubicBezTo>
                        <a:pt x="178" y="200"/>
                        <a:pt x="354" y="12"/>
                        <a:pt x="5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36"/>
                <p:cNvSpPr/>
                <p:nvPr/>
              </p:nvSpPr>
              <p:spPr>
                <a:xfrm>
                  <a:off x="1358537" y="2980898"/>
                  <a:ext cx="38277" cy="50790"/>
                </a:xfrm>
                <a:custGeom>
                  <a:avLst/>
                  <a:gdLst/>
                  <a:ahLst/>
                  <a:cxnLst/>
                  <a:rect l="l" t="t" r="r" b="b"/>
                  <a:pathLst>
                    <a:path w="260" h="345" extrusionOk="0">
                      <a:moveTo>
                        <a:pt x="32" y="0"/>
                      </a:moveTo>
                      <a:cubicBezTo>
                        <a:pt x="26" y="0"/>
                        <a:pt x="19" y="1"/>
                        <a:pt x="12" y="1"/>
                      </a:cubicBezTo>
                      <a:lnTo>
                        <a:pt x="12" y="12"/>
                      </a:lnTo>
                      <a:lnTo>
                        <a:pt x="1" y="12"/>
                      </a:lnTo>
                      <a:cubicBezTo>
                        <a:pt x="200" y="23"/>
                        <a:pt x="200" y="322"/>
                        <a:pt x="1" y="344"/>
                      </a:cubicBezTo>
                      <a:lnTo>
                        <a:pt x="12" y="344"/>
                      </a:lnTo>
                      <a:cubicBezTo>
                        <a:pt x="19" y="345"/>
                        <a:pt x="26" y="345"/>
                        <a:pt x="32" y="345"/>
                      </a:cubicBezTo>
                      <a:cubicBezTo>
                        <a:pt x="259" y="345"/>
                        <a:pt x="259" y="0"/>
                        <a:pt x="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36"/>
                <p:cNvSpPr/>
                <p:nvPr/>
              </p:nvSpPr>
              <p:spPr>
                <a:xfrm>
                  <a:off x="995499" y="2810126"/>
                  <a:ext cx="372902" cy="211699"/>
                </a:xfrm>
                <a:custGeom>
                  <a:avLst/>
                  <a:gdLst/>
                  <a:ahLst/>
                  <a:cxnLst/>
                  <a:rect l="l" t="t" r="r" b="b"/>
                  <a:pathLst>
                    <a:path w="2533" h="1438" extrusionOk="0">
                      <a:moveTo>
                        <a:pt x="1272" y="255"/>
                      </a:moveTo>
                      <a:lnTo>
                        <a:pt x="1328" y="310"/>
                      </a:lnTo>
                      <a:lnTo>
                        <a:pt x="1217" y="310"/>
                      </a:lnTo>
                      <a:lnTo>
                        <a:pt x="1272" y="255"/>
                      </a:lnTo>
                      <a:close/>
                      <a:moveTo>
                        <a:pt x="963" y="575"/>
                      </a:moveTo>
                      <a:lnTo>
                        <a:pt x="963" y="1239"/>
                      </a:lnTo>
                      <a:lnTo>
                        <a:pt x="288" y="1239"/>
                      </a:lnTo>
                      <a:lnTo>
                        <a:pt x="963" y="575"/>
                      </a:lnTo>
                      <a:close/>
                      <a:moveTo>
                        <a:pt x="1582" y="575"/>
                      </a:moveTo>
                      <a:lnTo>
                        <a:pt x="2257" y="1239"/>
                      </a:lnTo>
                      <a:lnTo>
                        <a:pt x="1582" y="1239"/>
                      </a:lnTo>
                      <a:lnTo>
                        <a:pt x="1582" y="575"/>
                      </a:lnTo>
                      <a:close/>
                      <a:moveTo>
                        <a:pt x="1250" y="0"/>
                      </a:moveTo>
                      <a:lnTo>
                        <a:pt x="1" y="1239"/>
                      </a:lnTo>
                      <a:lnTo>
                        <a:pt x="1" y="1438"/>
                      </a:lnTo>
                      <a:lnTo>
                        <a:pt x="2533" y="1438"/>
                      </a:lnTo>
                      <a:lnTo>
                        <a:pt x="2533" y="1239"/>
                      </a:lnTo>
                      <a:lnTo>
                        <a:pt x="1317" y="22"/>
                      </a:lnTo>
                      <a:lnTo>
                        <a:pt x="1295" y="44"/>
                      </a:lnTo>
                      <a:lnTo>
                        <a:pt x="125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36"/>
                <p:cNvSpPr/>
                <p:nvPr/>
              </p:nvSpPr>
              <p:spPr>
                <a:xfrm>
                  <a:off x="985783" y="2810126"/>
                  <a:ext cx="372902" cy="211699"/>
                </a:xfrm>
                <a:custGeom>
                  <a:avLst/>
                  <a:gdLst/>
                  <a:ahLst/>
                  <a:cxnLst/>
                  <a:rect l="l" t="t" r="r" b="b"/>
                  <a:pathLst>
                    <a:path w="2533" h="1438" extrusionOk="0">
                      <a:moveTo>
                        <a:pt x="1272" y="255"/>
                      </a:moveTo>
                      <a:lnTo>
                        <a:pt x="1327" y="310"/>
                      </a:lnTo>
                      <a:lnTo>
                        <a:pt x="1217" y="310"/>
                      </a:lnTo>
                      <a:lnTo>
                        <a:pt x="1272" y="255"/>
                      </a:lnTo>
                      <a:close/>
                      <a:moveTo>
                        <a:pt x="951" y="575"/>
                      </a:moveTo>
                      <a:lnTo>
                        <a:pt x="951" y="1239"/>
                      </a:lnTo>
                      <a:lnTo>
                        <a:pt x="288" y="1239"/>
                      </a:lnTo>
                      <a:lnTo>
                        <a:pt x="951" y="575"/>
                      </a:lnTo>
                      <a:close/>
                      <a:moveTo>
                        <a:pt x="1582" y="575"/>
                      </a:moveTo>
                      <a:lnTo>
                        <a:pt x="2256" y="1239"/>
                      </a:lnTo>
                      <a:lnTo>
                        <a:pt x="1582" y="1239"/>
                      </a:lnTo>
                      <a:lnTo>
                        <a:pt x="1582" y="575"/>
                      </a:lnTo>
                      <a:close/>
                      <a:moveTo>
                        <a:pt x="1239" y="0"/>
                      </a:moveTo>
                      <a:lnTo>
                        <a:pt x="0" y="1239"/>
                      </a:lnTo>
                      <a:lnTo>
                        <a:pt x="0" y="1438"/>
                      </a:lnTo>
                      <a:lnTo>
                        <a:pt x="2533" y="1438"/>
                      </a:lnTo>
                      <a:lnTo>
                        <a:pt x="2533" y="1239"/>
                      </a:lnTo>
                      <a:lnTo>
                        <a:pt x="1316" y="22"/>
                      </a:lnTo>
                      <a:lnTo>
                        <a:pt x="1283" y="44"/>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36"/>
                <p:cNvSpPr/>
                <p:nvPr/>
              </p:nvSpPr>
              <p:spPr>
                <a:xfrm>
                  <a:off x="3199640" y="2162222"/>
                  <a:ext cx="835312" cy="695161"/>
                </a:xfrm>
                <a:custGeom>
                  <a:avLst/>
                  <a:gdLst/>
                  <a:ahLst/>
                  <a:cxnLst/>
                  <a:rect l="l" t="t" r="r" b="b"/>
                  <a:pathLst>
                    <a:path w="5674" h="4722" extrusionOk="0">
                      <a:moveTo>
                        <a:pt x="1" y="0"/>
                      </a:moveTo>
                      <a:lnTo>
                        <a:pt x="1" y="4722"/>
                      </a:lnTo>
                      <a:lnTo>
                        <a:pt x="4977" y="4722"/>
                      </a:lnTo>
                      <a:cubicBezTo>
                        <a:pt x="5364" y="4722"/>
                        <a:pt x="5673" y="4412"/>
                        <a:pt x="5673" y="4025"/>
                      </a:cubicBezTo>
                      <a:lnTo>
                        <a:pt x="5673" y="697"/>
                      </a:lnTo>
                      <a:cubicBezTo>
                        <a:pt x="5673" y="310"/>
                        <a:pt x="5364" y="0"/>
                        <a:pt x="49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36"/>
                <p:cNvSpPr/>
                <p:nvPr/>
              </p:nvSpPr>
              <p:spPr>
                <a:xfrm>
                  <a:off x="1091632" y="2162222"/>
                  <a:ext cx="2627538" cy="32682"/>
                </a:xfrm>
                <a:custGeom>
                  <a:avLst/>
                  <a:gdLst/>
                  <a:ahLst/>
                  <a:cxnLst/>
                  <a:rect l="l" t="t" r="r" b="b"/>
                  <a:pathLst>
                    <a:path w="17848" h="222" extrusionOk="0">
                      <a:moveTo>
                        <a:pt x="2145" y="0"/>
                      </a:moveTo>
                      <a:cubicBezTo>
                        <a:pt x="1427" y="0"/>
                        <a:pt x="708" y="78"/>
                        <a:pt x="0" y="221"/>
                      </a:cubicBezTo>
                      <a:lnTo>
                        <a:pt x="17847" y="221"/>
                      </a:lnTo>
                      <a:cubicBezTo>
                        <a:pt x="17714" y="89"/>
                        <a:pt x="17526" y="0"/>
                        <a:pt x="173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36"/>
                <p:cNvSpPr/>
                <p:nvPr/>
              </p:nvSpPr>
              <p:spPr>
                <a:xfrm>
                  <a:off x="261325" y="2194757"/>
                  <a:ext cx="3483902" cy="661007"/>
                </a:xfrm>
                <a:custGeom>
                  <a:avLst/>
                  <a:gdLst/>
                  <a:ahLst/>
                  <a:cxnLst/>
                  <a:rect l="l" t="t" r="r" b="b"/>
                  <a:pathLst>
                    <a:path w="23665" h="4490" extrusionOk="0">
                      <a:moveTo>
                        <a:pt x="5640" y="0"/>
                      </a:moveTo>
                      <a:cubicBezTo>
                        <a:pt x="5331" y="67"/>
                        <a:pt x="5021" y="155"/>
                        <a:pt x="4711" y="244"/>
                      </a:cubicBezTo>
                      <a:cubicBezTo>
                        <a:pt x="4634" y="266"/>
                        <a:pt x="4645" y="376"/>
                        <a:pt x="4722" y="387"/>
                      </a:cubicBezTo>
                      <a:lnTo>
                        <a:pt x="4733" y="387"/>
                      </a:lnTo>
                      <a:cubicBezTo>
                        <a:pt x="5784" y="376"/>
                        <a:pt x="6834" y="321"/>
                        <a:pt x="7874" y="244"/>
                      </a:cubicBezTo>
                      <a:cubicBezTo>
                        <a:pt x="7882" y="243"/>
                        <a:pt x="7889" y="243"/>
                        <a:pt x="7897" y="243"/>
                      </a:cubicBezTo>
                      <a:cubicBezTo>
                        <a:pt x="8166" y="243"/>
                        <a:pt x="8243" y="623"/>
                        <a:pt x="7984" y="730"/>
                      </a:cubicBezTo>
                      <a:lnTo>
                        <a:pt x="6547" y="1338"/>
                      </a:lnTo>
                      <a:cubicBezTo>
                        <a:pt x="5275" y="1858"/>
                        <a:pt x="3915" y="2135"/>
                        <a:pt x="2533" y="2135"/>
                      </a:cubicBezTo>
                      <a:lnTo>
                        <a:pt x="609" y="2135"/>
                      </a:lnTo>
                      <a:cubicBezTo>
                        <a:pt x="454" y="2135"/>
                        <a:pt x="310" y="2223"/>
                        <a:pt x="222" y="2356"/>
                      </a:cubicBezTo>
                      <a:cubicBezTo>
                        <a:pt x="78" y="2599"/>
                        <a:pt x="1" y="2886"/>
                        <a:pt x="23" y="3174"/>
                      </a:cubicBezTo>
                      <a:cubicBezTo>
                        <a:pt x="89" y="3919"/>
                        <a:pt x="708" y="4490"/>
                        <a:pt x="1450" y="4490"/>
                      </a:cubicBezTo>
                      <a:cubicBezTo>
                        <a:pt x="1457" y="4490"/>
                        <a:pt x="1464" y="4490"/>
                        <a:pt x="1471" y="4490"/>
                      </a:cubicBezTo>
                      <a:lnTo>
                        <a:pt x="22978" y="4490"/>
                      </a:lnTo>
                      <a:cubicBezTo>
                        <a:pt x="23354" y="4490"/>
                        <a:pt x="23664" y="4180"/>
                        <a:pt x="23664" y="3804"/>
                      </a:cubicBezTo>
                      <a:lnTo>
                        <a:pt x="23664" y="476"/>
                      </a:lnTo>
                      <a:cubicBezTo>
                        <a:pt x="23664" y="299"/>
                        <a:pt x="23598" y="133"/>
                        <a:pt x="2348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36"/>
                <p:cNvSpPr/>
                <p:nvPr/>
              </p:nvSpPr>
              <p:spPr>
                <a:xfrm>
                  <a:off x="613028" y="2230089"/>
                  <a:ext cx="865639" cy="278977"/>
                </a:xfrm>
                <a:custGeom>
                  <a:avLst/>
                  <a:gdLst/>
                  <a:ahLst/>
                  <a:cxnLst/>
                  <a:rect l="l" t="t" r="r" b="b"/>
                  <a:pathLst>
                    <a:path w="5880" h="1895" extrusionOk="0">
                      <a:moveTo>
                        <a:pt x="5527" y="1"/>
                      </a:moveTo>
                      <a:cubicBezTo>
                        <a:pt x="5514" y="1"/>
                        <a:pt x="5500" y="2"/>
                        <a:pt x="5485" y="4"/>
                      </a:cubicBezTo>
                      <a:lnTo>
                        <a:pt x="5407" y="4"/>
                      </a:lnTo>
                      <a:cubicBezTo>
                        <a:pt x="5651" y="59"/>
                        <a:pt x="5684" y="391"/>
                        <a:pt x="5452" y="490"/>
                      </a:cubicBezTo>
                      <a:lnTo>
                        <a:pt x="4014" y="1098"/>
                      </a:lnTo>
                      <a:cubicBezTo>
                        <a:pt x="2743" y="1629"/>
                        <a:pt x="1371" y="1895"/>
                        <a:pt x="0" y="1895"/>
                      </a:cubicBezTo>
                      <a:lnTo>
                        <a:pt x="144" y="1895"/>
                      </a:lnTo>
                      <a:cubicBezTo>
                        <a:pt x="1515" y="1895"/>
                        <a:pt x="2875" y="1629"/>
                        <a:pt x="4147" y="1098"/>
                      </a:cubicBezTo>
                      <a:lnTo>
                        <a:pt x="5595" y="501"/>
                      </a:lnTo>
                      <a:cubicBezTo>
                        <a:pt x="5880" y="407"/>
                        <a:pt x="5803" y="1"/>
                        <a:pt x="5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36"/>
                <p:cNvSpPr/>
                <p:nvPr/>
              </p:nvSpPr>
              <p:spPr>
                <a:xfrm>
                  <a:off x="352600" y="2232150"/>
                  <a:ext cx="1097212" cy="278536"/>
                </a:xfrm>
                <a:custGeom>
                  <a:avLst/>
                  <a:gdLst/>
                  <a:ahLst/>
                  <a:cxnLst/>
                  <a:rect l="l" t="t" r="r" b="b"/>
                  <a:pathLst>
                    <a:path w="7453" h="1892" extrusionOk="0">
                      <a:moveTo>
                        <a:pt x="7176" y="1"/>
                      </a:moveTo>
                      <a:cubicBezTo>
                        <a:pt x="6159" y="78"/>
                        <a:pt x="5142" y="122"/>
                        <a:pt x="4113" y="133"/>
                      </a:cubicBezTo>
                      <a:lnTo>
                        <a:pt x="4102" y="133"/>
                      </a:lnTo>
                      <a:cubicBezTo>
                        <a:pt x="3959" y="189"/>
                        <a:pt x="3837" y="233"/>
                        <a:pt x="3704" y="288"/>
                      </a:cubicBezTo>
                      <a:lnTo>
                        <a:pt x="531" y="1516"/>
                      </a:lnTo>
                      <a:cubicBezTo>
                        <a:pt x="332" y="1604"/>
                        <a:pt x="144" y="1726"/>
                        <a:pt x="0" y="1892"/>
                      </a:cubicBezTo>
                      <a:lnTo>
                        <a:pt x="1769" y="1892"/>
                      </a:lnTo>
                      <a:cubicBezTo>
                        <a:pt x="3140" y="1892"/>
                        <a:pt x="4512" y="1615"/>
                        <a:pt x="5783" y="1095"/>
                      </a:cubicBezTo>
                      <a:lnTo>
                        <a:pt x="7221" y="487"/>
                      </a:lnTo>
                      <a:cubicBezTo>
                        <a:pt x="7453" y="388"/>
                        <a:pt x="7420" y="56"/>
                        <a:pt x="717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36"/>
                <p:cNvSpPr/>
                <p:nvPr/>
              </p:nvSpPr>
              <p:spPr>
                <a:xfrm>
                  <a:off x="3770991" y="2258208"/>
                  <a:ext cx="280155" cy="506428"/>
                </a:xfrm>
                <a:custGeom>
                  <a:avLst/>
                  <a:gdLst/>
                  <a:ahLst/>
                  <a:cxnLst/>
                  <a:rect l="l" t="t" r="r" b="b"/>
                  <a:pathLst>
                    <a:path w="1903" h="3440" extrusionOk="0">
                      <a:moveTo>
                        <a:pt x="1" y="1"/>
                      </a:moveTo>
                      <a:lnTo>
                        <a:pt x="1" y="3440"/>
                      </a:lnTo>
                      <a:lnTo>
                        <a:pt x="1671" y="3440"/>
                      </a:lnTo>
                      <a:cubicBezTo>
                        <a:pt x="1803" y="3440"/>
                        <a:pt x="1903" y="3329"/>
                        <a:pt x="1903" y="3196"/>
                      </a:cubicBezTo>
                      <a:lnTo>
                        <a:pt x="1903" y="233"/>
                      </a:lnTo>
                      <a:cubicBezTo>
                        <a:pt x="1903" y="100"/>
                        <a:pt x="1803" y="1"/>
                        <a:pt x="16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36"/>
                <p:cNvSpPr/>
                <p:nvPr/>
              </p:nvSpPr>
              <p:spPr>
                <a:xfrm>
                  <a:off x="3770991" y="2258208"/>
                  <a:ext cx="34449" cy="506428"/>
                </a:xfrm>
                <a:custGeom>
                  <a:avLst/>
                  <a:gdLst/>
                  <a:ahLst/>
                  <a:cxnLst/>
                  <a:rect l="l" t="t" r="r" b="b"/>
                  <a:pathLst>
                    <a:path w="234" h="3440" extrusionOk="0">
                      <a:moveTo>
                        <a:pt x="1" y="1"/>
                      </a:moveTo>
                      <a:lnTo>
                        <a:pt x="1" y="3440"/>
                      </a:lnTo>
                      <a:cubicBezTo>
                        <a:pt x="134" y="3440"/>
                        <a:pt x="233" y="3329"/>
                        <a:pt x="233" y="3196"/>
                      </a:cubicBezTo>
                      <a:lnTo>
                        <a:pt x="233" y="233"/>
                      </a:lnTo>
                      <a:cubicBezTo>
                        <a:pt x="233" y="100"/>
                        <a:pt x="134" y="1"/>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36"/>
                <p:cNvSpPr/>
                <p:nvPr/>
              </p:nvSpPr>
              <p:spPr>
                <a:xfrm>
                  <a:off x="3041823" y="2316800"/>
                  <a:ext cx="675728" cy="273677"/>
                </a:xfrm>
                <a:custGeom>
                  <a:avLst/>
                  <a:gdLst/>
                  <a:ahLst/>
                  <a:cxnLst/>
                  <a:rect l="l" t="t" r="r" b="b"/>
                  <a:pathLst>
                    <a:path w="4590" h="1859" extrusionOk="0">
                      <a:moveTo>
                        <a:pt x="0" y="1"/>
                      </a:moveTo>
                      <a:lnTo>
                        <a:pt x="0" y="1858"/>
                      </a:lnTo>
                      <a:lnTo>
                        <a:pt x="4589" y="1858"/>
                      </a:lnTo>
                      <a:lnTo>
                        <a:pt x="4589" y="1"/>
                      </a:lnTo>
                      <a:close/>
                    </a:path>
                  </a:pathLst>
                </a:custGeom>
                <a:solidFill>
                  <a:srgbClr val="E845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36"/>
                <p:cNvSpPr/>
                <p:nvPr/>
              </p:nvSpPr>
              <p:spPr>
                <a:xfrm>
                  <a:off x="1659744" y="2316800"/>
                  <a:ext cx="2059426" cy="273677"/>
                </a:xfrm>
                <a:custGeom>
                  <a:avLst/>
                  <a:gdLst/>
                  <a:ahLst/>
                  <a:cxnLst/>
                  <a:rect l="l" t="t" r="r" b="b"/>
                  <a:pathLst>
                    <a:path w="13989" h="1859" extrusionOk="0">
                      <a:moveTo>
                        <a:pt x="0" y="1"/>
                      </a:moveTo>
                      <a:lnTo>
                        <a:pt x="0" y="1858"/>
                      </a:lnTo>
                      <a:lnTo>
                        <a:pt x="13988" y="1858"/>
                      </a:lnTo>
                      <a:lnTo>
                        <a:pt x="139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36"/>
                <p:cNvSpPr/>
                <p:nvPr/>
              </p:nvSpPr>
              <p:spPr>
                <a:xfrm>
                  <a:off x="782328" y="2316800"/>
                  <a:ext cx="825449" cy="273677"/>
                </a:xfrm>
                <a:custGeom>
                  <a:avLst/>
                  <a:gdLst/>
                  <a:ahLst/>
                  <a:cxnLst/>
                  <a:rect l="l" t="t" r="r" b="b"/>
                  <a:pathLst>
                    <a:path w="5607" h="1859" extrusionOk="0">
                      <a:moveTo>
                        <a:pt x="5286" y="1"/>
                      </a:moveTo>
                      <a:cubicBezTo>
                        <a:pt x="4965" y="1"/>
                        <a:pt x="4656" y="78"/>
                        <a:pt x="4379" y="222"/>
                      </a:cubicBezTo>
                      <a:cubicBezTo>
                        <a:pt x="4058" y="388"/>
                        <a:pt x="3594" y="609"/>
                        <a:pt x="3141" y="808"/>
                      </a:cubicBezTo>
                      <a:cubicBezTo>
                        <a:pt x="2245" y="1206"/>
                        <a:pt x="807" y="1527"/>
                        <a:pt x="100" y="1637"/>
                      </a:cubicBezTo>
                      <a:cubicBezTo>
                        <a:pt x="44" y="1648"/>
                        <a:pt x="0" y="1693"/>
                        <a:pt x="0" y="1748"/>
                      </a:cubicBezTo>
                      <a:cubicBezTo>
                        <a:pt x="0" y="1803"/>
                        <a:pt x="56" y="1858"/>
                        <a:pt x="111" y="1858"/>
                      </a:cubicBezTo>
                      <a:lnTo>
                        <a:pt x="5606" y="1858"/>
                      </a:lnTo>
                      <a:lnTo>
                        <a:pt x="560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36"/>
                <p:cNvSpPr/>
                <p:nvPr/>
              </p:nvSpPr>
              <p:spPr>
                <a:xfrm>
                  <a:off x="782328" y="2316800"/>
                  <a:ext cx="815732" cy="262342"/>
                </a:xfrm>
                <a:custGeom>
                  <a:avLst/>
                  <a:gdLst/>
                  <a:ahLst/>
                  <a:cxnLst/>
                  <a:rect l="l" t="t" r="r" b="b"/>
                  <a:pathLst>
                    <a:path w="5541" h="1782" extrusionOk="0">
                      <a:moveTo>
                        <a:pt x="5286" y="1"/>
                      </a:moveTo>
                      <a:cubicBezTo>
                        <a:pt x="4965" y="1"/>
                        <a:pt x="4656" y="78"/>
                        <a:pt x="4379" y="222"/>
                      </a:cubicBezTo>
                      <a:cubicBezTo>
                        <a:pt x="4058" y="388"/>
                        <a:pt x="3594" y="609"/>
                        <a:pt x="3141" y="808"/>
                      </a:cubicBezTo>
                      <a:cubicBezTo>
                        <a:pt x="2245" y="1206"/>
                        <a:pt x="807" y="1527"/>
                        <a:pt x="100" y="1637"/>
                      </a:cubicBezTo>
                      <a:cubicBezTo>
                        <a:pt x="44" y="1648"/>
                        <a:pt x="0" y="1693"/>
                        <a:pt x="0" y="1748"/>
                      </a:cubicBezTo>
                      <a:cubicBezTo>
                        <a:pt x="0" y="1759"/>
                        <a:pt x="0" y="1770"/>
                        <a:pt x="0" y="1781"/>
                      </a:cubicBezTo>
                      <a:cubicBezTo>
                        <a:pt x="22" y="1748"/>
                        <a:pt x="44" y="1715"/>
                        <a:pt x="89" y="1715"/>
                      </a:cubicBezTo>
                      <a:cubicBezTo>
                        <a:pt x="807" y="1593"/>
                        <a:pt x="2245" y="1283"/>
                        <a:pt x="3130" y="885"/>
                      </a:cubicBezTo>
                      <a:cubicBezTo>
                        <a:pt x="3583" y="686"/>
                        <a:pt x="4047" y="454"/>
                        <a:pt x="4379" y="288"/>
                      </a:cubicBezTo>
                      <a:cubicBezTo>
                        <a:pt x="4656" y="145"/>
                        <a:pt x="4965" y="67"/>
                        <a:pt x="5286" y="67"/>
                      </a:cubicBezTo>
                      <a:lnTo>
                        <a:pt x="5540" y="67"/>
                      </a:lnTo>
                      <a:lnTo>
                        <a:pt x="5540"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36"/>
                <p:cNvSpPr/>
                <p:nvPr/>
              </p:nvSpPr>
              <p:spPr>
                <a:xfrm>
                  <a:off x="1649881" y="2316800"/>
                  <a:ext cx="10011" cy="273677"/>
                </a:xfrm>
                <a:custGeom>
                  <a:avLst/>
                  <a:gdLst/>
                  <a:ahLst/>
                  <a:cxnLst/>
                  <a:rect l="l" t="t" r="r" b="b"/>
                  <a:pathLst>
                    <a:path w="68" h="1859" extrusionOk="0">
                      <a:moveTo>
                        <a:pt x="1" y="1"/>
                      </a:moveTo>
                      <a:lnTo>
                        <a:pt x="1" y="1858"/>
                      </a:lnTo>
                      <a:lnTo>
                        <a:pt x="67" y="1858"/>
                      </a:lnTo>
                      <a:lnTo>
                        <a:pt x="67" y="1"/>
                      </a:lnTo>
                      <a:close/>
                    </a:path>
                  </a:pathLst>
                </a:cu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36"/>
                <p:cNvSpPr/>
                <p:nvPr/>
              </p:nvSpPr>
              <p:spPr>
                <a:xfrm>
                  <a:off x="1597913" y="2316800"/>
                  <a:ext cx="9864" cy="273677"/>
                </a:xfrm>
                <a:custGeom>
                  <a:avLst/>
                  <a:gdLst/>
                  <a:ahLst/>
                  <a:cxnLst/>
                  <a:rect l="l" t="t" r="r" b="b"/>
                  <a:pathLst>
                    <a:path w="67" h="1859" extrusionOk="0">
                      <a:moveTo>
                        <a:pt x="0" y="1"/>
                      </a:moveTo>
                      <a:lnTo>
                        <a:pt x="0" y="1858"/>
                      </a:lnTo>
                      <a:lnTo>
                        <a:pt x="66" y="1858"/>
                      </a:lnTo>
                      <a:lnTo>
                        <a:pt x="66"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36"/>
                <p:cNvSpPr/>
                <p:nvPr/>
              </p:nvSpPr>
              <p:spPr>
                <a:xfrm>
                  <a:off x="3707541" y="2316800"/>
                  <a:ext cx="11630" cy="273677"/>
                </a:xfrm>
                <a:custGeom>
                  <a:avLst/>
                  <a:gdLst/>
                  <a:ahLst/>
                  <a:cxnLst/>
                  <a:rect l="l" t="t" r="r" b="b"/>
                  <a:pathLst>
                    <a:path w="79" h="1859" extrusionOk="0">
                      <a:moveTo>
                        <a:pt x="1" y="1"/>
                      </a:moveTo>
                      <a:lnTo>
                        <a:pt x="1" y="1858"/>
                      </a:lnTo>
                      <a:lnTo>
                        <a:pt x="78" y="1858"/>
                      </a:lnTo>
                      <a:lnTo>
                        <a:pt x="78"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36"/>
                <p:cNvSpPr/>
                <p:nvPr/>
              </p:nvSpPr>
              <p:spPr>
                <a:xfrm>
                  <a:off x="1659744" y="2316800"/>
                  <a:ext cx="2047943" cy="10011"/>
                </a:xfrm>
                <a:custGeom>
                  <a:avLst/>
                  <a:gdLst/>
                  <a:ahLst/>
                  <a:cxnLst/>
                  <a:rect l="l" t="t" r="r" b="b"/>
                  <a:pathLst>
                    <a:path w="13911" h="68" extrusionOk="0">
                      <a:moveTo>
                        <a:pt x="0" y="1"/>
                      </a:moveTo>
                      <a:lnTo>
                        <a:pt x="0" y="67"/>
                      </a:lnTo>
                      <a:lnTo>
                        <a:pt x="13911" y="67"/>
                      </a:lnTo>
                      <a:lnTo>
                        <a:pt x="13911"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36"/>
                <p:cNvSpPr/>
                <p:nvPr/>
              </p:nvSpPr>
              <p:spPr>
                <a:xfrm>
                  <a:off x="3186685" y="2364057"/>
                  <a:ext cx="17961" cy="177544"/>
                </a:xfrm>
                <a:custGeom>
                  <a:avLst/>
                  <a:gdLst/>
                  <a:ahLst/>
                  <a:cxnLst/>
                  <a:rect l="l" t="t" r="r" b="b"/>
                  <a:pathLst>
                    <a:path w="122" h="1206" extrusionOk="0">
                      <a:moveTo>
                        <a:pt x="89" y="0"/>
                      </a:moveTo>
                      <a:cubicBezTo>
                        <a:pt x="45" y="0"/>
                        <a:pt x="0" y="34"/>
                        <a:pt x="0" y="89"/>
                      </a:cubicBezTo>
                      <a:lnTo>
                        <a:pt x="0" y="1128"/>
                      </a:lnTo>
                      <a:cubicBezTo>
                        <a:pt x="0" y="1173"/>
                        <a:pt x="45" y="1206"/>
                        <a:pt x="89" y="1206"/>
                      </a:cubicBezTo>
                      <a:lnTo>
                        <a:pt x="122" y="1206"/>
                      </a:lnTo>
                      <a:cubicBezTo>
                        <a:pt x="78" y="1206"/>
                        <a:pt x="45" y="1173"/>
                        <a:pt x="45" y="1128"/>
                      </a:cubicBezTo>
                      <a:lnTo>
                        <a:pt x="45" y="89"/>
                      </a:lnTo>
                      <a:cubicBezTo>
                        <a:pt x="45" y="34"/>
                        <a:pt x="78" y="0"/>
                        <a:pt x="122"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36"/>
                <p:cNvSpPr/>
                <p:nvPr/>
              </p:nvSpPr>
              <p:spPr>
                <a:xfrm>
                  <a:off x="3339644" y="2365382"/>
                  <a:ext cx="18108" cy="177839"/>
                </a:xfrm>
                <a:custGeom>
                  <a:avLst/>
                  <a:gdLst/>
                  <a:ahLst/>
                  <a:cxnLst/>
                  <a:rect l="l" t="t" r="r" b="b"/>
                  <a:pathLst>
                    <a:path w="123" h="1208" extrusionOk="0">
                      <a:moveTo>
                        <a:pt x="48" y="1"/>
                      </a:moveTo>
                      <a:cubicBezTo>
                        <a:pt x="43" y="1"/>
                        <a:pt x="39" y="1"/>
                        <a:pt x="34" y="3"/>
                      </a:cubicBezTo>
                      <a:lnTo>
                        <a:pt x="1" y="3"/>
                      </a:lnTo>
                      <a:cubicBezTo>
                        <a:pt x="45" y="3"/>
                        <a:pt x="78" y="36"/>
                        <a:pt x="78" y="80"/>
                      </a:cubicBezTo>
                      <a:lnTo>
                        <a:pt x="78" y="1119"/>
                      </a:lnTo>
                      <a:cubicBezTo>
                        <a:pt x="78" y="1164"/>
                        <a:pt x="45" y="1208"/>
                        <a:pt x="1" y="1208"/>
                      </a:cubicBezTo>
                      <a:lnTo>
                        <a:pt x="34" y="1208"/>
                      </a:lnTo>
                      <a:cubicBezTo>
                        <a:pt x="78" y="1208"/>
                        <a:pt x="122" y="1164"/>
                        <a:pt x="122" y="1119"/>
                      </a:cubicBezTo>
                      <a:lnTo>
                        <a:pt x="122" y="80"/>
                      </a:lnTo>
                      <a:cubicBezTo>
                        <a:pt x="122" y="40"/>
                        <a:pt x="87" y="1"/>
                        <a:pt x="4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36"/>
                <p:cNvSpPr/>
                <p:nvPr/>
              </p:nvSpPr>
              <p:spPr>
                <a:xfrm>
                  <a:off x="3191543" y="2364057"/>
                  <a:ext cx="159731" cy="177544"/>
                </a:xfrm>
                <a:custGeom>
                  <a:avLst/>
                  <a:gdLst/>
                  <a:ahLst/>
                  <a:cxnLst/>
                  <a:rect l="l" t="t" r="r" b="b"/>
                  <a:pathLst>
                    <a:path w="1085" h="1206" extrusionOk="0">
                      <a:moveTo>
                        <a:pt x="89" y="0"/>
                      </a:moveTo>
                      <a:cubicBezTo>
                        <a:pt x="45" y="0"/>
                        <a:pt x="0" y="34"/>
                        <a:pt x="0" y="89"/>
                      </a:cubicBezTo>
                      <a:lnTo>
                        <a:pt x="0" y="1128"/>
                      </a:lnTo>
                      <a:cubicBezTo>
                        <a:pt x="0" y="1173"/>
                        <a:pt x="45" y="1206"/>
                        <a:pt x="89" y="1206"/>
                      </a:cubicBezTo>
                      <a:lnTo>
                        <a:pt x="1007" y="1206"/>
                      </a:lnTo>
                      <a:cubicBezTo>
                        <a:pt x="1051" y="1206"/>
                        <a:pt x="1084" y="1173"/>
                        <a:pt x="1084" y="1128"/>
                      </a:cubicBezTo>
                      <a:lnTo>
                        <a:pt x="1084" y="89"/>
                      </a:lnTo>
                      <a:cubicBezTo>
                        <a:pt x="1084" y="34"/>
                        <a:pt x="1051" y="0"/>
                        <a:pt x="10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36"/>
                <p:cNvSpPr/>
                <p:nvPr/>
              </p:nvSpPr>
              <p:spPr>
                <a:xfrm>
                  <a:off x="2947309" y="2364057"/>
                  <a:ext cx="18108" cy="177544"/>
                </a:xfrm>
                <a:custGeom>
                  <a:avLst/>
                  <a:gdLst/>
                  <a:ahLst/>
                  <a:cxnLst/>
                  <a:rect l="l" t="t" r="r" b="b"/>
                  <a:pathLst>
                    <a:path w="123" h="1206" extrusionOk="0">
                      <a:moveTo>
                        <a:pt x="89" y="0"/>
                      </a:moveTo>
                      <a:cubicBezTo>
                        <a:pt x="45" y="0"/>
                        <a:pt x="1" y="34"/>
                        <a:pt x="1" y="89"/>
                      </a:cubicBezTo>
                      <a:lnTo>
                        <a:pt x="1" y="1128"/>
                      </a:lnTo>
                      <a:cubicBezTo>
                        <a:pt x="1" y="1173"/>
                        <a:pt x="45" y="1206"/>
                        <a:pt x="89" y="1206"/>
                      </a:cubicBezTo>
                      <a:lnTo>
                        <a:pt x="122" y="1206"/>
                      </a:lnTo>
                      <a:cubicBezTo>
                        <a:pt x="78" y="1206"/>
                        <a:pt x="45" y="1173"/>
                        <a:pt x="45" y="1128"/>
                      </a:cubicBezTo>
                      <a:lnTo>
                        <a:pt x="45" y="89"/>
                      </a:lnTo>
                      <a:cubicBezTo>
                        <a:pt x="34" y="34"/>
                        <a:pt x="78" y="0"/>
                        <a:pt x="122"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36"/>
                <p:cNvSpPr/>
                <p:nvPr/>
              </p:nvSpPr>
              <p:spPr>
                <a:xfrm>
                  <a:off x="3098796" y="2365382"/>
                  <a:ext cx="17961" cy="177839"/>
                </a:xfrm>
                <a:custGeom>
                  <a:avLst/>
                  <a:gdLst/>
                  <a:ahLst/>
                  <a:cxnLst/>
                  <a:rect l="l" t="t" r="r" b="b"/>
                  <a:pathLst>
                    <a:path w="122" h="1208" extrusionOk="0">
                      <a:moveTo>
                        <a:pt x="58" y="1"/>
                      </a:moveTo>
                      <a:cubicBezTo>
                        <a:pt x="54" y="1"/>
                        <a:pt x="49" y="1"/>
                        <a:pt x="44" y="3"/>
                      </a:cubicBezTo>
                      <a:lnTo>
                        <a:pt x="0" y="3"/>
                      </a:lnTo>
                      <a:cubicBezTo>
                        <a:pt x="44" y="3"/>
                        <a:pt x="89" y="36"/>
                        <a:pt x="89" y="80"/>
                      </a:cubicBezTo>
                      <a:lnTo>
                        <a:pt x="89" y="1119"/>
                      </a:lnTo>
                      <a:cubicBezTo>
                        <a:pt x="89" y="1164"/>
                        <a:pt x="44" y="1208"/>
                        <a:pt x="0" y="1208"/>
                      </a:cubicBezTo>
                      <a:lnTo>
                        <a:pt x="44" y="1208"/>
                      </a:lnTo>
                      <a:cubicBezTo>
                        <a:pt x="89" y="1208"/>
                        <a:pt x="122" y="1164"/>
                        <a:pt x="122" y="1119"/>
                      </a:cubicBezTo>
                      <a:lnTo>
                        <a:pt x="122" y="80"/>
                      </a:lnTo>
                      <a:cubicBezTo>
                        <a:pt x="122" y="40"/>
                        <a:pt x="95" y="1"/>
                        <a:pt x="5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36"/>
                <p:cNvSpPr/>
                <p:nvPr/>
              </p:nvSpPr>
              <p:spPr>
                <a:xfrm>
                  <a:off x="2952315" y="2364057"/>
                  <a:ext cx="159584" cy="177544"/>
                </a:xfrm>
                <a:custGeom>
                  <a:avLst/>
                  <a:gdLst/>
                  <a:ahLst/>
                  <a:cxnLst/>
                  <a:rect l="l" t="t" r="r" b="b"/>
                  <a:pathLst>
                    <a:path w="1084" h="1206" extrusionOk="0">
                      <a:moveTo>
                        <a:pt x="88" y="0"/>
                      </a:moveTo>
                      <a:cubicBezTo>
                        <a:pt x="33" y="0"/>
                        <a:pt x="0" y="34"/>
                        <a:pt x="0" y="89"/>
                      </a:cubicBezTo>
                      <a:lnTo>
                        <a:pt x="0" y="1128"/>
                      </a:lnTo>
                      <a:cubicBezTo>
                        <a:pt x="0" y="1173"/>
                        <a:pt x="33" y="1206"/>
                        <a:pt x="88" y="1206"/>
                      </a:cubicBezTo>
                      <a:lnTo>
                        <a:pt x="995" y="1206"/>
                      </a:lnTo>
                      <a:cubicBezTo>
                        <a:pt x="1039" y="1206"/>
                        <a:pt x="1084" y="1173"/>
                        <a:pt x="1084" y="1128"/>
                      </a:cubicBezTo>
                      <a:lnTo>
                        <a:pt x="1084" y="89"/>
                      </a:lnTo>
                      <a:cubicBezTo>
                        <a:pt x="1084" y="34"/>
                        <a:pt x="1039"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36"/>
                <p:cNvSpPr/>
                <p:nvPr/>
              </p:nvSpPr>
              <p:spPr>
                <a:xfrm>
                  <a:off x="2708081" y="2364057"/>
                  <a:ext cx="16341" cy="177544"/>
                </a:xfrm>
                <a:custGeom>
                  <a:avLst/>
                  <a:gdLst/>
                  <a:ahLst/>
                  <a:cxnLst/>
                  <a:rect l="l" t="t" r="r" b="b"/>
                  <a:pathLst>
                    <a:path w="111" h="1206" extrusionOk="0">
                      <a:moveTo>
                        <a:pt x="78" y="0"/>
                      </a:moveTo>
                      <a:cubicBezTo>
                        <a:pt x="34" y="0"/>
                        <a:pt x="0" y="34"/>
                        <a:pt x="0" y="89"/>
                      </a:cubicBezTo>
                      <a:lnTo>
                        <a:pt x="0" y="1128"/>
                      </a:lnTo>
                      <a:cubicBezTo>
                        <a:pt x="0" y="1173"/>
                        <a:pt x="34" y="1206"/>
                        <a:pt x="78" y="1206"/>
                      </a:cubicBezTo>
                      <a:lnTo>
                        <a:pt x="111" y="1206"/>
                      </a:lnTo>
                      <a:cubicBezTo>
                        <a:pt x="67" y="1206"/>
                        <a:pt x="34" y="1173"/>
                        <a:pt x="34" y="1128"/>
                      </a:cubicBezTo>
                      <a:lnTo>
                        <a:pt x="34" y="89"/>
                      </a:lnTo>
                      <a:cubicBezTo>
                        <a:pt x="34" y="34"/>
                        <a:pt x="67" y="0"/>
                        <a:pt x="111"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36"/>
                <p:cNvSpPr/>
                <p:nvPr/>
              </p:nvSpPr>
              <p:spPr>
                <a:xfrm>
                  <a:off x="2859420" y="2365677"/>
                  <a:ext cx="18108" cy="177544"/>
                </a:xfrm>
                <a:custGeom>
                  <a:avLst/>
                  <a:gdLst/>
                  <a:ahLst/>
                  <a:cxnLst/>
                  <a:rect l="l" t="t" r="r" b="b"/>
                  <a:pathLst>
                    <a:path w="123" h="1206" extrusionOk="0">
                      <a:moveTo>
                        <a:pt x="1" y="1"/>
                      </a:moveTo>
                      <a:cubicBezTo>
                        <a:pt x="45" y="1"/>
                        <a:pt x="78" y="34"/>
                        <a:pt x="78" y="78"/>
                      </a:cubicBezTo>
                      <a:lnTo>
                        <a:pt x="78" y="1117"/>
                      </a:lnTo>
                      <a:cubicBezTo>
                        <a:pt x="78" y="1162"/>
                        <a:pt x="45" y="1206"/>
                        <a:pt x="1" y="1206"/>
                      </a:cubicBezTo>
                      <a:lnTo>
                        <a:pt x="34" y="1206"/>
                      </a:lnTo>
                      <a:cubicBezTo>
                        <a:pt x="78" y="1206"/>
                        <a:pt x="111" y="1162"/>
                        <a:pt x="122" y="1117"/>
                      </a:cubicBezTo>
                      <a:lnTo>
                        <a:pt x="122" y="78"/>
                      </a:lnTo>
                      <a:cubicBezTo>
                        <a:pt x="111" y="34"/>
                        <a:pt x="78" y="1"/>
                        <a:pt x="34"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36"/>
                <p:cNvSpPr/>
                <p:nvPr/>
              </p:nvSpPr>
              <p:spPr>
                <a:xfrm>
                  <a:off x="2712939" y="2364057"/>
                  <a:ext cx="158112" cy="177544"/>
                </a:xfrm>
                <a:custGeom>
                  <a:avLst/>
                  <a:gdLst/>
                  <a:ahLst/>
                  <a:cxnLst/>
                  <a:rect l="l" t="t" r="r" b="b"/>
                  <a:pathLst>
                    <a:path w="1074" h="1206" extrusionOk="0">
                      <a:moveTo>
                        <a:pt x="78" y="0"/>
                      </a:moveTo>
                      <a:cubicBezTo>
                        <a:pt x="34" y="0"/>
                        <a:pt x="1" y="34"/>
                        <a:pt x="1" y="89"/>
                      </a:cubicBezTo>
                      <a:lnTo>
                        <a:pt x="1" y="1128"/>
                      </a:lnTo>
                      <a:cubicBezTo>
                        <a:pt x="1" y="1173"/>
                        <a:pt x="34" y="1206"/>
                        <a:pt x="78" y="1206"/>
                      </a:cubicBezTo>
                      <a:lnTo>
                        <a:pt x="996" y="1206"/>
                      </a:lnTo>
                      <a:cubicBezTo>
                        <a:pt x="1040" y="1206"/>
                        <a:pt x="1073" y="1173"/>
                        <a:pt x="1073" y="1128"/>
                      </a:cubicBezTo>
                      <a:lnTo>
                        <a:pt x="1073" y="89"/>
                      </a:lnTo>
                      <a:cubicBezTo>
                        <a:pt x="1073" y="34"/>
                        <a:pt x="1040" y="0"/>
                        <a:pt x="9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36"/>
                <p:cNvSpPr/>
                <p:nvPr/>
              </p:nvSpPr>
              <p:spPr>
                <a:xfrm>
                  <a:off x="2467085" y="2365382"/>
                  <a:ext cx="18108" cy="177839"/>
                </a:xfrm>
                <a:custGeom>
                  <a:avLst/>
                  <a:gdLst/>
                  <a:ahLst/>
                  <a:cxnLst/>
                  <a:rect l="l" t="t" r="r" b="b"/>
                  <a:pathLst>
                    <a:path w="123" h="1208" extrusionOk="0">
                      <a:moveTo>
                        <a:pt x="106" y="0"/>
                      </a:moveTo>
                      <a:cubicBezTo>
                        <a:pt x="100" y="0"/>
                        <a:pt x="95" y="1"/>
                        <a:pt x="90" y="3"/>
                      </a:cubicBezTo>
                      <a:lnTo>
                        <a:pt x="122" y="3"/>
                      </a:lnTo>
                      <a:cubicBezTo>
                        <a:pt x="117" y="1"/>
                        <a:pt x="111" y="0"/>
                        <a:pt x="106" y="0"/>
                      </a:cubicBezTo>
                      <a:close/>
                      <a:moveTo>
                        <a:pt x="89" y="3"/>
                      </a:moveTo>
                      <a:cubicBezTo>
                        <a:pt x="45" y="3"/>
                        <a:pt x="1" y="36"/>
                        <a:pt x="1" y="80"/>
                      </a:cubicBezTo>
                      <a:lnTo>
                        <a:pt x="1" y="1119"/>
                      </a:lnTo>
                      <a:cubicBezTo>
                        <a:pt x="1" y="1164"/>
                        <a:pt x="45" y="1208"/>
                        <a:pt x="89" y="1208"/>
                      </a:cubicBezTo>
                      <a:lnTo>
                        <a:pt x="122" y="1208"/>
                      </a:lnTo>
                      <a:cubicBezTo>
                        <a:pt x="78" y="1208"/>
                        <a:pt x="34" y="1164"/>
                        <a:pt x="34" y="1119"/>
                      </a:cubicBezTo>
                      <a:lnTo>
                        <a:pt x="34" y="80"/>
                      </a:lnTo>
                      <a:cubicBezTo>
                        <a:pt x="42" y="39"/>
                        <a:pt x="62" y="10"/>
                        <a:pt x="90" y="3"/>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36"/>
                <p:cNvSpPr/>
                <p:nvPr/>
              </p:nvSpPr>
              <p:spPr>
                <a:xfrm>
                  <a:off x="2618572" y="2365382"/>
                  <a:ext cx="17961" cy="177839"/>
                </a:xfrm>
                <a:custGeom>
                  <a:avLst/>
                  <a:gdLst/>
                  <a:ahLst/>
                  <a:cxnLst/>
                  <a:rect l="l" t="t" r="r" b="b"/>
                  <a:pathLst>
                    <a:path w="122" h="1208" extrusionOk="0">
                      <a:moveTo>
                        <a:pt x="58" y="1"/>
                      </a:moveTo>
                      <a:cubicBezTo>
                        <a:pt x="54" y="1"/>
                        <a:pt x="49" y="1"/>
                        <a:pt x="44" y="3"/>
                      </a:cubicBezTo>
                      <a:lnTo>
                        <a:pt x="0" y="3"/>
                      </a:lnTo>
                      <a:cubicBezTo>
                        <a:pt x="44" y="3"/>
                        <a:pt x="89" y="36"/>
                        <a:pt x="89" y="80"/>
                      </a:cubicBezTo>
                      <a:lnTo>
                        <a:pt x="89" y="1119"/>
                      </a:lnTo>
                      <a:cubicBezTo>
                        <a:pt x="89" y="1164"/>
                        <a:pt x="44" y="1208"/>
                        <a:pt x="0" y="1208"/>
                      </a:cubicBezTo>
                      <a:lnTo>
                        <a:pt x="44" y="1208"/>
                      </a:lnTo>
                      <a:cubicBezTo>
                        <a:pt x="89" y="1208"/>
                        <a:pt x="122" y="1164"/>
                        <a:pt x="122" y="1119"/>
                      </a:cubicBezTo>
                      <a:lnTo>
                        <a:pt x="122" y="80"/>
                      </a:lnTo>
                      <a:cubicBezTo>
                        <a:pt x="122" y="40"/>
                        <a:pt x="95" y="1"/>
                        <a:pt x="5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36"/>
                <p:cNvSpPr/>
                <p:nvPr/>
              </p:nvSpPr>
              <p:spPr>
                <a:xfrm>
                  <a:off x="2472091" y="2364057"/>
                  <a:ext cx="159584" cy="177544"/>
                </a:xfrm>
                <a:custGeom>
                  <a:avLst/>
                  <a:gdLst/>
                  <a:ahLst/>
                  <a:cxnLst/>
                  <a:rect l="l" t="t" r="r" b="b"/>
                  <a:pathLst>
                    <a:path w="1084" h="1206" extrusionOk="0">
                      <a:moveTo>
                        <a:pt x="88" y="0"/>
                      </a:moveTo>
                      <a:cubicBezTo>
                        <a:pt x="44" y="0"/>
                        <a:pt x="0" y="34"/>
                        <a:pt x="0" y="89"/>
                      </a:cubicBezTo>
                      <a:lnTo>
                        <a:pt x="0" y="1128"/>
                      </a:lnTo>
                      <a:cubicBezTo>
                        <a:pt x="0" y="1173"/>
                        <a:pt x="44" y="1206"/>
                        <a:pt x="88" y="1206"/>
                      </a:cubicBezTo>
                      <a:lnTo>
                        <a:pt x="995" y="1206"/>
                      </a:lnTo>
                      <a:cubicBezTo>
                        <a:pt x="1039" y="1206"/>
                        <a:pt x="1084" y="1173"/>
                        <a:pt x="1084" y="1128"/>
                      </a:cubicBezTo>
                      <a:lnTo>
                        <a:pt x="1084" y="89"/>
                      </a:lnTo>
                      <a:cubicBezTo>
                        <a:pt x="1084" y="34"/>
                        <a:pt x="1039"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36"/>
                <p:cNvSpPr/>
                <p:nvPr/>
              </p:nvSpPr>
              <p:spPr>
                <a:xfrm>
                  <a:off x="2227857" y="2364057"/>
                  <a:ext cx="16341" cy="177544"/>
                </a:xfrm>
                <a:custGeom>
                  <a:avLst/>
                  <a:gdLst/>
                  <a:ahLst/>
                  <a:cxnLst/>
                  <a:rect l="l" t="t" r="r" b="b"/>
                  <a:pathLst>
                    <a:path w="111" h="1206" extrusionOk="0">
                      <a:moveTo>
                        <a:pt x="78" y="0"/>
                      </a:moveTo>
                      <a:cubicBezTo>
                        <a:pt x="34" y="0"/>
                        <a:pt x="0" y="34"/>
                        <a:pt x="0" y="89"/>
                      </a:cubicBezTo>
                      <a:lnTo>
                        <a:pt x="0" y="1128"/>
                      </a:lnTo>
                      <a:cubicBezTo>
                        <a:pt x="0" y="1173"/>
                        <a:pt x="34" y="1206"/>
                        <a:pt x="78" y="1206"/>
                      </a:cubicBezTo>
                      <a:lnTo>
                        <a:pt x="111" y="1206"/>
                      </a:lnTo>
                      <a:cubicBezTo>
                        <a:pt x="67" y="1206"/>
                        <a:pt x="34" y="1173"/>
                        <a:pt x="34" y="1128"/>
                      </a:cubicBezTo>
                      <a:lnTo>
                        <a:pt x="34" y="89"/>
                      </a:lnTo>
                      <a:cubicBezTo>
                        <a:pt x="34" y="34"/>
                        <a:pt x="67" y="0"/>
                        <a:pt x="111"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36"/>
                <p:cNvSpPr/>
                <p:nvPr/>
              </p:nvSpPr>
              <p:spPr>
                <a:xfrm>
                  <a:off x="2379197" y="2365382"/>
                  <a:ext cx="18108" cy="177839"/>
                </a:xfrm>
                <a:custGeom>
                  <a:avLst/>
                  <a:gdLst/>
                  <a:ahLst/>
                  <a:cxnLst/>
                  <a:rect l="l" t="t" r="r" b="b"/>
                  <a:pathLst>
                    <a:path w="123" h="1208" extrusionOk="0">
                      <a:moveTo>
                        <a:pt x="48" y="1"/>
                      </a:moveTo>
                      <a:cubicBezTo>
                        <a:pt x="43" y="1"/>
                        <a:pt x="39" y="1"/>
                        <a:pt x="34" y="3"/>
                      </a:cubicBezTo>
                      <a:lnTo>
                        <a:pt x="1" y="3"/>
                      </a:lnTo>
                      <a:cubicBezTo>
                        <a:pt x="45" y="3"/>
                        <a:pt x="78" y="36"/>
                        <a:pt x="78" y="80"/>
                      </a:cubicBezTo>
                      <a:lnTo>
                        <a:pt x="78" y="1119"/>
                      </a:lnTo>
                      <a:cubicBezTo>
                        <a:pt x="78" y="1164"/>
                        <a:pt x="45" y="1208"/>
                        <a:pt x="1" y="1208"/>
                      </a:cubicBezTo>
                      <a:lnTo>
                        <a:pt x="34" y="1208"/>
                      </a:lnTo>
                      <a:cubicBezTo>
                        <a:pt x="78" y="1208"/>
                        <a:pt x="122" y="1164"/>
                        <a:pt x="122" y="1119"/>
                      </a:cubicBezTo>
                      <a:lnTo>
                        <a:pt x="122" y="80"/>
                      </a:lnTo>
                      <a:cubicBezTo>
                        <a:pt x="122" y="40"/>
                        <a:pt x="87" y="1"/>
                        <a:pt x="4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36"/>
                <p:cNvSpPr/>
                <p:nvPr/>
              </p:nvSpPr>
              <p:spPr>
                <a:xfrm>
                  <a:off x="2232715" y="2364057"/>
                  <a:ext cx="158112" cy="177544"/>
                </a:xfrm>
                <a:custGeom>
                  <a:avLst/>
                  <a:gdLst/>
                  <a:ahLst/>
                  <a:cxnLst/>
                  <a:rect l="l" t="t" r="r" b="b"/>
                  <a:pathLst>
                    <a:path w="1074" h="1206" extrusionOk="0">
                      <a:moveTo>
                        <a:pt x="78" y="0"/>
                      </a:moveTo>
                      <a:cubicBezTo>
                        <a:pt x="34" y="0"/>
                        <a:pt x="1" y="34"/>
                        <a:pt x="1" y="89"/>
                      </a:cubicBezTo>
                      <a:lnTo>
                        <a:pt x="1" y="1128"/>
                      </a:lnTo>
                      <a:cubicBezTo>
                        <a:pt x="1" y="1173"/>
                        <a:pt x="34" y="1206"/>
                        <a:pt x="78" y="1206"/>
                      </a:cubicBezTo>
                      <a:lnTo>
                        <a:pt x="996" y="1206"/>
                      </a:lnTo>
                      <a:cubicBezTo>
                        <a:pt x="1040" y="1206"/>
                        <a:pt x="1073" y="1173"/>
                        <a:pt x="1073" y="1128"/>
                      </a:cubicBezTo>
                      <a:lnTo>
                        <a:pt x="1073" y="89"/>
                      </a:lnTo>
                      <a:cubicBezTo>
                        <a:pt x="1073" y="34"/>
                        <a:pt x="1040" y="0"/>
                        <a:pt x="9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36"/>
                <p:cNvSpPr/>
                <p:nvPr/>
              </p:nvSpPr>
              <p:spPr>
                <a:xfrm>
                  <a:off x="1986862" y="2364057"/>
                  <a:ext cx="18108" cy="177544"/>
                </a:xfrm>
                <a:custGeom>
                  <a:avLst/>
                  <a:gdLst/>
                  <a:ahLst/>
                  <a:cxnLst/>
                  <a:rect l="l" t="t" r="r" b="b"/>
                  <a:pathLst>
                    <a:path w="123" h="1206" extrusionOk="0">
                      <a:moveTo>
                        <a:pt x="89" y="0"/>
                      </a:moveTo>
                      <a:cubicBezTo>
                        <a:pt x="45" y="0"/>
                        <a:pt x="1" y="34"/>
                        <a:pt x="1" y="89"/>
                      </a:cubicBezTo>
                      <a:lnTo>
                        <a:pt x="1" y="1128"/>
                      </a:lnTo>
                      <a:cubicBezTo>
                        <a:pt x="1" y="1173"/>
                        <a:pt x="45" y="1206"/>
                        <a:pt x="89" y="1206"/>
                      </a:cubicBezTo>
                      <a:lnTo>
                        <a:pt x="123" y="1206"/>
                      </a:lnTo>
                      <a:cubicBezTo>
                        <a:pt x="78" y="1206"/>
                        <a:pt x="45" y="1173"/>
                        <a:pt x="45" y="1128"/>
                      </a:cubicBezTo>
                      <a:lnTo>
                        <a:pt x="45" y="89"/>
                      </a:lnTo>
                      <a:cubicBezTo>
                        <a:pt x="34" y="34"/>
                        <a:pt x="78" y="0"/>
                        <a:pt x="123"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36"/>
                <p:cNvSpPr/>
                <p:nvPr/>
              </p:nvSpPr>
              <p:spPr>
                <a:xfrm>
                  <a:off x="2139968" y="2365677"/>
                  <a:ext cx="16341" cy="177544"/>
                </a:xfrm>
                <a:custGeom>
                  <a:avLst/>
                  <a:gdLst/>
                  <a:ahLst/>
                  <a:cxnLst/>
                  <a:rect l="l" t="t" r="r" b="b"/>
                  <a:pathLst>
                    <a:path w="111" h="1206" extrusionOk="0">
                      <a:moveTo>
                        <a:pt x="0" y="1"/>
                      </a:moveTo>
                      <a:cubicBezTo>
                        <a:pt x="45" y="1"/>
                        <a:pt x="78" y="34"/>
                        <a:pt x="78" y="78"/>
                      </a:cubicBezTo>
                      <a:lnTo>
                        <a:pt x="78" y="1117"/>
                      </a:lnTo>
                      <a:cubicBezTo>
                        <a:pt x="78" y="1162"/>
                        <a:pt x="45" y="1206"/>
                        <a:pt x="0" y="1206"/>
                      </a:cubicBezTo>
                      <a:lnTo>
                        <a:pt x="33" y="1206"/>
                      </a:lnTo>
                      <a:cubicBezTo>
                        <a:pt x="78" y="1206"/>
                        <a:pt x="111" y="1162"/>
                        <a:pt x="111" y="1117"/>
                      </a:cubicBezTo>
                      <a:lnTo>
                        <a:pt x="111" y="78"/>
                      </a:lnTo>
                      <a:cubicBezTo>
                        <a:pt x="111" y="34"/>
                        <a:pt x="78" y="1"/>
                        <a:pt x="33"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36"/>
                <p:cNvSpPr/>
                <p:nvPr/>
              </p:nvSpPr>
              <p:spPr>
                <a:xfrm>
                  <a:off x="1993487" y="2364057"/>
                  <a:ext cx="157964" cy="177544"/>
                </a:xfrm>
                <a:custGeom>
                  <a:avLst/>
                  <a:gdLst/>
                  <a:ahLst/>
                  <a:cxnLst/>
                  <a:rect l="l" t="t" r="r" b="b"/>
                  <a:pathLst>
                    <a:path w="1073" h="1206" extrusionOk="0">
                      <a:moveTo>
                        <a:pt x="78" y="0"/>
                      </a:moveTo>
                      <a:cubicBezTo>
                        <a:pt x="33" y="0"/>
                        <a:pt x="0" y="34"/>
                        <a:pt x="0" y="89"/>
                      </a:cubicBezTo>
                      <a:lnTo>
                        <a:pt x="0" y="1128"/>
                      </a:lnTo>
                      <a:cubicBezTo>
                        <a:pt x="0" y="1173"/>
                        <a:pt x="33" y="1206"/>
                        <a:pt x="78" y="1206"/>
                      </a:cubicBezTo>
                      <a:lnTo>
                        <a:pt x="995" y="1206"/>
                      </a:lnTo>
                      <a:cubicBezTo>
                        <a:pt x="1040" y="1206"/>
                        <a:pt x="1073" y="1173"/>
                        <a:pt x="1073" y="1128"/>
                      </a:cubicBezTo>
                      <a:lnTo>
                        <a:pt x="1073" y="89"/>
                      </a:lnTo>
                      <a:cubicBezTo>
                        <a:pt x="1073" y="34"/>
                        <a:pt x="1040"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36"/>
                <p:cNvSpPr/>
                <p:nvPr/>
              </p:nvSpPr>
              <p:spPr>
                <a:xfrm>
                  <a:off x="1747633" y="2364057"/>
                  <a:ext cx="16341" cy="177544"/>
                </a:xfrm>
                <a:custGeom>
                  <a:avLst/>
                  <a:gdLst/>
                  <a:ahLst/>
                  <a:cxnLst/>
                  <a:rect l="l" t="t" r="r" b="b"/>
                  <a:pathLst>
                    <a:path w="111" h="1206" extrusionOk="0">
                      <a:moveTo>
                        <a:pt x="78" y="0"/>
                      </a:moveTo>
                      <a:cubicBezTo>
                        <a:pt x="34" y="0"/>
                        <a:pt x="0" y="34"/>
                        <a:pt x="0" y="89"/>
                      </a:cubicBezTo>
                      <a:lnTo>
                        <a:pt x="0" y="1128"/>
                      </a:lnTo>
                      <a:cubicBezTo>
                        <a:pt x="0" y="1173"/>
                        <a:pt x="34" y="1206"/>
                        <a:pt x="78" y="1206"/>
                      </a:cubicBezTo>
                      <a:lnTo>
                        <a:pt x="111" y="1206"/>
                      </a:lnTo>
                      <a:cubicBezTo>
                        <a:pt x="67" y="1206"/>
                        <a:pt x="34" y="1173"/>
                        <a:pt x="34" y="1128"/>
                      </a:cubicBezTo>
                      <a:lnTo>
                        <a:pt x="34" y="89"/>
                      </a:lnTo>
                      <a:cubicBezTo>
                        <a:pt x="34" y="34"/>
                        <a:pt x="67" y="0"/>
                        <a:pt x="111"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36"/>
                <p:cNvSpPr/>
                <p:nvPr/>
              </p:nvSpPr>
              <p:spPr>
                <a:xfrm>
                  <a:off x="1898973" y="2365382"/>
                  <a:ext cx="18108" cy="177839"/>
                </a:xfrm>
                <a:custGeom>
                  <a:avLst/>
                  <a:gdLst/>
                  <a:ahLst/>
                  <a:cxnLst/>
                  <a:rect l="l" t="t" r="r" b="b"/>
                  <a:pathLst>
                    <a:path w="123" h="1208" extrusionOk="0">
                      <a:moveTo>
                        <a:pt x="48" y="1"/>
                      </a:moveTo>
                      <a:cubicBezTo>
                        <a:pt x="43" y="1"/>
                        <a:pt x="39" y="1"/>
                        <a:pt x="34" y="3"/>
                      </a:cubicBezTo>
                      <a:lnTo>
                        <a:pt x="1" y="3"/>
                      </a:lnTo>
                      <a:cubicBezTo>
                        <a:pt x="45" y="3"/>
                        <a:pt x="89" y="36"/>
                        <a:pt x="89" y="80"/>
                      </a:cubicBezTo>
                      <a:lnTo>
                        <a:pt x="89" y="1119"/>
                      </a:lnTo>
                      <a:cubicBezTo>
                        <a:pt x="78" y="1164"/>
                        <a:pt x="45" y="1208"/>
                        <a:pt x="1" y="1208"/>
                      </a:cubicBezTo>
                      <a:lnTo>
                        <a:pt x="34" y="1208"/>
                      </a:lnTo>
                      <a:cubicBezTo>
                        <a:pt x="78" y="1208"/>
                        <a:pt x="122" y="1164"/>
                        <a:pt x="122" y="1119"/>
                      </a:cubicBezTo>
                      <a:lnTo>
                        <a:pt x="122" y="80"/>
                      </a:lnTo>
                      <a:cubicBezTo>
                        <a:pt x="122" y="40"/>
                        <a:pt x="87" y="1"/>
                        <a:pt x="4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36"/>
                <p:cNvSpPr/>
                <p:nvPr/>
              </p:nvSpPr>
              <p:spPr>
                <a:xfrm>
                  <a:off x="1752492" y="2364057"/>
                  <a:ext cx="159731" cy="177544"/>
                </a:xfrm>
                <a:custGeom>
                  <a:avLst/>
                  <a:gdLst/>
                  <a:ahLst/>
                  <a:cxnLst/>
                  <a:rect l="l" t="t" r="r" b="b"/>
                  <a:pathLst>
                    <a:path w="1085" h="1206" extrusionOk="0">
                      <a:moveTo>
                        <a:pt x="78" y="0"/>
                      </a:moveTo>
                      <a:cubicBezTo>
                        <a:pt x="34" y="0"/>
                        <a:pt x="1" y="34"/>
                        <a:pt x="1" y="89"/>
                      </a:cubicBezTo>
                      <a:lnTo>
                        <a:pt x="1" y="1128"/>
                      </a:lnTo>
                      <a:cubicBezTo>
                        <a:pt x="1" y="1173"/>
                        <a:pt x="34" y="1206"/>
                        <a:pt x="78" y="1206"/>
                      </a:cubicBezTo>
                      <a:lnTo>
                        <a:pt x="996" y="1206"/>
                      </a:lnTo>
                      <a:cubicBezTo>
                        <a:pt x="1040" y="1206"/>
                        <a:pt x="1084" y="1173"/>
                        <a:pt x="1084" y="1128"/>
                      </a:cubicBezTo>
                      <a:lnTo>
                        <a:pt x="1084" y="89"/>
                      </a:lnTo>
                      <a:cubicBezTo>
                        <a:pt x="1084" y="34"/>
                        <a:pt x="1040" y="0"/>
                        <a:pt x="9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36"/>
                <p:cNvSpPr/>
                <p:nvPr/>
              </p:nvSpPr>
              <p:spPr>
                <a:xfrm>
                  <a:off x="3429152" y="2364057"/>
                  <a:ext cx="18108" cy="177544"/>
                </a:xfrm>
                <a:custGeom>
                  <a:avLst/>
                  <a:gdLst/>
                  <a:ahLst/>
                  <a:cxnLst/>
                  <a:rect l="l" t="t" r="r" b="b"/>
                  <a:pathLst>
                    <a:path w="123" h="1206" extrusionOk="0">
                      <a:moveTo>
                        <a:pt x="89" y="0"/>
                      </a:moveTo>
                      <a:cubicBezTo>
                        <a:pt x="34" y="0"/>
                        <a:pt x="1" y="34"/>
                        <a:pt x="1" y="89"/>
                      </a:cubicBezTo>
                      <a:lnTo>
                        <a:pt x="1" y="1128"/>
                      </a:lnTo>
                      <a:cubicBezTo>
                        <a:pt x="1" y="1173"/>
                        <a:pt x="34" y="1206"/>
                        <a:pt x="89" y="1206"/>
                      </a:cubicBezTo>
                      <a:lnTo>
                        <a:pt x="123" y="1206"/>
                      </a:lnTo>
                      <a:cubicBezTo>
                        <a:pt x="78" y="1206"/>
                        <a:pt x="45" y="1173"/>
                        <a:pt x="45" y="1128"/>
                      </a:cubicBezTo>
                      <a:lnTo>
                        <a:pt x="45" y="89"/>
                      </a:lnTo>
                      <a:cubicBezTo>
                        <a:pt x="45" y="34"/>
                        <a:pt x="78" y="0"/>
                        <a:pt x="123"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36"/>
                <p:cNvSpPr/>
                <p:nvPr/>
              </p:nvSpPr>
              <p:spPr>
                <a:xfrm>
                  <a:off x="3582258" y="2365382"/>
                  <a:ext cx="17961" cy="177839"/>
                </a:xfrm>
                <a:custGeom>
                  <a:avLst/>
                  <a:gdLst/>
                  <a:ahLst/>
                  <a:cxnLst/>
                  <a:rect l="l" t="t" r="r" b="b"/>
                  <a:pathLst>
                    <a:path w="122" h="1208" extrusionOk="0">
                      <a:moveTo>
                        <a:pt x="47" y="1"/>
                      </a:moveTo>
                      <a:cubicBezTo>
                        <a:pt x="43" y="1"/>
                        <a:pt x="38" y="1"/>
                        <a:pt x="33" y="3"/>
                      </a:cubicBezTo>
                      <a:lnTo>
                        <a:pt x="0" y="3"/>
                      </a:lnTo>
                      <a:cubicBezTo>
                        <a:pt x="45" y="3"/>
                        <a:pt x="78" y="36"/>
                        <a:pt x="89" y="80"/>
                      </a:cubicBezTo>
                      <a:lnTo>
                        <a:pt x="89" y="1119"/>
                      </a:lnTo>
                      <a:cubicBezTo>
                        <a:pt x="78" y="1164"/>
                        <a:pt x="45" y="1208"/>
                        <a:pt x="0" y="1208"/>
                      </a:cubicBezTo>
                      <a:lnTo>
                        <a:pt x="33" y="1208"/>
                      </a:lnTo>
                      <a:cubicBezTo>
                        <a:pt x="78" y="1208"/>
                        <a:pt x="122" y="1164"/>
                        <a:pt x="122" y="1119"/>
                      </a:cubicBezTo>
                      <a:lnTo>
                        <a:pt x="122" y="80"/>
                      </a:lnTo>
                      <a:cubicBezTo>
                        <a:pt x="122" y="40"/>
                        <a:pt x="87" y="1"/>
                        <a:pt x="47"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36"/>
                <p:cNvSpPr/>
                <p:nvPr/>
              </p:nvSpPr>
              <p:spPr>
                <a:xfrm>
                  <a:off x="3435777" y="2364057"/>
                  <a:ext cx="157964" cy="177544"/>
                </a:xfrm>
                <a:custGeom>
                  <a:avLst/>
                  <a:gdLst/>
                  <a:ahLst/>
                  <a:cxnLst/>
                  <a:rect l="l" t="t" r="r" b="b"/>
                  <a:pathLst>
                    <a:path w="1073" h="1206" extrusionOk="0">
                      <a:moveTo>
                        <a:pt x="78" y="0"/>
                      </a:moveTo>
                      <a:cubicBezTo>
                        <a:pt x="33" y="0"/>
                        <a:pt x="0" y="34"/>
                        <a:pt x="0" y="89"/>
                      </a:cubicBezTo>
                      <a:lnTo>
                        <a:pt x="0" y="1128"/>
                      </a:lnTo>
                      <a:cubicBezTo>
                        <a:pt x="0" y="1173"/>
                        <a:pt x="33" y="1206"/>
                        <a:pt x="78" y="1206"/>
                      </a:cubicBezTo>
                      <a:lnTo>
                        <a:pt x="995" y="1206"/>
                      </a:lnTo>
                      <a:cubicBezTo>
                        <a:pt x="1040" y="1206"/>
                        <a:pt x="1073" y="1173"/>
                        <a:pt x="1073" y="1128"/>
                      </a:cubicBezTo>
                      <a:lnTo>
                        <a:pt x="1073" y="89"/>
                      </a:lnTo>
                      <a:cubicBezTo>
                        <a:pt x="1073" y="34"/>
                        <a:pt x="1040"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36"/>
                <p:cNvSpPr/>
                <p:nvPr/>
              </p:nvSpPr>
              <p:spPr>
                <a:xfrm>
                  <a:off x="323304" y="2570750"/>
                  <a:ext cx="240995" cy="117332"/>
                </a:xfrm>
                <a:custGeom>
                  <a:avLst/>
                  <a:gdLst/>
                  <a:ahLst/>
                  <a:cxnLst/>
                  <a:rect l="l" t="t" r="r" b="b"/>
                  <a:pathLst>
                    <a:path w="1637" h="797" extrusionOk="0">
                      <a:moveTo>
                        <a:pt x="210" y="1"/>
                      </a:moveTo>
                      <a:cubicBezTo>
                        <a:pt x="100" y="1"/>
                        <a:pt x="0" y="100"/>
                        <a:pt x="0" y="211"/>
                      </a:cubicBezTo>
                      <a:lnTo>
                        <a:pt x="0" y="587"/>
                      </a:lnTo>
                      <a:cubicBezTo>
                        <a:pt x="0" y="708"/>
                        <a:pt x="100" y="797"/>
                        <a:pt x="210" y="797"/>
                      </a:cubicBezTo>
                      <a:cubicBezTo>
                        <a:pt x="243" y="797"/>
                        <a:pt x="288" y="786"/>
                        <a:pt x="310" y="775"/>
                      </a:cubicBezTo>
                      <a:lnTo>
                        <a:pt x="16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36"/>
                <p:cNvSpPr/>
                <p:nvPr/>
              </p:nvSpPr>
              <p:spPr>
                <a:xfrm>
                  <a:off x="344356" y="2601666"/>
                  <a:ext cx="187408" cy="49023"/>
                </a:xfrm>
                <a:custGeom>
                  <a:avLst/>
                  <a:gdLst/>
                  <a:ahLst/>
                  <a:cxnLst/>
                  <a:rect l="l" t="t" r="r" b="b"/>
                  <a:pathLst>
                    <a:path w="1273" h="333" extrusionOk="0">
                      <a:moveTo>
                        <a:pt x="100" y="1"/>
                      </a:moveTo>
                      <a:cubicBezTo>
                        <a:pt x="45" y="1"/>
                        <a:pt x="1" y="45"/>
                        <a:pt x="1" y="100"/>
                      </a:cubicBezTo>
                      <a:lnTo>
                        <a:pt x="1" y="222"/>
                      </a:lnTo>
                      <a:cubicBezTo>
                        <a:pt x="1" y="277"/>
                        <a:pt x="45" y="333"/>
                        <a:pt x="100" y="333"/>
                      </a:cubicBezTo>
                      <a:lnTo>
                        <a:pt x="686" y="333"/>
                      </a:lnTo>
                      <a:lnTo>
                        <a:pt x="1272" y="1"/>
                      </a:lnTo>
                      <a:close/>
                    </a:path>
                  </a:pathLst>
                </a:custGeom>
                <a:solidFill>
                  <a:srgbClr val="DAD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36"/>
                <p:cNvSpPr/>
                <p:nvPr/>
              </p:nvSpPr>
              <p:spPr>
                <a:xfrm>
                  <a:off x="317120" y="2554557"/>
                  <a:ext cx="274855" cy="150456"/>
                </a:xfrm>
                <a:custGeom>
                  <a:avLst/>
                  <a:gdLst/>
                  <a:ahLst/>
                  <a:cxnLst/>
                  <a:rect l="l" t="t" r="r" b="b"/>
                  <a:pathLst>
                    <a:path w="1867" h="1022" extrusionOk="0">
                      <a:moveTo>
                        <a:pt x="1745" y="111"/>
                      </a:moveTo>
                      <a:lnTo>
                        <a:pt x="418" y="885"/>
                      </a:lnTo>
                      <a:cubicBezTo>
                        <a:pt x="387" y="903"/>
                        <a:pt x="353" y="911"/>
                        <a:pt x="319" y="911"/>
                      </a:cubicBezTo>
                      <a:cubicBezTo>
                        <a:pt x="212" y="911"/>
                        <a:pt x="108" y="823"/>
                        <a:pt x="108" y="697"/>
                      </a:cubicBezTo>
                      <a:lnTo>
                        <a:pt x="108" y="321"/>
                      </a:lnTo>
                      <a:cubicBezTo>
                        <a:pt x="108" y="210"/>
                        <a:pt x="208" y="111"/>
                        <a:pt x="318" y="111"/>
                      </a:cubicBezTo>
                      <a:close/>
                      <a:moveTo>
                        <a:pt x="318" y="0"/>
                      </a:moveTo>
                      <a:cubicBezTo>
                        <a:pt x="142" y="0"/>
                        <a:pt x="9" y="144"/>
                        <a:pt x="9" y="321"/>
                      </a:cubicBezTo>
                      <a:lnTo>
                        <a:pt x="9" y="697"/>
                      </a:lnTo>
                      <a:cubicBezTo>
                        <a:pt x="1" y="887"/>
                        <a:pt x="147" y="1022"/>
                        <a:pt x="310" y="1022"/>
                      </a:cubicBezTo>
                      <a:cubicBezTo>
                        <a:pt x="364" y="1022"/>
                        <a:pt x="420" y="1007"/>
                        <a:pt x="473" y="973"/>
                      </a:cubicBezTo>
                      <a:lnTo>
                        <a:pt x="1800" y="210"/>
                      </a:lnTo>
                      <a:cubicBezTo>
                        <a:pt x="1844" y="188"/>
                        <a:pt x="1867" y="133"/>
                        <a:pt x="1855" y="89"/>
                      </a:cubicBezTo>
                      <a:cubicBezTo>
                        <a:pt x="1844" y="33"/>
                        <a:pt x="1800" y="0"/>
                        <a:pt x="1745" y="0"/>
                      </a:cubicBez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36"/>
                <p:cNvSpPr/>
                <p:nvPr/>
              </p:nvSpPr>
              <p:spPr>
                <a:xfrm>
                  <a:off x="308582" y="2554557"/>
                  <a:ext cx="273677" cy="149867"/>
                </a:xfrm>
                <a:custGeom>
                  <a:avLst/>
                  <a:gdLst/>
                  <a:ahLst/>
                  <a:cxnLst/>
                  <a:rect l="l" t="t" r="r" b="b"/>
                  <a:pathLst>
                    <a:path w="1859" h="1018" extrusionOk="0">
                      <a:moveTo>
                        <a:pt x="1737" y="111"/>
                      </a:moveTo>
                      <a:lnTo>
                        <a:pt x="410" y="885"/>
                      </a:lnTo>
                      <a:cubicBezTo>
                        <a:pt x="376" y="896"/>
                        <a:pt x="343" y="907"/>
                        <a:pt x="310" y="907"/>
                      </a:cubicBezTo>
                      <a:cubicBezTo>
                        <a:pt x="200" y="907"/>
                        <a:pt x="100" y="818"/>
                        <a:pt x="100" y="697"/>
                      </a:cubicBezTo>
                      <a:lnTo>
                        <a:pt x="100" y="321"/>
                      </a:lnTo>
                      <a:cubicBezTo>
                        <a:pt x="100" y="210"/>
                        <a:pt x="200" y="111"/>
                        <a:pt x="310" y="111"/>
                      </a:cubicBezTo>
                      <a:close/>
                      <a:moveTo>
                        <a:pt x="310" y="0"/>
                      </a:moveTo>
                      <a:cubicBezTo>
                        <a:pt x="133" y="0"/>
                        <a:pt x="1" y="144"/>
                        <a:pt x="1" y="321"/>
                      </a:cubicBezTo>
                      <a:lnTo>
                        <a:pt x="1" y="697"/>
                      </a:lnTo>
                      <a:cubicBezTo>
                        <a:pt x="1" y="874"/>
                        <a:pt x="133" y="1017"/>
                        <a:pt x="310" y="1017"/>
                      </a:cubicBezTo>
                      <a:cubicBezTo>
                        <a:pt x="365" y="1017"/>
                        <a:pt x="421" y="1006"/>
                        <a:pt x="465" y="973"/>
                      </a:cubicBezTo>
                      <a:lnTo>
                        <a:pt x="1792" y="210"/>
                      </a:lnTo>
                      <a:cubicBezTo>
                        <a:pt x="1836" y="188"/>
                        <a:pt x="1858" y="133"/>
                        <a:pt x="1847" y="89"/>
                      </a:cubicBezTo>
                      <a:cubicBezTo>
                        <a:pt x="1836" y="33"/>
                        <a:pt x="1792" y="0"/>
                        <a:pt x="17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36"/>
                <p:cNvSpPr/>
                <p:nvPr/>
              </p:nvSpPr>
              <p:spPr>
                <a:xfrm>
                  <a:off x="337878" y="2570750"/>
                  <a:ext cx="226421" cy="117332"/>
                </a:xfrm>
                <a:custGeom>
                  <a:avLst/>
                  <a:gdLst/>
                  <a:ahLst/>
                  <a:cxnLst/>
                  <a:rect l="l" t="t" r="r" b="b"/>
                  <a:pathLst>
                    <a:path w="1538" h="797" extrusionOk="0">
                      <a:moveTo>
                        <a:pt x="1316" y="1"/>
                      </a:moveTo>
                      <a:lnTo>
                        <a:pt x="1" y="764"/>
                      </a:lnTo>
                      <a:cubicBezTo>
                        <a:pt x="34" y="786"/>
                        <a:pt x="67" y="797"/>
                        <a:pt x="111" y="797"/>
                      </a:cubicBezTo>
                      <a:cubicBezTo>
                        <a:pt x="144" y="797"/>
                        <a:pt x="189" y="786"/>
                        <a:pt x="211" y="775"/>
                      </a:cubicBezTo>
                      <a:lnTo>
                        <a:pt x="15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36"/>
                <p:cNvSpPr/>
                <p:nvPr/>
              </p:nvSpPr>
              <p:spPr>
                <a:xfrm>
                  <a:off x="554435" y="2650248"/>
                  <a:ext cx="3164735" cy="20022"/>
                </a:xfrm>
                <a:custGeom>
                  <a:avLst/>
                  <a:gdLst/>
                  <a:ahLst/>
                  <a:cxnLst/>
                  <a:rect l="l" t="t" r="r" b="b"/>
                  <a:pathLst>
                    <a:path w="21497" h="136" extrusionOk="0">
                      <a:moveTo>
                        <a:pt x="21436" y="0"/>
                      </a:moveTo>
                      <a:cubicBezTo>
                        <a:pt x="21430" y="0"/>
                        <a:pt x="21425" y="1"/>
                        <a:pt x="21419" y="3"/>
                      </a:cubicBezTo>
                      <a:lnTo>
                        <a:pt x="78" y="3"/>
                      </a:lnTo>
                      <a:cubicBezTo>
                        <a:pt x="33" y="3"/>
                        <a:pt x="0" y="25"/>
                        <a:pt x="0" y="69"/>
                      </a:cubicBezTo>
                      <a:cubicBezTo>
                        <a:pt x="0" y="102"/>
                        <a:pt x="33" y="135"/>
                        <a:pt x="78" y="135"/>
                      </a:cubicBezTo>
                      <a:lnTo>
                        <a:pt x="21419" y="135"/>
                      </a:lnTo>
                      <a:cubicBezTo>
                        <a:pt x="21463" y="135"/>
                        <a:pt x="21496" y="102"/>
                        <a:pt x="21496" y="69"/>
                      </a:cubicBezTo>
                      <a:cubicBezTo>
                        <a:pt x="21496" y="31"/>
                        <a:pt x="21471" y="0"/>
                        <a:pt x="21436" y="0"/>
                      </a:cubicBezTo>
                      <a:close/>
                    </a:path>
                  </a:pathLst>
                </a:custGeom>
                <a:solidFill>
                  <a:srgbClr val="FBF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36"/>
                <p:cNvSpPr/>
                <p:nvPr/>
              </p:nvSpPr>
              <p:spPr>
                <a:xfrm>
                  <a:off x="554435" y="2694560"/>
                  <a:ext cx="3164735" cy="19580"/>
                </a:xfrm>
                <a:custGeom>
                  <a:avLst/>
                  <a:gdLst/>
                  <a:ahLst/>
                  <a:cxnLst/>
                  <a:rect l="l" t="t" r="r" b="b"/>
                  <a:pathLst>
                    <a:path w="21497" h="133" extrusionOk="0">
                      <a:moveTo>
                        <a:pt x="78" y="0"/>
                      </a:moveTo>
                      <a:cubicBezTo>
                        <a:pt x="33" y="0"/>
                        <a:pt x="0" y="22"/>
                        <a:pt x="0" y="66"/>
                      </a:cubicBezTo>
                      <a:cubicBezTo>
                        <a:pt x="0" y="100"/>
                        <a:pt x="33" y="133"/>
                        <a:pt x="78" y="133"/>
                      </a:cubicBezTo>
                      <a:lnTo>
                        <a:pt x="21419" y="133"/>
                      </a:lnTo>
                      <a:cubicBezTo>
                        <a:pt x="21463" y="133"/>
                        <a:pt x="21496" y="100"/>
                        <a:pt x="21496" y="66"/>
                      </a:cubicBezTo>
                      <a:cubicBezTo>
                        <a:pt x="21496" y="22"/>
                        <a:pt x="21463" y="0"/>
                        <a:pt x="21419" y="0"/>
                      </a:cubicBezTo>
                      <a:close/>
                    </a:path>
                  </a:pathLst>
                </a:custGeom>
                <a:solidFill>
                  <a:srgbClr val="FBF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36"/>
                <p:cNvSpPr/>
                <p:nvPr/>
              </p:nvSpPr>
              <p:spPr>
                <a:xfrm>
                  <a:off x="538094" y="2650542"/>
                  <a:ext cx="3163115" cy="19727"/>
                </a:xfrm>
                <a:custGeom>
                  <a:avLst/>
                  <a:gdLst/>
                  <a:ahLst/>
                  <a:cxnLst/>
                  <a:rect l="l" t="t" r="r" b="b"/>
                  <a:pathLst>
                    <a:path w="21486" h="134" extrusionOk="0">
                      <a:moveTo>
                        <a:pt x="67" y="1"/>
                      </a:moveTo>
                      <a:cubicBezTo>
                        <a:pt x="34" y="1"/>
                        <a:pt x="1" y="23"/>
                        <a:pt x="1" y="67"/>
                      </a:cubicBezTo>
                      <a:cubicBezTo>
                        <a:pt x="1" y="100"/>
                        <a:pt x="34" y="133"/>
                        <a:pt x="67" y="133"/>
                      </a:cubicBezTo>
                      <a:lnTo>
                        <a:pt x="21419" y="133"/>
                      </a:lnTo>
                      <a:cubicBezTo>
                        <a:pt x="21452" y="133"/>
                        <a:pt x="21486" y="100"/>
                        <a:pt x="21486" y="67"/>
                      </a:cubicBezTo>
                      <a:cubicBezTo>
                        <a:pt x="21486" y="23"/>
                        <a:pt x="21452" y="1"/>
                        <a:pt x="2141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36"/>
                <p:cNvSpPr/>
                <p:nvPr/>
              </p:nvSpPr>
              <p:spPr>
                <a:xfrm>
                  <a:off x="538094" y="2694560"/>
                  <a:ext cx="3163115" cy="19580"/>
                </a:xfrm>
                <a:custGeom>
                  <a:avLst/>
                  <a:gdLst/>
                  <a:ahLst/>
                  <a:cxnLst/>
                  <a:rect l="l" t="t" r="r" b="b"/>
                  <a:pathLst>
                    <a:path w="21486" h="133" extrusionOk="0">
                      <a:moveTo>
                        <a:pt x="67" y="0"/>
                      </a:moveTo>
                      <a:cubicBezTo>
                        <a:pt x="34" y="0"/>
                        <a:pt x="1" y="22"/>
                        <a:pt x="1" y="66"/>
                      </a:cubicBezTo>
                      <a:cubicBezTo>
                        <a:pt x="1" y="100"/>
                        <a:pt x="34" y="133"/>
                        <a:pt x="67" y="133"/>
                      </a:cubicBezTo>
                      <a:lnTo>
                        <a:pt x="21419" y="133"/>
                      </a:lnTo>
                      <a:cubicBezTo>
                        <a:pt x="21452" y="133"/>
                        <a:pt x="21486" y="100"/>
                        <a:pt x="21486" y="66"/>
                      </a:cubicBezTo>
                      <a:cubicBezTo>
                        <a:pt x="21486" y="22"/>
                        <a:pt x="21452" y="0"/>
                        <a:pt x="214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36"/>
                <p:cNvSpPr/>
                <p:nvPr/>
              </p:nvSpPr>
              <p:spPr>
                <a:xfrm>
                  <a:off x="1723195" y="2342858"/>
                  <a:ext cx="19727" cy="495092"/>
                </a:xfrm>
                <a:custGeom>
                  <a:avLst/>
                  <a:gdLst/>
                  <a:ahLst/>
                  <a:cxnLst/>
                  <a:rect l="l" t="t" r="r" b="b"/>
                  <a:pathLst>
                    <a:path w="134" h="3363" extrusionOk="0">
                      <a:moveTo>
                        <a:pt x="111" y="1"/>
                      </a:moveTo>
                      <a:cubicBezTo>
                        <a:pt x="56" y="1"/>
                        <a:pt x="1" y="45"/>
                        <a:pt x="1" y="100"/>
                      </a:cubicBezTo>
                      <a:lnTo>
                        <a:pt x="1" y="3252"/>
                      </a:lnTo>
                      <a:cubicBezTo>
                        <a:pt x="1" y="3307"/>
                        <a:pt x="56" y="3362"/>
                        <a:pt x="111" y="3362"/>
                      </a:cubicBezTo>
                      <a:lnTo>
                        <a:pt x="133" y="3362"/>
                      </a:lnTo>
                      <a:cubicBezTo>
                        <a:pt x="78" y="3362"/>
                        <a:pt x="23" y="3307"/>
                        <a:pt x="23" y="3252"/>
                      </a:cubicBezTo>
                      <a:lnTo>
                        <a:pt x="23" y="100"/>
                      </a:lnTo>
                      <a:cubicBezTo>
                        <a:pt x="23" y="45"/>
                        <a:pt x="78" y="1"/>
                        <a:pt x="133" y="1"/>
                      </a:cubicBez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36"/>
                <p:cNvSpPr/>
                <p:nvPr/>
              </p:nvSpPr>
              <p:spPr>
                <a:xfrm>
                  <a:off x="1916934" y="2338000"/>
                  <a:ext cx="22966" cy="504809"/>
                </a:xfrm>
                <a:custGeom>
                  <a:avLst/>
                  <a:gdLst/>
                  <a:ahLst/>
                  <a:cxnLst/>
                  <a:rect l="l" t="t" r="r" b="b"/>
                  <a:pathLst>
                    <a:path w="156" h="3429" extrusionOk="0">
                      <a:moveTo>
                        <a:pt x="0" y="1"/>
                      </a:moveTo>
                      <a:cubicBezTo>
                        <a:pt x="78" y="1"/>
                        <a:pt x="133" y="67"/>
                        <a:pt x="133" y="144"/>
                      </a:cubicBezTo>
                      <a:lnTo>
                        <a:pt x="133" y="3285"/>
                      </a:lnTo>
                      <a:cubicBezTo>
                        <a:pt x="133" y="3362"/>
                        <a:pt x="78" y="3428"/>
                        <a:pt x="0" y="3428"/>
                      </a:cubicBezTo>
                      <a:lnTo>
                        <a:pt x="23" y="3428"/>
                      </a:lnTo>
                      <a:cubicBezTo>
                        <a:pt x="100" y="3428"/>
                        <a:pt x="155" y="3362"/>
                        <a:pt x="155" y="3285"/>
                      </a:cubicBezTo>
                      <a:lnTo>
                        <a:pt x="155" y="133"/>
                      </a:lnTo>
                      <a:cubicBezTo>
                        <a:pt x="155" y="67"/>
                        <a:pt x="100" y="1"/>
                        <a:pt x="23" y="1"/>
                      </a:cubicBez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36"/>
                <p:cNvSpPr/>
                <p:nvPr/>
              </p:nvSpPr>
              <p:spPr>
                <a:xfrm>
                  <a:off x="1719956" y="2338000"/>
                  <a:ext cx="216704" cy="504809"/>
                </a:xfrm>
                <a:custGeom>
                  <a:avLst/>
                  <a:gdLst/>
                  <a:ahLst/>
                  <a:cxnLst/>
                  <a:rect l="l" t="t" r="r" b="b"/>
                  <a:pathLst>
                    <a:path w="1472" h="3429" extrusionOk="0">
                      <a:moveTo>
                        <a:pt x="1338" y="34"/>
                      </a:moveTo>
                      <a:cubicBezTo>
                        <a:pt x="1394" y="34"/>
                        <a:pt x="1449" y="78"/>
                        <a:pt x="1449" y="133"/>
                      </a:cubicBezTo>
                      <a:lnTo>
                        <a:pt x="1449" y="3285"/>
                      </a:lnTo>
                      <a:cubicBezTo>
                        <a:pt x="1449" y="3340"/>
                        <a:pt x="1394" y="3395"/>
                        <a:pt x="1338" y="3395"/>
                      </a:cubicBezTo>
                      <a:lnTo>
                        <a:pt x="133" y="3395"/>
                      </a:lnTo>
                      <a:cubicBezTo>
                        <a:pt x="78" y="3395"/>
                        <a:pt x="23" y="3340"/>
                        <a:pt x="23" y="3285"/>
                      </a:cubicBezTo>
                      <a:lnTo>
                        <a:pt x="23" y="133"/>
                      </a:lnTo>
                      <a:cubicBezTo>
                        <a:pt x="23" y="78"/>
                        <a:pt x="78" y="34"/>
                        <a:pt x="133" y="34"/>
                      </a:cubicBezTo>
                      <a:close/>
                      <a:moveTo>
                        <a:pt x="133" y="1"/>
                      </a:moveTo>
                      <a:cubicBezTo>
                        <a:pt x="56" y="1"/>
                        <a:pt x="0" y="67"/>
                        <a:pt x="0" y="144"/>
                      </a:cubicBezTo>
                      <a:lnTo>
                        <a:pt x="0" y="3285"/>
                      </a:lnTo>
                      <a:cubicBezTo>
                        <a:pt x="0" y="3362"/>
                        <a:pt x="56" y="3428"/>
                        <a:pt x="133" y="3428"/>
                      </a:cubicBezTo>
                      <a:lnTo>
                        <a:pt x="1338" y="3428"/>
                      </a:lnTo>
                      <a:cubicBezTo>
                        <a:pt x="1416" y="3428"/>
                        <a:pt x="1471" y="3362"/>
                        <a:pt x="1471" y="3285"/>
                      </a:cubicBezTo>
                      <a:lnTo>
                        <a:pt x="1471" y="133"/>
                      </a:lnTo>
                      <a:cubicBezTo>
                        <a:pt x="1471" y="67"/>
                        <a:pt x="1416" y="1"/>
                        <a:pt x="1338" y="1"/>
                      </a:cubicBez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36"/>
                <p:cNvSpPr/>
                <p:nvPr/>
              </p:nvSpPr>
              <p:spPr>
                <a:xfrm>
                  <a:off x="3406481" y="2342858"/>
                  <a:ext cx="19580" cy="495092"/>
                </a:xfrm>
                <a:custGeom>
                  <a:avLst/>
                  <a:gdLst/>
                  <a:ahLst/>
                  <a:cxnLst/>
                  <a:rect l="l" t="t" r="r" b="b"/>
                  <a:pathLst>
                    <a:path w="133" h="3363" extrusionOk="0">
                      <a:moveTo>
                        <a:pt x="111" y="1"/>
                      </a:moveTo>
                      <a:cubicBezTo>
                        <a:pt x="44" y="1"/>
                        <a:pt x="0" y="45"/>
                        <a:pt x="0" y="100"/>
                      </a:cubicBezTo>
                      <a:lnTo>
                        <a:pt x="0" y="3252"/>
                      </a:lnTo>
                      <a:cubicBezTo>
                        <a:pt x="0" y="3307"/>
                        <a:pt x="44" y="3362"/>
                        <a:pt x="111" y="3362"/>
                      </a:cubicBezTo>
                      <a:lnTo>
                        <a:pt x="133" y="3362"/>
                      </a:lnTo>
                      <a:cubicBezTo>
                        <a:pt x="66" y="3362"/>
                        <a:pt x="22" y="3307"/>
                        <a:pt x="22" y="3252"/>
                      </a:cubicBezTo>
                      <a:lnTo>
                        <a:pt x="22" y="100"/>
                      </a:lnTo>
                      <a:cubicBezTo>
                        <a:pt x="22" y="45"/>
                        <a:pt x="66" y="1"/>
                        <a:pt x="133" y="1"/>
                      </a:cubicBez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36"/>
                <p:cNvSpPr/>
                <p:nvPr/>
              </p:nvSpPr>
              <p:spPr>
                <a:xfrm>
                  <a:off x="3600072" y="2338000"/>
                  <a:ext cx="22966" cy="504809"/>
                </a:xfrm>
                <a:custGeom>
                  <a:avLst/>
                  <a:gdLst/>
                  <a:ahLst/>
                  <a:cxnLst/>
                  <a:rect l="l" t="t" r="r" b="b"/>
                  <a:pathLst>
                    <a:path w="156" h="3429" extrusionOk="0">
                      <a:moveTo>
                        <a:pt x="1" y="1"/>
                      </a:moveTo>
                      <a:cubicBezTo>
                        <a:pt x="78" y="1"/>
                        <a:pt x="134" y="67"/>
                        <a:pt x="134" y="144"/>
                      </a:cubicBezTo>
                      <a:lnTo>
                        <a:pt x="134" y="3285"/>
                      </a:lnTo>
                      <a:cubicBezTo>
                        <a:pt x="134" y="3362"/>
                        <a:pt x="78" y="3428"/>
                        <a:pt x="1" y="3428"/>
                      </a:cubicBezTo>
                      <a:lnTo>
                        <a:pt x="23" y="3428"/>
                      </a:lnTo>
                      <a:cubicBezTo>
                        <a:pt x="100" y="3428"/>
                        <a:pt x="156" y="3362"/>
                        <a:pt x="156" y="3285"/>
                      </a:cubicBezTo>
                      <a:lnTo>
                        <a:pt x="156" y="133"/>
                      </a:lnTo>
                      <a:cubicBezTo>
                        <a:pt x="156" y="67"/>
                        <a:pt x="100" y="1"/>
                        <a:pt x="23" y="1"/>
                      </a:cubicBez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36"/>
                <p:cNvSpPr/>
                <p:nvPr/>
              </p:nvSpPr>
              <p:spPr>
                <a:xfrm>
                  <a:off x="3401475" y="2338000"/>
                  <a:ext cx="218324" cy="504809"/>
                </a:xfrm>
                <a:custGeom>
                  <a:avLst/>
                  <a:gdLst/>
                  <a:ahLst/>
                  <a:cxnLst/>
                  <a:rect l="l" t="t" r="r" b="b"/>
                  <a:pathLst>
                    <a:path w="1483" h="3429" extrusionOk="0">
                      <a:moveTo>
                        <a:pt x="1350" y="34"/>
                      </a:moveTo>
                      <a:cubicBezTo>
                        <a:pt x="1405" y="34"/>
                        <a:pt x="1449" y="78"/>
                        <a:pt x="1449" y="133"/>
                      </a:cubicBezTo>
                      <a:lnTo>
                        <a:pt x="1449" y="3285"/>
                      </a:lnTo>
                      <a:cubicBezTo>
                        <a:pt x="1449" y="3340"/>
                        <a:pt x="1405" y="3395"/>
                        <a:pt x="1350" y="3395"/>
                      </a:cubicBezTo>
                      <a:lnTo>
                        <a:pt x="145" y="3395"/>
                      </a:lnTo>
                      <a:cubicBezTo>
                        <a:pt x="78" y="3395"/>
                        <a:pt x="34" y="3340"/>
                        <a:pt x="34" y="3285"/>
                      </a:cubicBezTo>
                      <a:lnTo>
                        <a:pt x="34" y="133"/>
                      </a:lnTo>
                      <a:cubicBezTo>
                        <a:pt x="34" y="78"/>
                        <a:pt x="78" y="34"/>
                        <a:pt x="145" y="34"/>
                      </a:cubicBezTo>
                      <a:close/>
                      <a:moveTo>
                        <a:pt x="145" y="1"/>
                      </a:moveTo>
                      <a:cubicBezTo>
                        <a:pt x="67" y="1"/>
                        <a:pt x="1" y="67"/>
                        <a:pt x="1" y="144"/>
                      </a:cubicBezTo>
                      <a:lnTo>
                        <a:pt x="1" y="3285"/>
                      </a:lnTo>
                      <a:cubicBezTo>
                        <a:pt x="1" y="3362"/>
                        <a:pt x="67" y="3428"/>
                        <a:pt x="145" y="3428"/>
                      </a:cubicBezTo>
                      <a:lnTo>
                        <a:pt x="1350" y="3428"/>
                      </a:lnTo>
                      <a:cubicBezTo>
                        <a:pt x="1427" y="3428"/>
                        <a:pt x="1483" y="3362"/>
                        <a:pt x="1483" y="3285"/>
                      </a:cubicBezTo>
                      <a:lnTo>
                        <a:pt x="1483" y="133"/>
                      </a:lnTo>
                      <a:cubicBezTo>
                        <a:pt x="1483" y="67"/>
                        <a:pt x="1416" y="1"/>
                        <a:pt x="1350" y="1"/>
                      </a:cubicBez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36"/>
                <p:cNvSpPr/>
                <p:nvPr/>
              </p:nvSpPr>
              <p:spPr>
                <a:xfrm>
                  <a:off x="4021703" y="2316800"/>
                  <a:ext cx="14869" cy="397340"/>
                </a:xfrm>
                <a:custGeom>
                  <a:avLst/>
                  <a:gdLst/>
                  <a:ahLst/>
                  <a:cxnLst/>
                  <a:rect l="l" t="t" r="r" b="b"/>
                  <a:pathLst>
                    <a:path w="101" h="2699" extrusionOk="0">
                      <a:moveTo>
                        <a:pt x="1" y="1"/>
                      </a:moveTo>
                      <a:lnTo>
                        <a:pt x="1" y="2699"/>
                      </a:lnTo>
                      <a:lnTo>
                        <a:pt x="100" y="2699"/>
                      </a:lnTo>
                      <a:lnTo>
                        <a:pt x="100" y="1"/>
                      </a:ln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36"/>
                <p:cNvSpPr/>
                <p:nvPr/>
              </p:nvSpPr>
              <p:spPr>
                <a:xfrm>
                  <a:off x="3823106" y="2316800"/>
                  <a:ext cx="198744" cy="397340"/>
                </a:xfrm>
                <a:custGeom>
                  <a:avLst/>
                  <a:gdLst/>
                  <a:ahLst/>
                  <a:cxnLst/>
                  <a:rect l="l" t="t" r="r" b="b"/>
                  <a:pathLst>
                    <a:path w="1350" h="2699" extrusionOk="0">
                      <a:moveTo>
                        <a:pt x="1" y="1"/>
                      </a:moveTo>
                      <a:lnTo>
                        <a:pt x="1" y="2699"/>
                      </a:lnTo>
                      <a:lnTo>
                        <a:pt x="1350" y="2699"/>
                      </a:lnTo>
                      <a:lnTo>
                        <a:pt x="135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8" name="Google Shape;1368;p36"/>
              <p:cNvGrpSpPr/>
              <p:nvPr/>
            </p:nvGrpSpPr>
            <p:grpSpPr>
              <a:xfrm>
                <a:off x="691624" y="2772373"/>
                <a:ext cx="841660" cy="1783927"/>
                <a:chOff x="152700" y="2332825"/>
                <a:chExt cx="1036527" cy="2197225"/>
              </a:xfrm>
            </p:grpSpPr>
            <p:sp>
              <p:nvSpPr>
                <p:cNvPr id="1369" name="Google Shape;1369;p36"/>
                <p:cNvSpPr/>
                <p:nvPr/>
              </p:nvSpPr>
              <p:spPr>
                <a:xfrm>
                  <a:off x="677722" y="2976053"/>
                  <a:ext cx="111607" cy="1369765"/>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36"/>
                <p:cNvSpPr/>
                <p:nvPr/>
              </p:nvSpPr>
              <p:spPr>
                <a:xfrm>
                  <a:off x="733368" y="2976053"/>
                  <a:ext cx="55961" cy="1369765"/>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36"/>
                <p:cNvSpPr/>
                <p:nvPr/>
              </p:nvSpPr>
              <p:spPr>
                <a:xfrm>
                  <a:off x="677722" y="3198322"/>
                  <a:ext cx="111607" cy="76081"/>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36"/>
                <p:cNvSpPr/>
                <p:nvPr/>
              </p:nvSpPr>
              <p:spPr>
                <a:xfrm>
                  <a:off x="344160" y="4348965"/>
                  <a:ext cx="782504" cy="181084"/>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36"/>
                <p:cNvSpPr/>
                <p:nvPr/>
              </p:nvSpPr>
              <p:spPr>
                <a:xfrm>
                  <a:off x="173764" y="2332825"/>
                  <a:ext cx="1015464" cy="87052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36"/>
                <p:cNvSpPr/>
                <p:nvPr/>
              </p:nvSpPr>
              <p:spPr>
                <a:xfrm>
                  <a:off x="197971" y="2367407"/>
                  <a:ext cx="935610" cy="801361"/>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36"/>
                <p:cNvSpPr/>
                <p:nvPr/>
              </p:nvSpPr>
              <p:spPr>
                <a:xfrm>
                  <a:off x="152700" y="2332825"/>
                  <a:ext cx="1015464" cy="871154"/>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36"/>
                <p:cNvSpPr/>
                <p:nvPr/>
              </p:nvSpPr>
              <p:spPr>
                <a:xfrm>
                  <a:off x="413639" y="2656011"/>
                  <a:ext cx="142731" cy="212523"/>
                </a:xfrm>
                <a:custGeom>
                  <a:avLst/>
                  <a:gdLst/>
                  <a:ahLst/>
                  <a:cxnLst/>
                  <a:rect l="l" t="t" r="r" b="b"/>
                  <a:pathLst>
                    <a:path w="454" h="676" extrusionOk="0">
                      <a:moveTo>
                        <a:pt x="243" y="1"/>
                      </a:moveTo>
                      <a:cubicBezTo>
                        <a:pt x="210" y="1"/>
                        <a:pt x="177" y="12"/>
                        <a:pt x="144" y="12"/>
                      </a:cubicBezTo>
                      <a:cubicBezTo>
                        <a:pt x="122" y="23"/>
                        <a:pt x="100" y="34"/>
                        <a:pt x="78" y="56"/>
                      </a:cubicBezTo>
                      <a:cubicBezTo>
                        <a:pt x="56" y="78"/>
                        <a:pt x="44" y="100"/>
                        <a:pt x="33" y="122"/>
                      </a:cubicBezTo>
                      <a:cubicBezTo>
                        <a:pt x="22" y="145"/>
                        <a:pt x="11" y="178"/>
                        <a:pt x="11" y="200"/>
                      </a:cubicBezTo>
                      <a:cubicBezTo>
                        <a:pt x="11" y="233"/>
                        <a:pt x="22" y="255"/>
                        <a:pt x="22" y="277"/>
                      </a:cubicBezTo>
                      <a:cubicBezTo>
                        <a:pt x="33" y="288"/>
                        <a:pt x="44" y="310"/>
                        <a:pt x="56" y="321"/>
                      </a:cubicBezTo>
                      <a:cubicBezTo>
                        <a:pt x="67" y="344"/>
                        <a:pt x="89" y="355"/>
                        <a:pt x="100" y="366"/>
                      </a:cubicBezTo>
                      <a:cubicBezTo>
                        <a:pt x="122" y="377"/>
                        <a:pt x="144" y="388"/>
                        <a:pt x="166" y="388"/>
                      </a:cubicBezTo>
                      <a:lnTo>
                        <a:pt x="210" y="410"/>
                      </a:lnTo>
                      <a:lnTo>
                        <a:pt x="232" y="421"/>
                      </a:lnTo>
                      <a:lnTo>
                        <a:pt x="255" y="432"/>
                      </a:lnTo>
                      <a:cubicBezTo>
                        <a:pt x="266" y="432"/>
                        <a:pt x="277" y="443"/>
                        <a:pt x="277" y="443"/>
                      </a:cubicBezTo>
                      <a:cubicBezTo>
                        <a:pt x="277" y="454"/>
                        <a:pt x="277" y="465"/>
                        <a:pt x="277" y="476"/>
                      </a:cubicBezTo>
                      <a:cubicBezTo>
                        <a:pt x="277" y="487"/>
                        <a:pt x="277" y="509"/>
                        <a:pt x="255" y="520"/>
                      </a:cubicBezTo>
                      <a:cubicBezTo>
                        <a:pt x="232" y="532"/>
                        <a:pt x="210" y="532"/>
                        <a:pt x="177" y="532"/>
                      </a:cubicBezTo>
                      <a:cubicBezTo>
                        <a:pt x="133" y="532"/>
                        <a:pt x="78" y="520"/>
                        <a:pt x="33" y="498"/>
                      </a:cubicBezTo>
                      <a:cubicBezTo>
                        <a:pt x="22" y="520"/>
                        <a:pt x="11" y="543"/>
                        <a:pt x="11" y="576"/>
                      </a:cubicBezTo>
                      <a:cubicBezTo>
                        <a:pt x="11" y="598"/>
                        <a:pt x="0" y="620"/>
                        <a:pt x="0" y="642"/>
                      </a:cubicBezTo>
                      <a:cubicBezTo>
                        <a:pt x="33" y="653"/>
                        <a:pt x="67" y="664"/>
                        <a:pt x="100" y="664"/>
                      </a:cubicBezTo>
                      <a:cubicBezTo>
                        <a:pt x="122" y="675"/>
                        <a:pt x="155" y="675"/>
                        <a:pt x="199" y="675"/>
                      </a:cubicBezTo>
                      <a:cubicBezTo>
                        <a:pt x="232" y="675"/>
                        <a:pt x="266" y="675"/>
                        <a:pt x="299" y="664"/>
                      </a:cubicBezTo>
                      <a:cubicBezTo>
                        <a:pt x="332" y="653"/>
                        <a:pt x="365" y="642"/>
                        <a:pt x="387" y="620"/>
                      </a:cubicBezTo>
                      <a:cubicBezTo>
                        <a:pt x="409" y="598"/>
                        <a:pt x="420" y="576"/>
                        <a:pt x="431" y="554"/>
                      </a:cubicBezTo>
                      <a:cubicBezTo>
                        <a:pt x="443" y="520"/>
                        <a:pt x="454" y="498"/>
                        <a:pt x="454" y="465"/>
                      </a:cubicBezTo>
                      <a:cubicBezTo>
                        <a:pt x="454" y="443"/>
                        <a:pt x="443" y="410"/>
                        <a:pt x="443" y="388"/>
                      </a:cubicBezTo>
                      <a:cubicBezTo>
                        <a:pt x="431" y="366"/>
                        <a:pt x="420" y="355"/>
                        <a:pt x="409" y="332"/>
                      </a:cubicBezTo>
                      <a:cubicBezTo>
                        <a:pt x="387" y="321"/>
                        <a:pt x="376" y="310"/>
                        <a:pt x="354" y="299"/>
                      </a:cubicBezTo>
                      <a:cubicBezTo>
                        <a:pt x="332" y="288"/>
                        <a:pt x="310" y="277"/>
                        <a:pt x="288" y="266"/>
                      </a:cubicBezTo>
                      <a:lnTo>
                        <a:pt x="243" y="244"/>
                      </a:lnTo>
                      <a:cubicBezTo>
                        <a:pt x="232" y="244"/>
                        <a:pt x="210" y="233"/>
                        <a:pt x="199" y="233"/>
                      </a:cubicBezTo>
                      <a:cubicBezTo>
                        <a:pt x="188" y="222"/>
                        <a:pt x="188" y="200"/>
                        <a:pt x="188" y="189"/>
                      </a:cubicBezTo>
                      <a:cubicBezTo>
                        <a:pt x="177" y="178"/>
                        <a:pt x="177" y="167"/>
                        <a:pt x="188" y="167"/>
                      </a:cubicBezTo>
                      <a:cubicBezTo>
                        <a:pt x="188" y="156"/>
                        <a:pt x="199" y="145"/>
                        <a:pt x="199" y="145"/>
                      </a:cubicBezTo>
                      <a:cubicBezTo>
                        <a:pt x="210" y="145"/>
                        <a:pt x="221" y="133"/>
                        <a:pt x="221" y="133"/>
                      </a:cubicBezTo>
                      <a:lnTo>
                        <a:pt x="255" y="133"/>
                      </a:lnTo>
                      <a:cubicBezTo>
                        <a:pt x="277" y="133"/>
                        <a:pt x="310" y="145"/>
                        <a:pt x="332" y="145"/>
                      </a:cubicBezTo>
                      <a:lnTo>
                        <a:pt x="387" y="167"/>
                      </a:lnTo>
                      <a:cubicBezTo>
                        <a:pt x="398" y="145"/>
                        <a:pt x="409" y="122"/>
                        <a:pt x="409" y="100"/>
                      </a:cubicBezTo>
                      <a:cubicBezTo>
                        <a:pt x="420" y="78"/>
                        <a:pt x="420" y="56"/>
                        <a:pt x="420" y="45"/>
                      </a:cubicBezTo>
                      <a:cubicBezTo>
                        <a:pt x="398" y="23"/>
                        <a:pt x="365" y="23"/>
                        <a:pt x="332" y="12"/>
                      </a:cubicBezTo>
                      <a:cubicBezTo>
                        <a:pt x="299" y="12"/>
                        <a:pt x="277" y="1"/>
                        <a:pt x="24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36"/>
                <p:cNvSpPr/>
                <p:nvPr/>
              </p:nvSpPr>
              <p:spPr>
                <a:xfrm>
                  <a:off x="562971" y="2659469"/>
                  <a:ext cx="149962" cy="209064"/>
                </a:xfrm>
                <a:custGeom>
                  <a:avLst/>
                  <a:gdLst/>
                  <a:ahLst/>
                  <a:cxnLst/>
                  <a:rect l="l" t="t" r="r" b="b"/>
                  <a:pathLst>
                    <a:path w="477" h="665" extrusionOk="0">
                      <a:moveTo>
                        <a:pt x="12" y="1"/>
                      </a:moveTo>
                      <a:cubicBezTo>
                        <a:pt x="12" y="23"/>
                        <a:pt x="1" y="45"/>
                        <a:pt x="1" y="78"/>
                      </a:cubicBezTo>
                      <a:cubicBezTo>
                        <a:pt x="1" y="100"/>
                        <a:pt x="12" y="122"/>
                        <a:pt x="12" y="145"/>
                      </a:cubicBezTo>
                      <a:lnTo>
                        <a:pt x="167" y="145"/>
                      </a:lnTo>
                      <a:lnTo>
                        <a:pt x="167" y="653"/>
                      </a:lnTo>
                      <a:cubicBezTo>
                        <a:pt x="200" y="653"/>
                        <a:pt x="222" y="664"/>
                        <a:pt x="255" y="664"/>
                      </a:cubicBezTo>
                      <a:cubicBezTo>
                        <a:pt x="277" y="664"/>
                        <a:pt x="310" y="653"/>
                        <a:pt x="332" y="653"/>
                      </a:cubicBezTo>
                      <a:lnTo>
                        <a:pt x="332" y="145"/>
                      </a:lnTo>
                      <a:lnTo>
                        <a:pt x="476" y="145"/>
                      </a:lnTo>
                      <a:cubicBezTo>
                        <a:pt x="476" y="122"/>
                        <a:pt x="476" y="100"/>
                        <a:pt x="476" y="78"/>
                      </a:cubicBezTo>
                      <a:cubicBezTo>
                        <a:pt x="476" y="67"/>
                        <a:pt x="476" y="45"/>
                        <a:pt x="476" y="45"/>
                      </a:cubicBezTo>
                      <a:lnTo>
                        <a:pt x="47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36"/>
                <p:cNvSpPr/>
                <p:nvPr/>
              </p:nvSpPr>
              <p:spPr>
                <a:xfrm>
                  <a:off x="722993" y="2655068"/>
                  <a:ext cx="181086" cy="214409"/>
                </a:xfrm>
                <a:custGeom>
                  <a:avLst/>
                  <a:gdLst/>
                  <a:ahLst/>
                  <a:cxnLst/>
                  <a:rect l="l" t="t" r="r" b="b"/>
                  <a:pathLst>
                    <a:path w="576" h="682" extrusionOk="0">
                      <a:moveTo>
                        <a:pt x="288" y="148"/>
                      </a:moveTo>
                      <a:cubicBezTo>
                        <a:pt x="365" y="148"/>
                        <a:pt x="398" y="203"/>
                        <a:pt x="398" y="347"/>
                      </a:cubicBezTo>
                      <a:cubicBezTo>
                        <a:pt x="398" y="479"/>
                        <a:pt x="365" y="546"/>
                        <a:pt x="288" y="546"/>
                      </a:cubicBezTo>
                      <a:cubicBezTo>
                        <a:pt x="244" y="546"/>
                        <a:pt x="210" y="523"/>
                        <a:pt x="199" y="490"/>
                      </a:cubicBezTo>
                      <a:cubicBezTo>
                        <a:pt x="177" y="446"/>
                        <a:pt x="166" y="391"/>
                        <a:pt x="166" y="347"/>
                      </a:cubicBezTo>
                      <a:cubicBezTo>
                        <a:pt x="166" y="214"/>
                        <a:pt x="210" y="148"/>
                        <a:pt x="288" y="148"/>
                      </a:cubicBezTo>
                      <a:close/>
                      <a:moveTo>
                        <a:pt x="286" y="1"/>
                      </a:moveTo>
                      <a:cubicBezTo>
                        <a:pt x="244" y="1"/>
                        <a:pt x="199" y="9"/>
                        <a:pt x="155" y="26"/>
                      </a:cubicBezTo>
                      <a:cubicBezTo>
                        <a:pt x="122" y="48"/>
                        <a:pt x="89" y="70"/>
                        <a:pt x="67" y="103"/>
                      </a:cubicBezTo>
                      <a:cubicBezTo>
                        <a:pt x="45" y="125"/>
                        <a:pt x="22" y="170"/>
                        <a:pt x="11" y="203"/>
                      </a:cubicBezTo>
                      <a:cubicBezTo>
                        <a:pt x="0" y="247"/>
                        <a:pt x="0" y="302"/>
                        <a:pt x="0" y="347"/>
                      </a:cubicBezTo>
                      <a:cubicBezTo>
                        <a:pt x="0" y="391"/>
                        <a:pt x="0" y="435"/>
                        <a:pt x="11" y="479"/>
                      </a:cubicBezTo>
                      <a:cubicBezTo>
                        <a:pt x="22" y="523"/>
                        <a:pt x="45" y="557"/>
                        <a:pt x="67" y="590"/>
                      </a:cubicBezTo>
                      <a:cubicBezTo>
                        <a:pt x="89" y="623"/>
                        <a:pt x="122" y="645"/>
                        <a:pt x="155" y="656"/>
                      </a:cubicBezTo>
                      <a:cubicBezTo>
                        <a:pt x="199" y="673"/>
                        <a:pt x="244" y="681"/>
                        <a:pt x="286" y="681"/>
                      </a:cubicBezTo>
                      <a:cubicBezTo>
                        <a:pt x="329" y="681"/>
                        <a:pt x="371" y="673"/>
                        <a:pt x="409" y="656"/>
                      </a:cubicBezTo>
                      <a:cubicBezTo>
                        <a:pt x="454" y="645"/>
                        <a:pt x="476" y="623"/>
                        <a:pt x="498" y="590"/>
                      </a:cubicBezTo>
                      <a:cubicBezTo>
                        <a:pt x="531" y="557"/>
                        <a:pt x="542" y="523"/>
                        <a:pt x="553" y="479"/>
                      </a:cubicBezTo>
                      <a:cubicBezTo>
                        <a:pt x="564" y="435"/>
                        <a:pt x="575" y="391"/>
                        <a:pt x="575" y="347"/>
                      </a:cubicBezTo>
                      <a:cubicBezTo>
                        <a:pt x="575" y="302"/>
                        <a:pt x="564" y="247"/>
                        <a:pt x="553" y="203"/>
                      </a:cubicBezTo>
                      <a:cubicBezTo>
                        <a:pt x="542" y="170"/>
                        <a:pt x="531" y="125"/>
                        <a:pt x="498" y="103"/>
                      </a:cubicBezTo>
                      <a:cubicBezTo>
                        <a:pt x="476" y="70"/>
                        <a:pt x="454" y="48"/>
                        <a:pt x="409" y="26"/>
                      </a:cubicBezTo>
                      <a:cubicBezTo>
                        <a:pt x="371" y="9"/>
                        <a:pt x="329" y="1"/>
                        <a:pt x="28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36"/>
                <p:cNvSpPr/>
                <p:nvPr/>
              </p:nvSpPr>
              <p:spPr>
                <a:xfrm>
                  <a:off x="931430" y="2659469"/>
                  <a:ext cx="143045" cy="212523"/>
                </a:xfrm>
                <a:custGeom>
                  <a:avLst/>
                  <a:gdLst/>
                  <a:ahLst/>
                  <a:cxnLst/>
                  <a:rect l="l" t="t" r="r" b="b"/>
                  <a:pathLst>
                    <a:path w="455" h="676" extrusionOk="0">
                      <a:moveTo>
                        <a:pt x="233" y="134"/>
                      </a:moveTo>
                      <a:cubicBezTo>
                        <a:pt x="244" y="134"/>
                        <a:pt x="255" y="145"/>
                        <a:pt x="266" y="145"/>
                      </a:cubicBezTo>
                      <a:cubicBezTo>
                        <a:pt x="277" y="156"/>
                        <a:pt x="277" y="167"/>
                        <a:pt x="288" y="178"/>
                      </a:cubicBezTo>
                      <a:cubicBezTo>
                        <a:pt x="288" y="189"/>
                        <a:pt x="288" y="211"/>
                        <a:pt x="288" y="222"/>
                      </a:cubicBezTo>
                      <a:cubicBezTo>
                        <a:pt x="288" y="271"/>
                        <a:pt x="253" y="312"/>
                        <a:pt x="214" y="312"/>
                      </a:cubicBezTo>
                      <a:cubicBezTo>
                        <a:pt x="209" y="312"/>
                        <a:pt x="204" y="312"/>
                        <a:pt x="200" y="310"/>
                      </a:cubicBezTo>
                      <a:lnTo>
                        <a:pt x="156" y="310"/>
                      </a:lnTo>
                      <a:lnTo>
                        <a:pt x="167" y="134"/>
                      </a:lnTo>
                      <a:close/>
                      <a:moveTo>
                        <a:pt x="67" y="1"/>
                      </a:moveTo>
                      <a:lnTo>
                        <a:pt x="1" y="12"/>
                      </a:lnTo>
                      <a:lnTo>
                        <a:pt x="1" y="664"/>
                      </a:lnTo>
                      <a:cubicBezTo>
                        <a:pt x="23" y="664"/>
                        <a:pt x="45" y="675"/>
                        <a:pt x="78" y="675"/>
                      </a:cubicBezTo>
                      <a:lnTo>
                        <a:pt x="111" y="675"/>
                      </a:lnTo>
                      <a:cubicBezTo>
                        <a:pt x="122" y="675"/>
                        <a:pt x="145" y="664"/>
                        <a:pt x="156" y="664"/>
                      </a:cubicBezTo>
                      <a:lnTo>
                        <a:pt x="156" y="454"/>
                      </a:lnTo>
                      <a:lnTo>
                        <a:pt x="211" y="454"/>
                      </a:lnTo>
                      <a:cubicBezTo>
                        <a:pt x="244" y="454"/>
                        <a:pt x="266" y="454"/>
                        <a:pt x="299" y="443"/>
                      </a:cubicBezTo>
                      <a:cubicBezTo>
                        <a:pt x="321" y="432"/>
                        <a:pt x="355" y="421"/>
                        <a:pt x="377" y="410"/>
                      </a:cubicBezTo>
                      <a:cubicBezTo>
                        <a:pt x="399" y="388"/>
                        <a:pt x="410" y="366"/>
                        <a:pt x="421" y="344"/>
                      </a:cubicBezTo>
                      <a:cubicBezTo>
                        <a:pt x="454" y="266"/>
                        <a:pt x="454" y="189"/>
                        <a:pt x="421" y="111"/>
                      </a:cubicBezTo>
                      <a:cubicBezTo>
                        <a:pt x="410" y="89"/>
                        <a:pt x="388" y="56"/>
                        <a:pt x="355" y="45"/>
                      </a:cubicBezTo>
                      <a:cubicBezTo>
                        <a:pt x="333" y="23"/>
                        <a:pt x="299" y="12"/>
                        <a:pt x="266" y="12"/>
                      </a:cubicBezTo>
                      <a:cubicBezTo>
                        <a:pt x="233" y="1"/>
                        <a:pt x="211" y="1"/>
                        <a:pt x="17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2" name="Google Shape;812;p29">
            <a:extLst>
              <a:ext uri="{FF2B5EF4-FFF2-40B4-BE49-F238E27FC236}">
                <a16:creationId xmlns:a16="http://schemas.microsoft.com/office/drawing/2014/main" id="{C65D7641-4F28-D65D-4E5F-4B954156BD47}"/>
              </a:ext>
            </a:extLst>
          </p:cNvPr>
          <p:cNvSpPr txBox="1">
            <a:spLocks/>
          </p:cNvSpPr>
          <p:nvPr/>
        </p:nvSpPr>
        <p:spPr>
          <a:xfrm>
            <a:off x="1036509" y="1156050"/>
            <a:ext cx="1268400" cy="1269600"/>
          </a:xfrm>
          <a:prstGeom prst="rect">
            <a:avLst/>
          </a:prstGeom>
          <a:solidFill>
            <a:schemeClr val="accent4"/>
          </a:solidFill>
          <a:ln>
            <a:solidFill>
              <a:schemeClr val="accent4">
                <a:lumMod val="75000"/>
              </a:schemeClr>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6000" dirty="0">
                <a:solidFill>
                  <a:schemeClr val="bg1"/>
                </a:solidFill>
                <a:latin typeface="Nova Square" panose="020B0604020202020204" charset="0"/>
              </a:rPr>
              <a:t>03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214"/>
                                        </p:tgtEl>
                                        <p:attrNameLst>
                                          <p:attrName>style.visibility</p:attrName>
                                        </p:attrNameLst>
                                      </p:cBhvr>
                                      <p:to>
                                        <p:strVal val="visible"/>
                                      </p:to>
                                    </p:set>
                                    <p:anim calcmode="lin" valueType="num">
                                      <p:cBhvr additive="base">
                                        <p:cTn id="12" dur="500" fill="hold"/>
                                        <p:tgtEl>
                                          <p:spTgt spid="1214"/>
                                        </p:tgtEl>
                                        <p:attrNameLst>
                                          <p:attrName>ppt_x</p:attrName>
                                        </p:attrNameLst>
                                      </p:cBhvr>
                                      <p:tavLst>
                                        <p:tav tm="0">
                                          <p:val>
                                            <p:strVal val="#ppt_x"/>
                                          </p:val>
                                        </p:tav>
                                        <p:tav tm="100000">
                                          <p:val>
                                            <p:strVal val="#ppt_x"/>
                                          </p:val>
                                        </p:tav>
                                      </p:tavLst>
                                    </p:anim>
                                    <p:anim calcmode="lin" valueType="num">
                                      <p:cBhvr additive="base">
                                        <p:cTn id="13" dur="500" fill="hold"/>
                                        <p:tgtEl>
                                          <p:spTgt spid="121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1215"/>
                                        </p:tgtEl>
                                        <p:attrNameLst>
                                          <p:attrName>style.visibility</p:attrName>
                                        </p:attrNameLst>
                                      </p:cBhvr>
                                      <p:to>
                                        <p:strVal val="visible"/>
                                      </p:to>
                                    </p:set>
                                    <p:animEffect transition="in" filter="fade">
                                      <p:cBhvr>
                                        <p:cTn id="18" dur="1000"/>
                                        <p:tgtEl>
                                          <p:spTgt spid="1215"/>
                                        </p:tgtEl>
                                      </p:cBhvr>
                                    </p:animEffect>
                                    <p:anim calcmode="lin" valueType="num">
                                      <p:cBhvr>
                                        <p:cTn id="19" dur="1000" fill="hold"/>
                                        <p:tgtEl>
                                          <p:spTgt spid="1215"/>
                                        </p:tgtEl>
                                        <p:attrNameLst>
                                          <p:attrName>ppt_x</p:attrName>
                                        </p:attrNameLst>
                                      </p:cBhvr>
                                      <p:tavLst>
                                        <p:tav tm="0">
                                          <p:val>
                                            <p:strVal val="#ppt_x"/>
                                          </p:val>
                                        </p:tav>
                                        <p:tav tm="100000">
                                          <p:val>
                                            <p:strVal val="#ppt_x"/>
                                          </p:val>
                                        </p:tav>
                                      </p:tavLst>
                                    </p:anim>
                                    <p:anim calcmode="lin" valueType="num">
                                      <p:cBhvr>
                                        <p:cTn id="20" dur="1000" fill="hold"/>
                                        <p:tgtEl>
                                          <p:spTgt spid="12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4" grpId="0" animBg="1"/>
      <p:bldP spid="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16">
          <a:extLst>
            <a:ext uri="{FF2B5EF4-FFF2-40B4-BE49-F238E27FC236}">
              <a16:creationId xmlns:a16="http://schemas.microsoft.com/office/drawing/2014/main" id="{15ACDBD8-D6A6-07B4-D476-0EEDA0136166}"/>
            </a:ext>
          </a:extLst>
        </p:cNvPr>
        <p:cNvGrpSpPr/>
        <p:nvPr/>
      </p:nvGrpSpPr>
      <p:grpSpPr>
        <a:xfrm>
          <a:off x="0" y="0"/>
          <a:ext cx="0" cy="0"/>
          <a:chOff x="0" y="0"/>
          <a:chExt cx="0" cy="0"/>
        </a:xfrm>
      </p:grpSpPr>
      <p:sp>
        <p:nvSpPr>
          <p:cNvPr id="1017" name="Google Shape;1017;p31">
            <a:extLst>
              <a:ext uri="{FF2B5EF4-FFF2-40B4-BE49-F238E27FC236}">
                <a16:creationId xmlns:a16="http://schemas.microsoft.com/office/drawing/2014/main" id="{1FCC83B7-A144-967A-2AC9-2ED191F2A4DF}"/>
              </a:ext>
            </a:extLst>
          </p:cNvPr>
          <p:cNvSpPr txBox="1">
            <a:spLocks noGrp="1"/>
          </p:cNvSpPr>
          <p:nvPr>
            <p:ph type="title"/>
          </p:nvPr>
        </p:nvSpPr>
        <p:spPr>
          <a:xfrm>
            <a:off x="720000" y="334125"/>
            <a:ext cx="7704000" cy="683700"/>
          </a:xfrm>
          <a:prstGeom prst="rect">
            <a:avLst/>
          </a:prstGeom>
        </p:spPr>
        <p:txBody>
          <a:bodyPr spcFirstLastPara="1" wrap="square" lIns="91425" tIns="91425" rIns="91425" bIns="91425" anchor="t" anchorCtr="0">
            <a:noAutofit/>
          </a:bodyPr>
          <a:lstStyle/>
          <a:p>
            <a:pPr lvl="0"/>
            <a:r>
              <a:rPr lang="en-US" dirty="0"/>
              <a:t>Star Schema</a:t>
            </a:r>
            <a:endParaRPr dirty="0"/>
          </a:p>
        </p:txBody>
      </p:sp>
      <p:sp>
        <p:nvSpPr>
          <p:cNvPr id="1033" name="Google Shape;1033;p31">
            <a:extLst>
              <a:ext uri="{FF2B5EF4-FFF2-40B4-BE49-F238E27FC236}">
                <a16:creationId xmlns:a16="http://schemas.microsoft.com/office/drawing/2014/main" id="{E9F2661A-129B-D9B8-48D1-AA0BBD43AB07}"/>
              </a:ext>
            </a:extLst>
          </p:cNvPr>
          <p:cNvSpPr/>
          <p:nvPr/>
        </p:nvSpPr>
        <p:spPr>
          <a:xfrm>
            <a:off x="7983188" y="4308475"/>
            <a:ext cx="1045527" cy="217225"/>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31">
            <a:extLst>
              <a:ext uri="{FF2B5EF4-FFF2-40B4-BE49-F238E27FC236}">
                <a16:creationId xmlns:a16="http://schemas.microsoft.com/office/drawing/2014/main" id="{FAE0669F-62CE-D35D-5109-13B380D31415}"/>
              </a:ext>
            </a:extLst>
          </p:cNvPr>
          <p:cNvSpPr/>
          <p:nvPr/>
        </p:nvSpPr>
        <p:spPr>
          <a:xfrm flipH="1">
            <a:off x="6302850" y="4104413"/>
            <a:ext cx="1550376" cy="429723"/>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 name="Picture 10">
            <a:extLst>
              <a:ext uri="{FF2B5EF4-FFF2-40B4-BE49-F238E27FC236}">
                <a16:creationId xmlns:a16="http://schemas.microsoft.com/office/drawing/2014/main" id="{7BD4DFF2-A6FF-54E0-1471-D22A082EE4BE}"/>
              </a:ext>
            </a:extLst>
          </p:cNvPr>
          <p:cNvPicPr>
            <a:picLocks noChangeAspect="1"/>
          </p:cNvPicPr>
          <p:nvPr/>
        </p:nvPicPr>
        <p:blipFill>
          <a:blip r:embed="rId3"/>
          <a:stretch>
            <a:fillRect/>
          </a:stretch>
        </p:blipFill>
        <p:spPr>
          <a:xfrm>
            <a:off x="1095829" y="1081313"/>
            <a:ext cx="7328171" cy="3522218"/>
          </a:xfrm>
          <a:prstGeom prst="rect">
            <a:avLst/>
          </a:prstGeom>
          <a:ln>
            <a:noFill/>
          </a:ln>
          <a:effectLst>
            <a:softEdge rad="112500"/>
          </a:effectLst>
        </p:spPr>
      </p:pic>
    </p:spTree>
    <p:extLst>
      <p:ext uri="{BB962C8B-B14F-4D97-AF65-F5344CB8AC3E}">
        <p14:creationId xmlns:p14="http://schemas.microsoft.com/office/powerpoint/2010/main" val="2615907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17"/>
                                        </p:tgtEl>
                                        <p:attrNameLst>
                                          <p:attrName>style.visibility</p:attrName>
                                        </p:attrNameLst>
                                      </p:cBhvr>
                                      <p:to>
                                        <p:strVal val="visible"/>
                                      </p:to>
                                    </p:set>
                                    <p:animEffect transition="in" filter="fade">
                                      <p:cBhvr>
                                        <p:cTn id="7" dur="1000"/>
                                        <p:tgtEl>
                                          <p:spTgt spid="1017"/>
                                        </p:tgtEl>
                                      </p:cBhvr>
                                    </p:animEffect>
                                    <p:anim calcmode="lin" valueType="num">
                                      <p:cBhvr>
                                        <p:cTn id="8" dur="1000" fill="hold"/>
                                        <p:tgtEl>
                                          <p:spTgt spid="1017"/>
                                        </p:tgtEl>
                                        <p:attrNameLst>
                                          <p:attrName>ppt_x</p:attrName>
                                        </p:attrNameLst>
                                      </p:cBhvr>
                                      <p:tavLst>
                                        <p:tav tm="0">
                                          <p:val>
                                            <p:strVal val="#ppt_x"/>
                                          </p:val>
                                        </p:tav>
                                        <p:tav tm="100000">
                                          <p:val>
                                            <p:strVal val="#ppt_x"/>
                                          </p:val>
                                        </p:tav>
                                      </p:tavLst>
                                    </p:anim>
                                    <p:anim calcmode="lin" valueType="num">
                                      <p:cBhvr>
                                        <p:cTn id="9" dur="1000" fill="hold"/>
                                        <p:tgtEl>
                                          <p:spTgt spid="10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barn(inVertical)">
                                      <p:cBhvr>
                                        <p:cTn id="1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47">
          <a:extLst>
            <a:ext uri="{FF2B5EF4-FFF2-40B4-BE49-F238E27FC236}">
              <a16:creationId xmlns:a16="http://schemas.microsoft.com/office/drawing/2014/main" id="{906CE168-AA38-7D7A-AF9C-A3B1D96BB406}"/>
            </a:ext>
          </a:extLst>
        </p:cNvPr>
        <p:cNvGrpSpPr/>
        <p:nvPr/>
      </p:nvGrpSpPr>
      <p:grpSpPr>
        <a:xfrm>
          <a:off x="0" y="0"/>
          <a:ext cx="0" cy="0"/>
          <a:chOff x="0" y="0"/>
          <a:chExt cx="0" cy="0"/>
        </a:xfrm>
      </p:grpSpPr>
      <p:sp>
        <p:nvSpPr>
          <p:cNvPr id="1148" name="Google Shape;1148;p34">
            <a:extLst>
              <a:ext uri="{FF2B5EF4-FFF2-40B4-BE49-F238E27FC236}">
                <a16:creationId xmlns:a16="http://schemas.microsoft.com/office/drawing/2014/main" id="{5F3E84BA-2085-1197-DA6E-BCE66EA8F0DA}"/>
              </a:ext>
            </a:extLst>
          </p:cNvPr>
          <p:cNvSpPr txBox="1">
            <a:spLocks noGrp="1"/>
          </p:cNvSpPr>
          <p:nvPr>
            <p:ph type="title"/>
          </p:nvPr>
        </p:nvSpPr>
        <p:spPr>
          <a:xfrm>
            <a:off x="720000" y="217165"/>
            <a:ext cx="7704000" cy="683700"/>
          </a:xfrm>
          <a:prstGeom prst="rect">
            <a:avLst/>
          </a:prstGeom>
        </p:spPr>
        <p:txBody>
          <a:bodyPr spcFirstLastPara="1" wrap="square" lIns="91425" tIns="91425" rIns="91425" bIns="91425" anchor="t" anchorCtr="0">
            <a:noAutofit/>
          </a:bodyPr>
          <a:lstStyle/>
          <a:p>
            <a:pPr lvl="0"/>
            <a:r>
              <a:rPr lang="en-US" u="sng" dirty="0"/>
              <a:t>Railway Fact Table</a:t>
            </a:r>
            <a:endParaRPr u="sng" dirty="0"/>
          </a:p>
        </p:txBody>
      </p:sp>
      <p:sp>
        <p:nvSpPr>
          <p:cNvPr id="1150" name="Google Shape;1150;p34">
            <a:extLst>
              <a:ext uri="{FF2B5EF4-FFF2-40B4-BE49-F238E27FC236}">
                <a16:creationId xmlns:a16="http://schemas.microsoft.com/office/drawing/2014/main" id="{0134DAE0-3BD9-2D1F-1787-517ECB201C14}"/>
              </a:ext>
            </a:extLst>
          </p:cNvPr>
          <p:cNvSpPr/>
          <p:nvPr/>
        </p:nvSpPr>
        <p:spPr>
          <a:xfrm flipH="1">
            <a:off x="7379053" y="4629957"/>
            <a:ext cx="1852422" cy="513550"/>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1" name="Google Shape;1151;p34">
            <a:extLst>
              <a:ext uri="{FF2B5EF4-FFF2-40B4-BE49-F238E27FC236}">
                <a16:creationId xmlns:a16="http://schemas.microsoft.com/office/drawing/2014/main" id="{94FF21E3-DDD0-BA77-8DB5-68B91767E8CD}"/>
              </a:ext>
            </a:extLst>
          </p:cNvPr>
          <p:cNvGrpSpPr/>
          <p:nvPr/>
        </p:nvGrpSpPr>
        <p:grpSpPr>
          <a:xfrm rot="5400000">
            <a:off x="-361547" y="3902218"/>
            <a:ext cx="1686810" cy="795739"/>
            <a:chOff x="7486078" y="1255168"/>
            <a:chExt cx="1686810" cy="795739"/>
          </a:xfrm>
        </p:grpSpPr>
        <p:sp>
          <p:nvSpPr>
            <p:cNvPr id="1152" name="Google Shape;1152;p34">
              <a:extLst>
                <a:ext uri="{FF2B5EF4-FFF2-40B4-BE49-F238E27FC236}">
                  <a16:creationId xmlns:a16="http://schemas.microsoft.com/office/drawing/2014/main" id="{32EB00A5-8FBF-B490-2CCF-DE183D11DCF7}"/>
                </a:ext>
              </a:extLst>
            </p:cNvPr>
            <p:cNvSpPr/>
            <p:nvPr/>
          </p:nvSpPr>
          <p:spPr>
            <a:xfrm rot="-5400000">
              <a:off x="8462831" y="1079222"/>
              <a:ext cx="85680" cy="1051573"/>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34">
              <a:extLst>
                <a:ext uri="{FF2B5EF4-FFF2-40B4-BE49-F238E27FC236}">
                  <a16:creationId xmlns:a16="http://schemas.microsoft.com/office/drawing/2014/main" id="{0F31FBA8-C03C-D0C0-29EA-141A57E782C4}"/>
                </a:ext>
              </a:extLst>
            </p:cNvPr>
            <p:cNvSpPr/>
            <p:nvPr/>
          </p:nvSpPr>
          <p:spPr>
            <a:xfrm rot="-5400000">
              <a:off x="8484190" y="1057862"/>
              <a:ext cx="42961" cy="1051573"/>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4">
              <a:extLst>
                <a:ext uri="{FF2B5EF4-FFF2-40B4-BE49-F238E27FC236}">
                  <a16:creationId xmlns:a16="http://schemas.microsoft.com/office/drawing/2014/main" id="{F22470F1-C51E-5D72-7E1E-6D57141E62E9}"/>
                </a:ext>
              </a:extLst>
            </p:cNvPr>
            <p:cNvSpPr/>
            <p:nvPr/>
          </p:nvSpPr>
          <p:spPr>
            <a:xfrm rot="-5400000">
              <a:off x="8136884" y="1575805"/>
              <a:ext cx="85680" cy="58407"/>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34">
              <a:extLst>
                <a:ext uri="{FF2B5EF4-FFF2-40B4-BE49-F238E27FC236}">
                  <a16:creationId xmlns:a16="http://schemas.microsoft.com/office/drawing/2014/main" id="{E7A600A3-9082-E2B8-F122-4017C347C17C}"/>
                </a:ext>
              </a:extLst>
            </p:cNvPr>
            <p:cNvSpPr/>
            <p:nvPr/>
          </p:nvSpPr>
          <p:spPr>
            <a:xfrm rot="-5400000">
              <a:off x="8803015" y="1534051"/>
              <a:ext cx="600726" cy="139019"/>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34">
              <a:extLst>
                <a:ext uri="{FF2B5EF4-FFF2-40B4-BE49-F238E27FC236}">
                  <a16:creationId xmlns:a16="http://schemas.microsoft.com/office/drawing/2014/main" id="{A64123BD-91E2-2498-2C20-6715E3159102}"/>
                </a:ext>
              </a:extLst>
            </p:cNvPr>
            <p:cNvSpPr/>
            <p:nvPr/>
          </p:nvSpPr>
          <p:spPr>
            <a:xfrm rot="-5400000">
              <a:off x="7430446" y="1310800"/>
              <a:ext cx="779569" cy="66830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4">
              <a:extLst>
                <a:ext uri="{FF2B5EF4-FFF2-40B4-BE49-F238E27FC236}">
                  <a16:creationId xmlns:a16="http://schemas.microsoft.com/office/drawing/2014/main" id="{F4751DA5-1EA9-AD23-DA8D-47F7A50048E2}"/>
                </a:ext>
              </a:extLst>
            </p:cNvPr>
            <p:cNvSpPr/>
            <p:nvPr/>
          </p:nvSpPr>
          <p:spPr>
            <a:xfrm rot="-5400000">
              <a:off x="7461098" y="1349417"/>
              <a:ext cx="718265" cy="615208"/>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4">
              <a:extLst>
                <a:ext uri="{FF2B5EF4-FFF2-40B4-BE49-F238E27FC236}">
                  <a16:creationId xmlns:a16="http://schemas.microsoft.com/office/drawing/2014/main" id="{97C8FC6F-A682-BE28-721B-FAFDF8D4D28D}"/>
                </a:ext>
              </a:extLst>
            </p:cNvPr>
            <p:cNvSpPr/>
            <p:nvPr/>
          </p:nvSpPr>
          <p:spPr>
            <a:xfrm rot="-5400000">
              <a:off x="7430688" y="1326729"/>
              <a:ext cx="779569" cy="668788"/>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34">
              <a:extLst>
                <a:ext uri="{FF2B5EF4-FFF2-40B4-BE49-F238E27FC236}">
                  <a16:creationId xmlns:a16="http://schemas.microsoft.com/office/drawing/2014/main" id="{1146D4D0-6C1B-AB78-EDA4-0047B13846D8}"/>
                </a:ext>
              </a:extLst>
            </p:cNvPr>
            <p:cNvSpPr/>
            <p:nvPr/>
          </p:nvSpPr>
          <p:spPr>
            <a:xfrm rot="5400000" flipH="1">
              <a:off x="7557667" y="1340997"/>
              <a:ext cx="525000" cy="525000"/>
            </a:xfrm>
            <a:prstGeom prst="mathMultiply">
              <a:avLst>
                <a:gd name="adj1" fmla="val 1275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 name="Google Shape;2115;p43">
            <a:extLst>
              <a:ext uri="{FF2B5EF4-FFF2-40B4-BE49-F238E27FC236}">
                <a16:creationId xmlns:a16="http://schemas.microsoft.com/office/drawing/2014/main" id="{FEA5296B-C106-EAFA-101C-217F49F0E44B}"/>
              </a:ext>
            </a:extLst>
          </p:cNvPr>
          <p:cNvGrpSpPr/>
          <p:nvPr/>
        </p:nvGrpSpPr>
        <p:grpSpPr>
          <a:xfrm>
            <a:off x="4512952" y="3993004"/>
            <a:ext cx="4362149" cy="1150499"/>
            <a:chOff x="5561503" y="3453500"/>
            <a:chExt cx="4725912" cy="1150499"/>
          </a:xfrm>
        </p:grpSpPr>
        <p:sp>
          <p:nvSpPr>
            <p:cNvPr id="5" name="Google Shape;2116;p43">
              <a:extLst>
                <a:ext uri="{FF2B5EF4-FFF2-40B4-BE49-F238E27FC236}">
                  <a16:creationId xmlns:a16="http://schemas.microsoft.com/office/drawing/2014/main" id="{8F9E8398-4530-895E-97D0-DBA0DD4F0F00}"/>
                </a:ext>
              </a:extLst>
            </p:cNvPr>
            <p:cNvSpPr/>
            <p:nvPr/>
          </p:nvSpPr>
          <p:spPr>
            <a:xfrm>
              <a:off x="7421794" y="3506229"/>
              <a:ext cx="453576" cy="36243"/>
            </a:xfrm>
            <a:custGeom>
              <a:avLst/>
              <a:gdLst/>
              <a:ahLst/>
              <a:cxnLst/>
              <a:rect l="l" t="t" r="r" b="b"/>
              <a:pathLst>
                <a:path w="3329" h="266" extrusionOk="0">
                  <a:moveTo>
                    <a:pt x="0" y="1"/>
                  </a:moveTo>
                  <a:lnTo>
                    <a:pt x="0" y="266"/>
                  </a:lnTo>
                  <a:lnTo>
                    <a:pt x="3329" y="266"/>
                  </a:lnTo>
                  <a:lnTo>
                    <a:pt x="3329" y="1"/>
                  </a:lnTo>
                  <a:close/>
                </a:path>
              </a:pathLst>
            </a:custGeom>
            <a:solidFill>
              <a:srgbClr val="A72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2117;p43">
              <a:extLst>
                <a:ext uri="{FF2B5EF4-FFF2-40B4-BE49-F238E27FC236}">
                  <a16:creationId xmlns:a16="http://schemas.microsoft.com/office/drawing/2014/main" id="{5242DFD8-B0E1-8C3E-D78C-A588FA8CD177}"/>
                </a:ext>
              </a:extLst>
            </p:cNvPr>
            <p:cNvSpPr/>
            <p:nvPr/>
          </p:nvSpPr>
          <p:spPr>
            <a:xfrm>
              <a:off x="7682442" y="4157098"/>
              <a:ext cx="256150" cy="66354"/>
            </a:xfrm>
            <a:custGeom>
              <a:avLst/>
              <a:gdLst/>
              <a:ahLst/>
              <a:cxnLst/>
              <a:rect l="l" t="t" r="r" b="b"/>
              <a:pathLst>
                <a:path w="1880" h="487" extrusionOk="0">
                  <a:moveTo>
                    <a:pt x="0" y="0"/>
                  </a:moveTo>
                  <a:lnTo>
                    <a:pt x="0" y="487"/>
                  </a:lnTo>
                  <a:lnTo>
                    <a:pt x="1880" y="487"/>
                  </a:lnTo>
                  <a:lnTo>
                    <a:pt x="188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2118;p43">
              <a:extLst>
                <a:ext uri="{FF2B5EF4-FFF2-40B4-BE49-F238E27FC236}">
                  <a16:creationId xmlns:a16="http://schemas.microsoft.com/office/drawing/2014/main" id="{0251036B-5CF3-4D16-986F-31E52FE91E98}"/>
                </a:ext>
              </a:extLst>
            </p:cNvPr>
            <p:cNvSpPr/>
            <p:nvPr/>
          </p:nvSpPr>
          <p:spPr>
            <a:xfrm>
              <a:off x="6148669" y="4173721"/>
              <a:ext cx="1625735" cy="322504"/>
            </a:xfrm>
            <a:custGeom>
              <a:avLst/>
              <a:gdLst/>
              <a:ahLst/>
              <a:cxnLst/>
              <a:rect l="l" t="t" r="r" b="b"/>
              <a:pathLst>
                <a:path w="11932" h="2367" extrusionOk="0">
                  <a:moveTo>
                    <a:pt x="1" y="0"/>
                  </a:moveTo>
                  <a:lnTo>
                    <a:pt x="1" y="2366"/>
                  </a:lnTo>
                  <a:lnTo>
                    <a:pt x="11932" y="2366"/>
                  </a:lnTo>
                  <a:lnTo>
                    <a:pt x="1193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119;p43">
              <a:extLst>
                <a:ext uri="{FF2B5EF4-FFF2-40B4-BE49-F238E27FC236}">
                  <a16:creationId xmlns:a16="http://schemas.microsoft.com/office/drawing/2014/main" id="{7D8CE8B2-F181-74F8-6592-CB0F3F65DC95}"/>
                </a:ext>
              </a:extLst>
            </p:cNvPr>
            <p:cNvSpPr/>
            <p:nvPr/>
          </p:nvSpPr>
          <p:spPr>
            <a:xfrm>
              <a:off x="7381056" y="4095377"/>
              <a:ext cx="535054" cy="33245"/>
            </a:xfrm>
            <a:custGeom>
              <a:avLst/>
              <a:gdLst/>
              <a:ahLst/>
              <a:cxnLst/>
              <a:rect l="l" t="t" r="r" b="b"/>
              <a:pathLst>
                <a:path w="3927" h="244" extrusionOk="0">
                  <a:moveTo>
                    <a:pt x="1" y="0"/>
                  </a:moveTo>
                  <a:lnTo>
                    <a:pt x="1" y="243"/>
                  </a:lnTo>
                  <a:lnTo>
                    <a:pt x="3926" y="243"/>
                  </a:lnTo>
                  <a:lnTo>
                    <a:pt x="39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120;p43">
              <a:extLst>
                <a:ext uri="{FF2B5EF4-FFF2-40B4-BE49-F238E27FC236}">
                  <a16:creationId xmlns:a16="http://schemas.microsoft.com/office/drawing/2014/main" id="{FC162FBF-072A-4EAA-6D22-1A1D67E9B953}"/>
                </a:ext>
              </a:extLst>
            </p:cNvPr>
            <p:cNvSpPr/>
            <p:nvPr/>
          </p:nvSpPr>
          <p:spPr>
            <a:xfrm>
              <a:off x="7381056" y="3572583"/>
              <a:ext cx="324139" cy="363106"/>
            </a:xfrm>
            <a:custGeom>
              <a:avLst/>
              <a:gdLst/>
              <a:ahLst/>
              <a:cxnLst/>
              <a:rect l="l" t="t" r="r" b="b"/>
              <a:pathLst>
                <a:path w="2379" h="2665" extrusionOk="0">
                  <a:moveTo>
                    <a:pt x="1" y="0"/>
                  </a:moveTo>
                  <a:lnTo>
                    <a:pt x="1" y="2665"/>
                  </a:lnTo>
                  <a:lnTo>
                    <a:pt x="2378" y="2665"/>
                  </a:lnTo>
                  <a:lnTo>
                    <a:pt x="237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121;p43">
              <a:extLst>
                <a:ext uri="{FF2B5EF4-FFF2-40B4-BE49-F238E27FC236}">
                  <a16:creationId xmlns:a16="http://schemas.microsoft.com/office/drawing/2014/main" id="{A8114168-C0A0-946F-7CA1-A92041EC4936}"/>
                </a:ext>
              </a:extLst>
            </p:cNvPr>
            <p:cNvSpPr/>
            <p:nvPr/>
          </p:nvSpPr>
          <p:spPr>
            <a:xfrm>
              <a:off x="6228512" y="3789494"/>
              <a:ext cx="1152675" cy="339126"/>
            </a:xfrm>
            <a:custGeom>
              <a:avLst/>
              <a:gdLst/>
              <a:ahLst/>
              <a:cxnLst/>
              <a:rect l="l" t="t" r="r" b="b"/>
              <a:pathLst>
                <a:path w="8460" h="2489" extrusionOk="0">
                  <a:moveTo>
                    <a:pt x="1" y="0"/>
                  </a:moveTo>
                  <a:lnTo>
                    <a:pt x="1" y="2488"/>
                  </a:lnTo>
                  <a:lnTo>
                    <a:pt x="8460" y="2488"/>
                  </a:lnTo>
                  <a:lnTo>
                    <a:pt x="846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122;p43">
              <a:extLst>
                <a:ext uri="{FF2B5EF4-FFF2-40B4-BE49-F238E27FC236}">
                  <a16:creationId xmlns:a16="http://schemas.microsoft.com/office/drawing/2014/main" id="{F76769B6-4046-99F4-8201-7B9B19F655C1}"/>
                </a:ext>
              </a:extLst>
            </p:cNvPr>
            <p:cNvSpPr/>
            <p:nvPr/>
          </p:nvSpPr>
          <p:spPr>
            <a:xfrm>
              <a:off x="6192405" y="3825600"/>
              <a:ext cx="113088" cy="247294"/>
            </a:xfrm>
            <a:custGeom>
              <a:avLst/>
              <a:gdLst/>
              <a:ahLst/>
              <a:cxnLst/>
              <a:rect l="l" t="t" r="r" b="b"/>
              <a:pathLst>
                <a:path w="830" h="1815" extrusionOk="0">
                  <a:moveTo>
                    <a:pt x="0" y="1"/>
                  </a:moveTo>
                  <a:lnTo>
                    <a:pt x="0" y="1814"/>
                  </a:lnTo>
                  <a:lnTo>
                    <a:pt x="830" y="1814"/>
                  </a:lnTo>
                  <a:lnTo>
                    <a:pt x="83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123;p43">
              <a:extLst>
                <a:ext uri="{FF2B5EF4-FFF2-40B4-BE49-F238E27FC236}">
                  <a16:creationId xmlns:a16="http://schemas.microsoft.com/office/drawing/2014/main" id="{06D8C74D-EC4E-13F3-BAC6-BB88D33254CD}"/>
                </a:ext>
              </a:extLst>
            </p:cNvPr>
            <p:cNvSpPr/>
            <p:nvPr/>
          </p:nvSpPr>
          <p:spPr>
            <a:xfrm>
              <a:off x="6514774" y="4303159"/>
              <a:ext cx="1221073" cy="50004"/>
            </a:xfrm>
            <a:custGeom>
              <a:avLst/>
              <a:gdLst/>
              <a:ahLst/>
              <a:cxnLst/>
              <a:rect l="l" t="t" r="r" b="b"/>
              <a:pathLst>
                <a:path w="8962" h="367" extrusionOk="0">
                  <a:moveTo>
                    <a:pt x="8723" y="0"/>
                  </a:moveTo>
                  <a:cubicBezTo>
                    <a:pt x="8717" y="0"/>
                    <a:pt x="8710" y="0"/>
                    <a:pt x="8703" y="1"/>
                  </a:cubicBezTo>
                  <a:lnTo>
                    <a:pt x="222" y="1"/>
                  </a:lnTo>
                  <a:cubicBezTo>
                    <a:pt x="1" y="23"/>
                    <a:pt x="1" y="344"/>
                    <a:pt x="222" y="366"/>
                  </a:cubicBezTo>
                  <a:lnTo>
                    <a:pt x="8703" y="366"/>
                  </a:lnTo>
                  <a:cubicBezTo>
                    <a:pt x="8710" y="366"/>
                    <a:pt x="8717" y="367"/>
                    <a:pt x="8723" y="367"/>
                  </a:cubicBezTo>
                  <a:cubicBezTo>
                    <a:pt x="8961" y="367"/>
                    <a:pt x="8961" y="0"/>
                    <a:pt x="87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124;p43">
              <a:extLst>
                <a:ext uri="{FF2B5EF4-FFF2-40B4-BE49-F238E27FC236}">
                  <a16:creationId xmlns:a16="http://schemas.microsoft.com/office/drawing/2014/main" id="{7C66D0E6-65F3-6E6A-4884-4DB87EFC3734}"/>
                </a:ext>
              </a:extLst>
            </p:cNvPr>
            <p:cNvSpPr/>
            <p:nvPr/>
          </p:nvSpPr>
          <p:spPr>
            <a:xfrm>
              <a:off x="6730186" y="3640300"/>
              <a:ext cx="39376" cy="149330"/>
            </a:xfrm>
            <a:custGeom>
              <a:avLst/>
              <a:gdLst/>
              <a:ahLst/>
              <a:cxnLst/>
              <a:rect l="l" t="t" r="r" b="b"/>
              <a:pathLst>
                <a:path w="289" h="1096" extrusionOk="0">
                  <a:moveTo>
                    <a:pt x="1" y="1"/>
                  </a:moveTo>
                  <a:lnTo>
                    <a:pt x="1" y="1095"/>
                  </a:lnTo>
                  <a:lnTo>
                    <a:pt x="288" y="1095"/>
                  </a:lnTo>
                  <a:lnTo>
                    <a:pt x="288" y="1"/>
                  </a:lnTo>
                  <a:close/>
                </a:path>
              </a:pathLst>
            </a:custGeom>
            <a:solidFill>
              <a:srgbClr val="507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125;p43">
              <a:extLst>
                <a:ext uri="{FF2B5EF4-FFF2-40B4-BE49-F238E27FC236}">
                  <a16:creationId xmlns:a16="http://schemas.microsoft.com/office/drawing/2014/main" id="{02466FCA-3570-A788-670B-7F0A55352430}"/>
                </a:ext>
              </a:extLst>
            </p:cNvPr>
            <p:cNvSpPr/>
            <p:nvPr/>
          </p:nvSpPr>
          <p:spPr>
            <a:xfrm>
              <a:off x="6725690" y="3540168"/>
              <a:ext cx="57361" cy="49322"/>
            </a:xfrm>
            <a:custGeom>
              <a:avLst/>
              <a:gdLst/>
              <a:ahLst/>
              <a:cxnLst/>
              <a:rect l="l" t="t" r="r" b="b"/>
              <a:pathLst>
                <a:path w="421" h="362" extrusionOk="0">
                  <a:moveTo>
                    <a:pt x="178" y="1"/>
                  </a:moveTo>
                  <a:cubicBezTo>
                    <a:pt x="78" y="1"/>
                    <a:pt x="1" y="89"/>
                    <a:pt x="1" y="178"/>
                  </a:cubicBezTo>
                  <a:cubicBezTo>
                    <a:pt x="1" y="290"/>
                    <a:pt x="87" y="362"/>
                    <a:pt x="181" y="362"/>
                  </a:cubicBezTo>
                  <a:cubicBezTo>
                    <a:pt x="225" y="362"/>
                    <a:pt x="271" y="346"/>
                    <a:pt x="310" y="310"/>
                  </a:cubicBezTo>
                  <a:cubicBezTo>
                    <a:pt x="421" y="200"/>
                    <a:pt x="332" y="1"/>
                    <a:pt x="17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126;p43">
              <a:extLst>
                <a:ext uri="{FF2B5EF4-FFF2-40B4-BE49-F238E27FC236}">
                  <a16:creationId xmlns:a16="http://schemas.microsoft.com/office/drawing/2014/main" id="{5C3978A1-1E4A-9390-B513-17220EA4165A}"/>
                </a:ext>
              </a:extLst>
            </p:cNvPr>
            <p:cNvSpPr/>
            <p:nvPr/>
          </p:nvSpPr>
          <p:spPr>
            <a:xfrm>
              <a:off x="7123406" y="3640300"/>
              <a:ext cx="134206" cy="150829"/>
            </a:xfrm>
            <a:custGeom>
              <a:avLst/>
              <a:gdLst/>
              <a:ahLst/>
              <a:cxnLst/>
              <a:rect l="l" t="t" r="r" b="b"/>
              <a:pathLst>
                <a:path w="985" h="1107" extrusionOk="0">
                  <a:moveTo>
                    <a:pt x="1" y="1"/>
                  </a:moveTo>
                  <a:lnTo>
                    <a:pt x="1" y="1106"/>
                  </a:lnTo>
                  <a:lnTo>
                    <a:pt x="985" y="1106"/>
                  </a:lnTo>
                  <a:lnTo>
                    <a:pt x="98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127;p43">
              <a:extLst>
                <a:ext uri="{FF2B5EF4-FFF2-40B4-BE49-F238E27FC236}">
                  <a16:creationId xmlns:a16="http://schemas.microsoft.com/office/drawing/2014/main" id="{528851E3-5C51-A923-9D71-290A7ECD8E84}"/>
                </a:ext>
              </a:extLst>
            </p:cNvPr>
            <p:cNvSpPr/>
            <p:nvPr/>
          </p:nvSpPr>
          <p:spPr>
            <a:xfrm>
              <a:off x="6305357" y="3557459"/>
              <a:ext cx="92105" cy="232170"/>
            </a:xfrm>
            <a:custGeom>
              <a:avLst/>
              <a:gdLst/>
              <a:ahLst/>
              <a:cxnLst/>
              <a:rect l="l" t="t" r="r" b="b"/>
              <a:pathLst>
                <a:path w="676" h="1704" extrusionOk="0">
                  <a:moveTo>
                    <a:pt x="1" y="1"/>
                  </a:moveTo>
                  <a:lnTo>
                    <a:pt x="1" y="1703"/>
                  </a:lnTo>
                  <a:lnTo>
                    <a:pt x="675" y="1703"/>
                  </a:lnTo>
                  <a:lnTo>
                    <a:pt x="67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128;p43">
              <a:extLst>
                <a:ext uri="{FF2B5EF4-FFF2-40B4-BE49-F238E27FC236}">
                  <a16:creationId xmlns:a16="http://schemas.microsoft.com/office/drawing/2014/main" id="{94C248C2-8D55-0756-0650-6AA4894B7A7D}"/>
                </a:ext>
              </a:extLst>
            </p:cNvPr>
            <p:cNvSpPr/>
            <p:nvPr/>
          </p:nvSpPr>
          <p:spPr>
            <a:xfrm>
              <a:off x="6566005" y="3789494"/>
              <a:ext cx="378230" cy="319506"/>
            </a:xfrm>
            <a:custGeom>
              <a:avLst/>
              <a:gdLst/>
              <a:ahLst/>
              <a:cxnLst/>
              <a:rect l="l" t="t" r="r" b="b"/>
              <a:pathLst>
                <a:path w="2776" h="2345" extrusionOk="0">
                  <a:moveTo>
                    <a:pt x="1" y="0"/>
                  </a:moveTo>
                  <a:lnTo>
                    <a:pt x="1" y="2345"/>
                  </a:lnTo>
                  <a:lnTo>
                    <a:pt x="2776" y="2345"/>
                  </a:lnTo>
                  <a:lnTo>
                    <a:pt x="277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129;p43">
              <a:extLst>
                <a:ext uri="{FF2B5EF4-FFF2-40B4-BE49-F238E27FC236}">
                  <a16:creationId xmlns:a16="http://schemas.microsoft.com/office/drawing/2014/main" id="{96F36A20-215A-6006-AF45-A297F52C9C8A}"/>
                </a:ext>
              </a:extLst>
            </p:cNvPr>
            <p:cNvSpPr/>
            <p:nvPr/>
          </p:nvSpPr>
          <p:spPr>
            <a:xfrm>
              <a:off x="6204395" y="3789494"/>
              <a:ext cx="304519" cy="319506"/>
            </a:xfrm>
            <a:custGeom>
              <a:avLst/>
              <a:gdLst/>
              <a:ahLst/>
              <a:cxnLst/>
              <a:rect l="l" t="t" r="r" b="b"/>
              <a:pathLst>
                <a:path w="2235" h="2345" extrusionOk="0">
                  <a:moveTo>
                    <a:pt x="1" y="0"/>
                  </a:moveTo>
                  <a:lnTo>
                    <a:pt x="1" y="2345"/>
                  </a:lnTo>
                  <a:lnTo>
                    <a:pt x="2234" y="2345"/>
                  </a:lnTo>
                  <a:lnTo>
                    <a:pt x="22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130;p43">
              <a:extLst>
                <a:ext uri="{FF2B5EF4-FFF2-40B4-BE49-F238E27FC236}">
                  <a16:creationId xmlns:a16="http://schemas.microsoft.com/office/drawing/2014/main" id="{F13EEC56-ADAB-0401-4E92-D526A60F030E}"/>
                </a:ext>
              </a:extLst>
            </p:cNvPr>
            <p:cNvSpPr/>
            <p:nvPr/>
          </p:nvSpPr>
          <p:spPr>
            <a:xfrm>
              <a:off x="7001461" y="3789494"/>
              <a:ext cx="367739" cy="319506"/>
            </a:xfrm>
            <a:custGeom>
              <a:avLst/>
              <a:gdLst/>
              <a:ahLst/>
              <a:cxnLst/>
              <a:rect l="l" t="t" r="r" b="b"/>
              <a:pathLst>
                <a:path w="2699" h="2345" extrusionOk="0">
                  <a:moveTo>
                    <a:pt x="0" y="0"/>
                  </a:moveTo>
                  <a:lnTo>
                    <a:pt x="0" y="2345"/>
                  </a:lnTo>
                  <a:lnTo>
                    <a:pt x="2698" y="2345"/>
                  </a:lnTo>
                  <a:lnTo>
                    <a:pt x="269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131;p43">
              <a:extLst>
                <a:ext uri="{FF2B5EF4-FFF2-40B4-BE49-F238E27FC236}">
                  <a16:creationId xmlns:a16="http://schemas.microsoft.com/office/drawing/2014/main" id="{A06A1D73-B954-D375-CE4F-3FA9E1586C8F}"/>
                </a:ext>
              </a:extLst>
            </p:cNvPr>
            <p:cNvSpPr/>
            <p:nvPr/>
          </p:nvSpPr>
          <p:spPr>
            <a:xfrm>
              <a:off x="6566005" y="4023027"/>
              <a:ext cx="378230" cy="85974"/>
            </a:xfrm>
            <a:custGeom>
              <a:avLst/>
              <a:gdLst/>
              <a:ahLst/>
              <a:cxnLst/>
              <a:rect l="l" t="t" r="r" b="b"/>
              <a:pathLst>
                <a:path w="2776" h="631" extrusionOk="0">
                  <a:moveTo>
                    <a:pt x="1" y="0"/>
                  </a:moveTo>
                  <a:lnTo>
                    <a:pt x="1" y="631"/>
                  </a:lnTo>
                  <a:lnTo>
                    <a:pt x="2776" y="631"/>
                  </a:lnTo>
                  <a:lnTo>
                    <a:pt x="277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32;p43">
              <a:extLst>
                <a:ext uri="{FF2B5EF4-FFF2-40B4-BE49-F238E27FC236}">
                  <a16:creationId xmlns:a16="http://schemas.microsoft.com/office/drawing/2014/main" id="{A70C02A5-FCD7-2452-2385-F2609BC0794B}"/>
                </a:ext>
              </a:extLst>
            </p:cNvPr>
            <p:cNvSpPr/>
            <p:nvPr/>
          </p:nvSpPr>
          <p:spPr>
            <a:xfrm>
              <a:off x="6204395" y="4023027"/>
              <a:ext cx="304519" cy="85974"/>
            </a:xfrm>
            <a:custGeom>
              <a:avLst/>
              <a:gdLst/>
              <a:ahLst/>
              <a:cxnLst/>
              <a:rect l="l" t="t" r="r" b="b"/>
              <a:pathLst>
                <a:path w="2235" h="631" extrusionOk="0">
                  <a:moveTo>
                    <a:pt x="1" y="0"/>
                  </a:moveTo>
                  <a:lnTo>
                    <a:pt x="1" y="631"/>
                  </a:lnTo>
                  <a:lnTo>
                    <a:pt x="2234" y="631"/>
                  </a:lnTo>
                  <a:lnTo>
                    <a:pt x="22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133;p43">
              <a:extLst>
                <a:ext uri="{FF2B5EF4-FFF2-40B4-BE49-F238E27FC236}">
                  <a16:creationId xmlns:a16="http://schemas.microsoft.com/office/drawing/2014/main" id="{3E2928CD-34B2-AD45-F967-D17C9E589AAD}"/>
                </a:ext>
              </a:extLst>
            </p:cNvPr>
            <p:cNvSpPr/>
            <p:nvPr/>
          </p:nvSpPr>
          <p:spPr>
            <a:xfrm>
              <a:off x="7001461" y="4023027"/>
              <a:ext cx="367739" cy="85974"/>
            </a:xfrm>
            <a:custGeom>
              <a:avLst/>
              <a:gdLst/>
              <a:ahLst/>
              <a:cxnLst/>
              <a:rect l="l" t="t" r="r" b="b"/>
              <a:pathLst>
                <a:path w="2699" h="631" extrusionOk="0">
                  <a:moveTo>
                    <a:pt x="0" y="0"/>
                  </a:moveTo>
                  <a:lnTo>
                    <a:pt x="0" y="631"/>
                  </a:lnTo>
                  <a:lnTo>
                    <a:pt x="2698" y="631"/>
                  </a:lnTo>
                  <a:lnTo>
                    <a:pt x="269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134;p43">
              <a:extLst>
                <a:ext uri="{FF2B5EF4-FFF2-40B4-BE49-F238E27FC236}">
                  <a16:creationId xmlns:a16="http://schemas.microsoft.com/office/drawing/2014/main" id="{1E66C68B-C14E-8D03-0398-8F9B63A7A7AF}"/>
                </a:ext>
              </a:extLst>
            </p:cNvPr>
            <p:cNvSpPr/>
            <p:nvPr/>
          </p:nvSpPr>
          <p:spPr>
            <a:xfrm>
              <a:off x="6956226" y="3774370"/>
              <a:ext cx="33245" cy="351253"/>
            </a:xfrm>
            <a:custGeom>
              <a:avLst/>
              <a:gdLst/>
              <a:ahLst/>
              <a:cxnLst/>
              <a:rect l="l" t="t" r="r" b="b"/>
              <a:pathLst>
                <a:path w="244" h="2578" extrusionOk="0">
                  <a:moveTo>
                    <a:pt x="56" y="1"/>
                  </a:moveTo>
                  <a:cubicBezTo>
                    <a:pt x="23" y="1"/>
                    <a:pt x="0" y="23"/>
                    <a:pt x="0" y="56"/>
                  </a:cubicBezTo>
                  <a:lnTo>
                    <a:pt x="0" y="2511"/>
                  </a:lnTo>
                  <a:cubicBezTo>
                    <a:pt x="0" y="2544"/>
                    <a:pt x="23" y="2577"/>
                    <a:pt x="56" y="2577"/>
                  </a:cubicBezTo>
                  <a:lnTo>
                    <a:pt x="188" y="2577"/>
                  </a:lnTo>
                  <a:cubicBezTo>
                    <a:pt x="222" y="2577"/>
                    <a:pt x="244" y="2544"/>
                    <a:pt x="244" y="2511"/>
                  </a:cubicBezTo>
                  <a:lnTo>
                    <a:pt x="244" y="56"/>
                  </a:lnTo>
                  <a:cubicBezTo>
                    <a:pt x="244" y="23"/>
                    <a:pt x="222" y="1"/>
                    <a:pt x="18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135;p43">
              <a:extLst>
                <a:ext uri="{FF2B5EF4-FFF2-40B4-BE49-F238E27FC236}">
                  <a16:creationId xmlns:a16="http://schemas.microsoft.com/office/drawing/2014/main" id="{CE6FCDB7-DD3E-2D5C-0F14-7F951C7C37A2}"/>
                </a:ext>
              </a:extLst>
            </p:cNvPr>
            <p:cNvSpPr/>
            <p:nvPr/>
          </p:nvSpPr>
          <p:spPr>
            <a:xfrm>
              <a:off x="6520769" y="3774370"/>
              <a:ext cx="33381" cy="351253"/>
            </a:xfrm>
            <a:custGeom>
              <a:avLst/>
              <a:gdLst/>
              <a:ahLst/>
              <a:cxnLst/>
              <a:rect l="l" t="t" r="r" b="b"/>
              <a:pathLst>
                <a:path w="245" h="2578" extrusionOk="0">
                  <a:moveTo>
                    <a:pt x="56" y="1"/>
                  </a:moveTo>
                  <a:cubicBezTo>
                    <a:pt x="23" y="1"/>
                    <a:pt x="1" y="23"/>
                    <a:pt x="1" y="56"/>
                  </a:cubicBezTo>
                  <a:lnTo>
                    <a:pt x="1" y="2511"/>
                  </a:lnTo>
                  <a:cubicBezTo>
                    <a:pt x="1" y="2544"/>
                    <a:pt x="23" y="2577"/>
                    <a:pt x="56" y="2577"/>
                  </a:cubicBezTo>
                  <a:lnTo>
                    <a:pt x="189" y="2577"/>
                  </a:lnTo>
                  <a:cubicBezTo>
                    <a:pt x="222" y="2577"/>
                    <a:pt x="244" y="2544"/>
                    <a:pt x="244" y="2511"/>
                  </a:cubicBezTo>
                  <a:lnTo>
                    <a:pt x="244" y="56"/>
                  </a:lnTo>
                  <a:cubicBezTo>
                    <a:pt x="244" y="23"/>
                    <a:pt x="222" y="1"/>
                    <a:pt x="18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136;p43">
              <a:extLst>
                <a:ext uri="{FF2B5EF4-FFF2-40B4-BE49-F238E27FC236}">
                  <a16:creationId xmlns:a16="http://schemas.microsoft.com/office/drawing/2014/main" id="{38B120B1-B1D0-5308-3C7E-A6B1E4EE2A8C}"/>
                </a:ext>
              </a:extLst>
            </p:cNvPr>
            <p:cNvSpPr/>
            <p:nvPr/>
          </p:nvSpPr>
          <p:spPr>
            <a:xfrm>
              <a:off x="6117059" y="3825600"/>
              <a:ext cx="75482" cy="247294"/>
            </a:xfrm>
            <a:custGeom>
              <a:avLst/>
              <a:gdLst/>
              <a:ahLst/>
              <a:cxnLst/>
              <a:rect l="l" t="t" r="r" b="b"/>
              <a:pathLst>
                <a:path w="554" h="1815" extrusionOk="0">
                  <a:moveTo>
                    <a:pt x="553" y="1"/>
                  </a:moveTo>
                  <a:cubicBezTo>
                    <a:pt x="0" y="476"/>
                    <a:pt x="0" y="1339"/>
                    <a:pt x="553" y="1814"/>
                  </a:cubicBezTo>
                  <a:lnTo>
                    <a:pt x="55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137;p43">
              <a:extLst>
                <a:ext uri="{FF2B5EF4-FFF2-40B4-BE49-F238E27FC236}">
                  <a16:creationId xmlns:a16="http://schemas.microsoft.com/office/drawing/2014/main" id="{1EBC528C-1A20-A88F-AB15-CF235327EE83}"/>
                </a:ext>
              </a:extLst>
            </p:cNvPr>
            <p:cNvSpPr/>
            <p:nvPr/>
          </p:nvSpPr>
          <p:spPr>
            <a:xfrm>
              <a:off x="7448908" y="3477616"/>
              <a:ext cx="399349" cy="39240"/>
            </a:xfrm>
            <a:custGeom>
              <a:avLst/>
              <a:gdLst/>
              <a:ahLst/>
              <a:cxnLst/>
              <a:rect l="l" t="t" r="r" b="b"/>
              <a:pathLst>
                <a:path w="2931" h="288" extrusionOk="0">
                  <a:moveTo>
                    <a:pt x="0" y="0"/>
                  </a:moveTo>
                  <a:lnTo>
                    <a:pt x="0" y="288"/>
                  </a:lnTo>
                  <a:lnTo>
                    <a:pt x="2931" y="288"/>
                  </a:lnTo>
                  <a:lnTo>
                    <a:pt x="2931" y="0"/>
                  </a:lnTo>
                  <a:close/>
                </a:path>
              </a:pathLst>
            </a:custGeom>
            <a:solidFill>
              <a:srgbClr val="FB63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138;p43">
              <a:extLst>
                <a:ext uri="{FF2B5EF4-FFF2-40B4-BE49-F238E27FC236}">
                  <a16:creationId xmlns:a16="http://schemas.microsoft.com/office/drawing/2014/main" id="{C285AD9B-111F-1395-F9BE-DA6846133C7D}"/>
                </a:ext>
              </a:extLst>
            </p:cNvPr>
            <p:cNvSpPr/>
            <p:nvPr/>
          </p:nvSpPr>
          <p:spPr>
            <a:xfrm>
              <a:off x="7381056" y="3506229"/>
              <a:ext cx="535054" cy="72485"/>
            </a:xfrm>
            <a:custGeom>
              <a:avLst/>
              <a:gdLst/>
              <a:ahLst/>
              <a:cxnLst/>
              <a:rect l="l" t="t" r="r" b="b"/>
              <a:pathLst>
                <a:path w="3927" h="532" extrusionOk="0">
                  <a:moveTo>
                    <a:pt x="1" y="1"/>
                  </a:moveTo>
                  <a:lnTo>
                    <a:pt x="1" y="531"/>
                  </a:lnTo>
                  <a:lnTo>
                    <a:pt x="3926" y="531"/>
                  </a:lnTo>
                  <a:lnTo>
                    <a:pt x="3926" y="1"/>
                  </a:lnTo>
                  <a:lnTo>
                    <a:pt x="3628" y="1"/>
                  </a:lnTo>
                  <a:lnTo>
                    <a:pt x="3628" y="266"/>
                  </a:lnTo>
                  <a:lnTo>
                    <a:pt x="299" y="266"/>
                  </a:lnTo>
                  <a:lnTo>
                    <a:pt x="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139;p43">
              <a:extLst>
                <a:ext uri="{FF2B5EF4-FFF2-40B4-BE49-F238E27FC236}">
                  <a16:creationId xmlns:a16="http://schemas.microsoft.com/office/drawing/2014/main" id="{16A6F808-75C9-0243-8EE1-29CE44C730F9}"/>
                </a:ext>
              </a:extLst>
            </p:cNvPr>
            <p:cNvSpPr/>
            <p:nvPr/>
          </p:nvSpPr>
          <p:spPr>
            <a:xfrm>
              <a:off x="7381056" y="3913073"/>
              <a:ext cx="535054" cy="195928"/>
            </a:xfrm>
            <a:custGeom>
              <a:avLst/>
              <a:gdLst/>
              <a:ahLst/>
              <a:cxnLst/>
              <a:rect l="l" t="t" r="r" b="b"/>
              <a:pathLst>
                <a:path w="3927" h="1438" extrusionOk="0">
                  <a:moveTo>
                    <a:pt x="1" y="0"/>
                  </a:moveTo>
                  <a:lnTo>
                    <a:pt x="1" y="1438"/>
                  </a:lnTo>
                  <a:lnTo>
                    <a:pt x="3926" y="1438"/>
                  </a:lnTo>
                  <a:lnTo>
                    <a:pt x="3926" y="675"/>
                  </a:lnTo>
                  <a:lnTo>
                    <a:pt x="2920" y="675"/>
                  </a:lnTo>
                  <a:cubicBezTo>
                    <a:pt x="2621" y="675"/>
                    <a:pt x="2378" y="476"/>
                    <a:pt x="2378" y="221"/>
                  </a:cubicBezTo>
                  <a:lnTo>
                    <a:pt x="237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140;p43">
              <a:extLst>
                <a:ext uri="{FF2B5EF4-FFF2-40B4-BE49-F238E27FC236}">
                  <a16:creationId xmlns:a16="http://schemas.microsoft.com/office/drawing/2014/main" id="{2A65AB3A-DA1F-D83A-F41F-811AFDF0BA84}"/>
                </a:ext>
              </a:extLst>
            </p:cNvPr>
            <p:cNvSpPr/>
            <p:nvPr/>
          </p:nvSpPr>
          <p:spPr>
            <a:xfrm>
              <a:off x="7381056" y="3590568"/>
              <a:ext cx="324139" cy="310514"/>
            </a:xfrm>
            <a:custGeom>
              <a:avLst/>
              <a:gdLst/>
              <a:ahLst/>
              <a:cxnLst/>
              <a:rect l="l" t="t" r="r" b="b"/>
              <a:pathLst>
                <a:path w="2379" h="2279" extrusionOk="0">
                  <a:moveTo>
                    <a:pt x="1" y="1"/>
                  </a:moveTo>
                  <a:lnTo>
                    <a:pt x="1" y="2279"/>
                  </a:lnTo>
                  <a:lnTo>
                    <a:pt x="2378" y="2279"/>
                  </a:lnTo>
                  <a:lnTo>
                    <a:pt x="237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141;p43">
              <a:extLst>
                <a:ext uri="{FF2B5EF4-FFF2-40B4-BE49-F238E27FC236}">
                  <a16:creationId xmlns:a16="http://schemas.microsoft.com/office/drawing/2014/main" id="{AF6379DC-B3DA-5D43-0627-95C959A7E3D7}"/>
                </a:ext>
              </a:extLst>
            </p:cNvPr>
            <p:cNvSpPr/>
            <p:nvPr/>
          </p:nvSpPr>
          <p:spPr>
            <a:xfrm>
              <a:off x="6707569" y="3735266"/>
              <a:ext cx="84611" cy="55863"/>
            </a:xfrm>
            <a:custGeom>
              <a:avLst/>
              <a:gdLst/>
              <a:ahLst/>
              <a:cxnLst/>
              <a:rect l="l" t="t" r="r" b="b"/>
              <a:pathLst>
                <a:path w="621" h="410" extrusionOk="0">
                  <a:moveTo>
                    <a:pt x="1" y="0"/>
                  </a:moveTo>
                  <a:lnTo>
                    <a:pt x="1" y="409"/>
                  </a:lnTo>
                  <a:lnTo>
                    <a:pt x="620" y="409"/>
                  </a:lnTo>
                  <a:lnTo>
                    <a:pt x="62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142;p43">
              <a:extLst>
                <a:ext uri="{FF2B5EF4-FFF2-40B4-BE49-F238E27FC236}">
                  <a16:creationId xmlns:a16="http://schemas.microsoft.com/office/drawing/2014/main" id="{B9C13E4E-AAE5-5089-D0BE-C985AE0E980B}"/>
                </a:ext>
              </a:extLst>
            </p:cNvPr>
            <p:cNvSpPr/>
            <p:nvPr/>
          </p:nvSpPr>
          <p:spPr>
            <a:xfrm>
              <a:off x="6716700" y="3608674"/>
              <a:ext cx="66350" cy="31750"/>
            </a:xfrm>
            <a:custGeom>
              <a:avLst/>
              <a:gdLst/>
              <a:ahLst/>
              <a:cxnLst/>
              <a:rect l="l" t="t" r="r" b="b"/>
              <a:pathLst>
                <a:path w="487" h="189" extrusionOk="0">
                  <a:moveTo>
                    <a:pt x="0" y="1"/>
                  </a:moveTo>
                  <a:lnTo>
                    <a:pt x="0" y="189"/>
                  </a:lnTo>
                  <a:lnTo>
                    <a:pt x="487" y="189"/>
                  </a:lnTo>
                  <a:lnTo>
                    <a:pt x="4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2143;p43">
              <a:extLst>
                <a:ext uri="{FF2B5EF4-FFF2-40B4-BE49-F238E27FC236}">
                  <a16:creationId xmlns:a16="http://schemas.microsoft.com/office/drawing/2014/main" id="{C2229287-0697-1E57-B09F-31F388529C23}"/>
                </a:ext>
              </a:extLst>
            </p:cNvPr>
            <p:cNvSpPr/>
            <p:nvPr/>
          </p:nvSpPr>
          <p:spPr>
            <a:xfrm>
              <a:off x="6716698" y="3564284"/>
              <a:ext cx="66354" cy="40875"/>
            </a:xfrm>
            <a:custGeom>
              <a:avLst/>
              <a:gdLst/>
              <a:ahLst/>
              <a:cxnLst/>
              <a:rect l="l" t="t" r="r" b="b"/>
              <a:pathLst>
                <a:path w="487" h="300" extrusionOk="0">
                  <a:moveTo>
                    <a:pt x="0" y="1"/>
                  </a:moveTo>
                  <a:lnTo>
                    <a:pt x="0" y="299"/>
                  </a:lnTo>
                  <a:lnTo>
                    <a:pt x="487" y="299"/>
                  </a:lnTo>
                  <a:lnTo>
                    <a:pt x="4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2144;p43">
              <a:extLst>
                <a:ext uri="{FF2B5EF4-FFF2-40B4-BE49-F238E27FC236}">
                  <a16:creationId xmlns:a16="http://schemas.microsoft.com/office/drawing/2014/main" id="{88670731-802A-E3F9-24F4-D47AB92C61DB}"/>
                </a:ext>
              </a:extLst>
            </p:cNvPr>
            <p:cNvSpPr/>
            <p:nvPr/>
          </p:nvSpPr>
          <p:spPr>
            <a:xfrm>
              <a:off x="6285737" y="3735266"/>
              <a:ext cx="131209" cy="55863"/>
            </a:xfrm>
            <a:custGeom>
              <a:avLst/>
              <a:gdLst/>
              <a:ahLst/>
              <a:cxnLst/>
              <a:rect l="l" t="t" r="r" b="b"/>
              <a:pathLst>
                <a:path w="963" h="410" extrusionOk="0">
                  <a:moveTo>
                    <a:pt x="1" y="0"/>
                  </a:moveTo>
                  <a:lnTo>
                    <a:pt x="1" y="409"/>
                  </a:lnTo>
                  <a:lnTo>
                    <a:pt x="963" y="409"/>
                  </a:lnTo>
                  <a:lnTo>
                    <a:pt x="96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2145;p43">
              <a:extLst>
                <a:ext uri="{FF2B5EF4-FFF2-40B4-BE49-F238E27FC236}">
                  <a16:creationId xmlns:a16="http://schemas.microsoft.com/office/drawing/2014/main" id="{D3EFCEF0-8345-E949-D421-AF473355FC8C}"/>
                </a:ext>
              </a:extLst>
            </p:cNvPr>
            <p:cNvSpPr/>
            <p:nvPr/>
          </p:nvSpPr>
          <p:spPr>
            <a:xfrm>
              <a:off x="6285737" y="3530345"/>
              <a:ext cx="131209" cy="55863"/>
            </a:xfrm>
            <a:custGeom>
              <a:avLst/>
              <a:gdLst/>
              <a:ahLst/>
              <a:cxnLst/>
              <a:rect l="l" t="t" r="r" b="b"/>
              <a:pathLst>
                <a:path w="963" h="410" extrusionOk="0">
                  <a:moveTo>
                    <a:pt x="1" y="0"/>
                  </a:moveTo>
                  <a:lnTo>
                    <a:pt x="1" y="410"/>
                  </a:lnTo>
                  <a:lnTo>
                    <a:pt x="963" y="410"/>
                  </a:lnTo>
                  <a:lnTo>
                    <a:pt x="96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2146;p43">
              <a:extLst>
                <a:ext uri="{FF2B5EF4-FFF2-40B4-BE49-F238E27FC236}">
                  <a16:creationId xmlns:a16="http://schemas.microsoft.com/office/drawing/2014/main" id="{961560CA-6CB9-A63F-836B-C102DEE934F2}"/>
                </a:ext>
              </a:extLst>
            </p:cNvPr>
            <p:cNvSpPr/>
            <p:nvPr/>
          </p:nvSpPr>
          <p:spPr>
            <a:xfrm>
              <a:off x="6257124" y="3453500"/>
              <a:ext cx="188434" cy="55863"/>
            </a:xfrm>
            <a:custGeom>
              <a:avLst/>
              <a:gdLst/>
              <a:ahLst/>
              <a:cxnLst/>
              <a:rect l="l" t="t" r="r" b="b"/>
              <a:pathLst>
                <a:path w="1383" h="410" extrusionOk="0">
                  <a:moveTo>
                    <a:pt x="1" y="1"/>
                  </a:moveTo>
                  <a:lnTo>
                    <a:pt x="211" y="410"/>
                  </a:lnTo>
                  <a:lnTo>
                    <a:pt x="1173" y="410"/>
                  </a:lnTo>
                  <a:lnTo>
                    <a:pt x="138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2147;p43">
              <a:extLst>
                <a:ext uri="{FF2B5EF4-FFF2-40B4-BE49-F238E27FC236}">
                  <a16:creationId xmlns:a16="http://schemas.microsoft.com/office/drawing/2014/main" id="{B8333E9A-33D4-46F3-6925-59087A974A3E}"/>
                </a:ext>
              </a:extLst>
            </p:cNvPr>
            <p:cNvSpPr/>
            <p:nvPr/>
          </p:nvSpPr>
          <p:spPr>
            <a:xfrm>
              <a:off x="7094793" y="3736765"/>
              <a:ext cx="191568" cy="54364"/>
            </a:xfrm>
            <a:custGeom>
              <a:avLst/>
              <a:gdLst/>
              <a:ahLst/>
              <a:cxnLst/>
              <a:rect l="l" t="t" r="r" b="b"/>
              <a:pathLst>
                <a:path w="1406" h="399" extrusionOk="0">
                  <a:moveTo>
                    <a:pt x="1" y="0"/>
                  </a:moveTo>
                  <a:lnTo>
                    <a:pt x="1" y="398"/>
                  </a:lnTo>
                  <a:lnTo>
                    <a:pt x="1405" y="398"/>
                  </a:lnTo>
                  <a:lnTo>
                    <a:pt x="140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2148;p43">
              <a:extLst>
                <a:ext uri="{FF2B5EF4-FFF2-40B4-BE49-F238E27FC236}">
                  <a16:creationId xmlns:a16="http://schemas.microsoft.com/office/drawing/2014/main" id="{C1317ADA-3683-D859-7F01-F2E2F39D0C0C}"/>
                </a:ext>
              </a:extLst>
            </p:cNvPr>
            <p:cNvSpPr/>
            <p:nvPr/>
          </p:nvSpPr>
          <p:spPr>
            <a:xfrm>
              <a:off x="6566005" y="3789494"/>
              <a:ext cx="378230" cy="85974"/>
            </a:xfrm>
            <a:custGeom>
              <a:avLst/>
              <a:gdLst/>
              <a:ahLst/>
              <a:cxnLst/>
              <a:rect l="l" t="t" r="r" b="b"/>
              <a:pathLst>
                <a:path w="2776" h="631" extrusionOk="0">
                  <a:moveTo>
                    <a:pt x="1" y="0"/>
                  </a:moveTo>
                  <a:lnTo>
                    <a:pt x="1" y="631"/>
                  </a:lnTo>
                  <a:lnTo>
                    <a:pt x="2776" y="631"/>
                  </a:lnTo>
                  <a:lnTo>
                    <a:pt x="277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2149;p43">
              <a:extLst>
                <a:ext uri="{FF2B5EF4-FFF2-40B4-BE49-F238E27FC236}">
                  <a16:creationId xmlns:a16="http://schemas.microsoft.com/office/drawing/2014/main" id="{EC319BAE-9042-0F84-30C7-3F9373D9D9D5}"/>
                </a:ext>
              </a:extLst>
            </p:cNvPr>
            <p:cNvSpPr/>
            <p:nvPr/>
          </p:nvSpPr>
          <p:spPr>
            <a:xfrm>
              <a:off x="6204395" y="3789494"/>
              <a:ext cx="304519" cy="85974"/>
            </a:xfrm>
            <a:custGeom>
              <a:avLst/>
              <a:gdLst/>
              <a:ahLst/>
              <a:cxnLst/>
              <a:rect l="l" t="t" r="r" b="b"/>
              <a:pathLst>
                <a:path w="2235" h="631" extrusionOk="0">
                  <a:moveTo>
                    <a:pt x="1" y="0"/>
                  </a:moveTo>
                  <a:lnTo>
                    <a:pt x="1" y="631"/>
                  </a:lnTo>
                  <a:lnTo>
                    <a:pt x="2234" y="631"/>
                  </a:lnTo>
                  <a:lnTo>
                    <a:pt x="22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2150;p43">
              <a:extLst>
                <a:ext uri="{FF2B5EF4-FFF2-40B4-BE49-F238E27FC236}">
                  <a16:creationId xmlns:a16="http://schemas.microsoft.com/office/drawing/2014/main" id="{895B8F8C-5F42-AEE7-7E1B-554845E61A90}"/>
                </a:ext>
              </a:extLst>
            </p:cNvPr>
            <p:cNvSpPr/>
            <p:nvPr/>
          </p:nvSpPr>
          <p:spPr>
            <a:xfrm>
              <a:off x="7001461" y="3789494"/>
              <a:ext cx="367739" cy="85974"/>
            </a:xfrm>
            <a:custGeom>
              <a:avLst/>
              <a:gdLst/>
              <a:ahLst/>
              <a:cxnLst/>
              <a:rect l="l" t="t" r="r" b="b"/>
              <a:pathLst>
                <a:path w="2699" h="631" extrusionOk="0">
                  <a:moveTo>
                    <a:pt x="0" y="0"/>
                  </a:moveTo>
                  <a:lnTo>
                    <a:pt x="0" y="631"/>
                  </a:lnTo>
                  <a:lnTo>
                    <a:pt x="2698" y="631"/>
                  </a:lnTo>
                  <a:lnTo>
                    <a:pt x="269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2151;p43">
              <a:extLst>
                <a:ext uri="{FF2B5EF4-FFF2-40B4-BE49-F238E27FC236}">
                  <a16:creationId xmlns:a16="http://schemas.microsoft.com/office/drawing/2014/main" id="{955989AA-CF04-6BD3-9628-FC79A8455B32}"/>
                </a:ext>
              </a:extLst>
            </p:cNvPr>
            <p:cNvSpPr/>
            <p:nvPr/>
          </p:nvSpPr>
          <p:spPr>
            <a:xfrm>
              <a:off x="7094793" y="3622178"/>
              <a:ext cx="191568" cy="36379"/>
            </a:xfrm>
            <a:custGeom>
              <a:avLst/>
              <a:gdLst/>
              <a:ahLst/>
              <a:cxnLst/>
              <a:rect l="l" t="t" r="r" b="b"/>
              <a:pathLst>
                <a:path w="1406" h="267" extrusionOk="0">
                  <a:moveTo>
                    <a:pt x="1" y="1"/>
                  </a:moveTo>
                  <a:lnTo>
                    <a:pt x="1" y="266"/>
                  </a:lnTo>
                  <a:lnTo>
                    <a:pt x="1405" y="266"/>
                  </a:lnTo>
                  <a:lnTo>
                    <a:pt x="14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2152;p43">
              <a:extLst>
                <a:ext uri="{FF2B5EF4-FFF2-40B4-BE49-F238E27FC236}">
                  <a16:creationId xmlns:a16="http://schemas.microsoft.com/office/drawing/2014/main" id="{20B60B09-7EB6-AC53-23FE-747B11E50922}"/>
                </a:ext>
              </a:extLst>
            </p:cNvPr>
            <p:cNvSpPr/>
            <p:nvPr/>
          </p:nvSpPr>
          <p:spPr>
            <a:xfrm>
              <a:off x="7094793" y="3598198"/>
              <a:ext cx="191568" cy="49731"/>
            </a:xfrm>
            <a:custGeom>
              <a:avLst/>
              <a:gdLst/>
              <a:ahLst/>
              <a:cxnLst/>
              <a:rect l="l" t="t" r="r" b="b"/>
              <a:pathLst>
                <a:path w="1406" h="365" extrusionOk="0">
                  <a:moveTo>
                    <a:pt x="189" y="0"/>
                  </a:moveTo>
                  <a:cubicBezTo>
                    <a:pt x="89" y="0"/>
                    <a:pt x="1" y="77"/>
                    <a:pt x="1" y="177"/>
                  </a:cubicBezTo>
                  <a:cubicBezTo>
                    <a:pt x="1" y="276"/>
                    <a:pt x="89" y="365"/>
                    <a:pt x="189" y="365"/>
                  </a:cubicBezTo>
                  <a:lnTo>
                    <a:pt x="1217" y="365"/>
                  </a:lnTo>
                  <a:cubicBezTo>
                    <a:pt x="1317" y="365"/>
                    <a:pt x="1405" y="276"/>
                    <a:pt x="1405" y="177"/>
                  </a:cubicBezTo>
                  <a:cubicBezTo>
                    <a:pt x="1405" y="77"/>
                    <a:pt x="1317" y="0"/>
                    <a:pt x="12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2153;p43">
              <a:extLst>
                <a:ext uri="{FF2B5EF4-FFF2-40B4-BE49-F238E27FC236}">
                  <a16:creationId xmlns:a16="http://schemas.microsoft.com/office/drawing/2014/main" id="{A0A87602-0995-D049-403F-C55604045C96}"/>
                </a:ext>
              </a:extLst>
            </p:cNvPr>
            <p:cNvSpPr/>
            <p:nvPr/>
          </p:nvSpPr>
          <p:spPr>
            <a:xfrm>
              <a:off x="6148669" y="4128485"/>
              <a:ext cx="1862265" cy="57361"/>
            </a:xfrm>
            <a:custGeom>
              <a:avLst/>
              <a:gdLst/>
              <a:ahLst/>
              <a:cxnLst/>
              <a:rect l="l" t="t" r="r" b="b"/>
              <a:pathLst>
                <a:path w="13668" h="421" extrusionOk="0">
                  <a:moveTo>
                    <a:pt x="1" y="0"/>
                  </a:moveTo>
                  <a:lnTo>
                    <a:pt x="1" y="420"/>
                  </a:lnTo>
                  <a:lnTo>
                    <a:pt x="13668" y="420"/>
                  </a:lnTo>
                  <a:lnTo>
                    <a:pt x="1366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2154;p43">
              <a:extLst>
                <a:ext uri="{FF2B5EF4-FFF2-40B4-BE49-F238E27FC236}">
                  <a16:creationId xmlns:a16="http://schemas.microsoft.com/office/drawing/2014/main" id="{12434C2D-2168-A8A7-12E0-FCF33E188F99}"/>
                </a:ext>
              </a:extLst>
            </p:cNvPr>
            <p:cNvSpPr/>
            <p:nvPr/>
          </p:nvSpPr>
          <p:spPr>
            <a:xfrm>
              <a:off x="6148669" y="4206830"/>
              <a:ext cx="1789916" cy="55863"/>
            </a:xfrm>
            <a:custGeom>
              <a:avLst/>
              <a:gdLst/>
              <a:ahLst/>
              <a:cxnLst/>
              <a:rect l="l" t="t" r="r" b="b"/>
              <a:pathLst>
                <a:path w="13137" h="410" extrusionOk="0">
                  <a:moveTo>
                    <a:pt x="1" y="0"/>
                  </a:moveTo>
                  <a:lnTo>
                    <a:pt x="1" y="409"/>
                  </a:lnTo>
                  <a:lnTo>
                    <a:pt x="13137" y="409"/>
                  </a:lnTo>
                  <a:lnTo>
                    <a:pt x="13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2155;p43">
              <a:extLst>
                <a:ext uri="{FF2B5EF4-FFF2-40B4-BE49-F238E27FC236}">
                  <a16:creationId xmlns:a16="http://schemas.microsoft.com/office/drawing/2014/main" id="{C1920EA2-8FA6-58A5-4A35-ABFBEB23B92D}"/>
                </a:ext>
              </a:extLst>
            </p:cNvPr>
            <p:cNvSpPr/>
            <p:nvPr/>
          </p:nvSpPr>
          <p:spPr>
            <a:xfrm>
              <a:off x="7534746" y="4307655"/>
              <a:ext cx="345121" cy="295526"/>
            </a:xfrm>
            <a:custGeom>
              <a:avLst/>
              <a:gdLst/>
              <a:ahLst/>
              <a:cxnLst/>
              <a:rect l="l" t="t" r="r" b="b"/>
              <a:pathLst>
                <a:path w="2533" h="2169" extrusionOk="0">
                  <a:moveTo>
                    <a:pt x="1064" y="1"/>
                  </a:moveTo>
                  <a:cubicBezTo>
                    <a:pt x="476" y="1"/>
                    <a:pt x="1" y="483"/>
                    <a:pt x="1" y="1074"/>
                  </a:cubicBezTo>
                  <a:cubicBezTo>
                    <a:pt x="1" y="1733"/>
                    <a:pt x="538" y="2168"/>
                    <a:pt x="1094" y="2168"/>
                  </a:cubicBezTo>
                  <a:cubicBezTo>
                    <a:pt x="1360" y="2168"/>
                    <a:pt x="1629" y="2069"/>
                    <a:pt x="1847" y="1848"/>
                  </a:cubicBezTo>
                  <a:cubicBezTo>
                    <a:pt x="2533" y="1162"/>
                    <a:pt x="2057" y="1"/>
                    <a:pt x="1084" y="1"/>
                  </a:cubicBezTo>
                  <a:cubicBezTo>
                    <a:pt x="1078" y="1"/>
                    <a:pt x="1071" y="1"/>
                    <a:pt x="10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2156;p43">
              <a:extLst>
                <a:ext uri="{FF2B5EF4-FFF2-40B4-BE49-F238E27FC236}">
                  <a16:creationId xmlns:a16="http://schemas.microsoft.com/office/drawing/2014/main" id="{D2439AAD-3A34-9595-44AD-14CCF942037A}"/>
                </a:ext>
              </a:extLst>
            </p:cNvPr>
            <p:cNvSpPr/>
            <p:nvPr/>
          </p:nvSpPr>
          <p:spPr>
            <a:xfrm>
              <a:off x="7590473" y="4362291"/>
              <a:ext cx="214049" cy="183665"/>
            </a:xfrm>
            <a:custGeom>
              <a:avLst/>
              <a:gdLst/>
              <a:ahLst/>
              <a:cxnLst/>
              <a:rect l="l" t="t" r="r" b="b"/>
              <a:pathLst>
                <a:path w="1571" h="1348" extrusionOk="0">
                  <a:moveTo>
                    <a:pt x="685" y="1"/>
                  </a:moveTo>
                  <a:cubicBezTo>
                    <a:pt x="341" y="1"/>
                    <a:pt x="12" y="268"/>
                    <a:pt x="12" y="673"/>
                  </a:cubicBezTo>
                  <a:cubicBezTo>
                    <a:pt x="1" y="1049"/>
                    <a:pt x="310" y="1347"/>
                    <a:pt x="675" y="1347"/>
                  </a:cubicBezTo>
                  <a:cubicBezTo>
                    <a:pt x="1272" y="1347"/>
                    <a:pt x="1571" y="628"/>
                    <a:pt x="1151" y="197"/>
                  </a:cubicBezTo>
                  <a:cubicBezTo>
                    <a:pt x="1015" y="62"/>
                    <a:pt x="848" y="1"/>
                    <a:pt x="68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2157;p43">
              <a:extLst>
                <a:ext uri="{FF2B5EF4-FFF2-40B4-BE49-F238E27FC236}">
                  <a16:creationId xmlns:a16="http://schemas.microsoft.com/office/drawing/2014/main" id="{870BFDCC-197F-9215-CFAF-0F1F6B2B0F0F}"/>
                </a:ext>
              </a:extLst>
            </p:cNvPr>
            <p:cNvSpPr/>
            <p:nvPr/>
          </p:nvSpPr>
          <p:spPr>
            <a:xfrm>
              <a:off x="7629713" y="4401123"/>
              <a:ext cx="123579" cy="106275"/>
            </a:xfrm>
            <a:custGeom>
              <a:avLst/>
              <a:gdLst/>
              <a:ahLst/>
              <a:cxnLst/>
              <a:rect l="l" t="t" r="r" b="b"/>
              <a:pathLst>
                <a:path w="907" h="780" extrusionOk="0">
                  <a:moveTo>
                    <a:pt x="387" y="1"/>
                  </a:moveTo>
                  <a:cubicBezTo>
                    <a:pt x="177" y="1"/>
                    <a:pt x="0" y="178"/>
                    <a:pt x="0" y="388"/>
                  </a:cubicBezTo>
                  <a:cubicBezTo>
                    <a:pt x="0" y="626"/>
                    <a:pt x="191" y="779"/>
                    <a:pt x="390" y="779"/>
                  </a:cubicBezTo>
                  <a:cubicBezTo>
                    <a:pt x="486" y="779"/>
                    <a:pt x="584" y="743"/>
                    <a:pt x="664" y="664"/>
                  </a:cubicBezTo>
                  <a:cubicBezTo>
                    <a:pt x="907" y="421"/>
                    <a:pt x="741" y="1"/>
                    <a:pt x="3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2158;p43">
              <a:extLst>
                <a:ext uri="{FF2B5EF4-FFF2-40B4-BE49-F238E27FC236}">
                  <a16:creationId xmlns:a16="http://schemas.microsoft.com/office/drawing/2014/main" id="{52A43091-EF19-298E-8030-AC1475369697}"/>
                </a:ext>
              </a:extLst>
            </p:cNvPr>
            <p:cNvSpPr/>
            <p:nvPr/>
          </p:nvSpPr>
          <p:spPr>
            <a:xfrm>
              <a:off x="7160057" y="4307655"/>
              <a:ext cx="346211" cy="295526"/>
            </a:xfrm>
            <a:custGeom>
              <a:avLst/>
              <a:gdLst/>
              <a:ahLst/>
              <a:cxnLst/>
              <a:rect l="l" t="t" r="r" b="b"/>
              <a:pathLst>
                <a:path w="2541" h="2169" extrusionOk="0">
                  <a:moveTo>
                    <a:pt x="1072" y="1"/>
                  </a:moveTo>
                  <a:cubicBezTo>
                    <a:pt x="473" y="1"/>
                    <a:pt x="8" y="483"/>
                    <a:pt x="8" y="1074"/>
                  </a:cubicBezTo>
                  <a:cubicBezTo>
                    <a:pt x="1" y="1733"/>
                    <a:pt x="536" y="2168"/>
                    <a:pt x="1095" y="2168"/>
                  </a:cubicBezTo>
                  <a:cubicBezTo>
                    <a:pt x="1361" y="2168"/>
                    <a:pt x="1633" y="2069"/>
                    <a:pt x="1855" y="1848"/>
                  </a:cubicBezTo>
                  <a:cubicBezTo>
                    <a:pt x="2540" y="1162"/>
                    <a:pt x="2054" y="1"/>
                    <a:pt x="1092" y="1"/>
                  </a:cubicBezTo>
                  <a:cubicBezTo>
                    <a:pt x="1085" y="1"/>
                    <a:pt x="1078" y="1"/>
                    <a:pt x="10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2159;p43">
              <a:extLst>
                <a:ext uri="{FF2B5EF4-FFF2-40B4-BE49-F238E27FC236}">
                  <a16:creationId xmlns:a16="http://schemas.microsoft.com/office/drawing/2014/main" id="{D2009D40-D277-F299-3BDB-66F4FD991DC0}"/>
                </a:ext>
              </a:extLst>
            </p:cNvPr>
            <p:cNvSpPr/>
            <p:nvPr/>
          </p:nvSpPr>
          <p:spPr>
            <a:xfrm>
              <a:off x="7216874" y="4362291"/>
              <a:ext cx="214049" cy="183665"/>
            </a:xfrm>
            <a:custGeom>
              <a:avLst/>
              <a:gdLst/>
              <a:ahLst/>
              <a:cxnLst/>
              <a:rect l="l" t="t" r="r" b="b"/>
              <a:pathLst>
                <a:path w="1571" h="1348" extrusionOk="0">
                  <a:moveTo>
                    <a:pt x="673" y="1"/>
                  </a:moveTo>
                  <a:cubicBezTo>
                    <a:pt x="330" y="1"/>
                    <a:pt x="0" y="268"/>
                    <a:pt x="0" y="673"/>
                  </a:cubicBezTo>
                  <a:cubicBezTo>
                    <a:pt x="0" y="1049"/>
                    <a:pt x="299" y="1347"/>
                    <a:pt x="675" y="1347"/>
                  </a:cubicBezTo>
                  <a:cubicBezTo>
                    <a:pt x="1272" y="1347"/>
                    <a:pt x="1571" y="628"/>
                    <a:pt x="1139" y="197"/>
                  </a:cubicBezTo>
                  <a:cubicBezTo>
                    <a:pt x="1004" y="62"/>
                    <a:pt x="837" y="1"/>
                    <a:pt x="6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2160;p43">
              <a:extLst>
                <a:ext uri="{FF2B5EF4-FFF2-40B4-BE49-F238E27FC236}">
                  <a16:creationId xmlns:a16="http://schemas.microsoft.com/office/drawing/2014/main" id="{60CA4324-A587-9CD0-CFA1-63A6DF8F68A2}"/>
                </a:ext>
              </a:extLst>
            </p:cNvPr>
            <p:cNvSpPr/>
            <p:nvPr/>
          </p:nvSpPr>
          <p:spPr>
            <a:xfrm>
              <a:off x="7254479" y="4401123"/>
              <a:ext cx="123715" cy="106275"/>
            </a:xfrm>
            <a:custGeom>
              <a:avLst/>
              <a:gdLst/>
              <a:ahLst/>
              <a:cxnLst/>
              <a:rect l="l" t="t" r="r" b="b"/>
              <a:pathLst>
                <a:path w="908" h="780" extrusionOk="0">
                  <a:moveTo>
                    <a:pt x="399" y="1"/>
                  </a:moveTo>
                  <a:cubicBezTo>
                    <a:pt x="178" y="1"/>
                    <a:pt x="1" y="178"/>
                    <a:pt x="1" y="388"/>
                  </a:cubicBezTo>
                  <a:cubicBezTo>
                    <a:pt x="1" y="626"/>
                    <a:pt x="192" y="779"/>
                    <a:pt x="391" y="779"/>
                  </a:cubicBezTo>
                  <a:cubicBezTo>
                    <a:pt x="487" y="779"/>
                    <a:pt x="585" y="743"/>
                    <a:pt x="664" y="664"/>
                  </a:cubicBezTo>
                  <a:cubicBezTo>
                    <a:pt x="908" y="421"/>
                    <a:pt x="742" y="1"/>
                    <a:pt x="3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2161;p43">
              <a:extLst>
                <a:ext uri="{FF2B5EF4-FFF2-40B4-BE49-F238E27FC236}">
                  <a16:creationId xmlns:a16="http://schemas.microsoft.com/office/drawing/2014/main" id="{FD8D84BF-1C5F-1745-94A3-D8A099F72E70}"/>
                </a:ext>
              </a:extLst>
            </p:cNvPr>
            <p:cNvSpPr/>
            <p:nvPr/>
          </p:nvSpPr>
          <p:spPr>
            <a:xfrm>
              <a:off x="6785913" y="4307791"/>
              <a:ext cx="344713" cy="295390"/>
            </a:xfrm>
            <a:custGeom>
              <a:avLst/>
              <a:gdLst/>
              <a:ahLst/>
              <a:cxnLst/>
              <a:rect l="l" t="t" r="r" b="b"/>
              <a:pathLst>
                <a:path w="2530" h="2168" extrusionOk="0">
                  <a:moveTo>
                    <a:pt x="1098" y="0"/>
                  </a:moveTo>
                  <a:cubicBezTo>
                    <a:pt x="1094" y="0"/>
                    <a:pt x="1089" y="0"/>
                    <a:pt x="1085" y="0"/>
                  </a:cubicBezTo>
                  <a:cubicBezTo>
                    <a:pt x="487" y="0"/>
                    <a:pt x="1" y="476"/>
                    <a:pt x="1" y="1073"/>
                  </a:cubicBezTo>
                  <a:cubicBezTo>
                    <a:pt x="1" y="1732"/>
                    <a:pt x="533" y="2167"/>
                    <a:pt x="1090" y="2167"/>
                  </a:cubicBezTo>
                  <a:cubicBezTo>
                    <a:pt x="1355" y="2167"/>
                    <a:pt x="1626" y="2068"/>
                    <a:pt x="1848" y="1847"/>
                  </a:cubicBezTo>
                  <a:cubicBezTo>
                    <a:pt x="2530" y="1164"/>
                    <a:pt x="2051" y="0"/>
                    <a:pt x="1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2162;p43">
              <a:extLst>
                <a:ext uri="{FF2B5EF4-FFF2-40B4-BE49-F238E27FC236}">
                  <a16:creationId xmlns:a16="http://schemas.microsoft.com/office/drawing/2014/main" id="{EE61EB9B-D6EC-D33E-689E-A75422904C85}"/>
                </a:ext>
              </a:extLst>
            </p:cNvPr>
            <p:cNvSpPr/>
            <p:nvPr/>
          </p:nvSpPr>
          <p:spPr>
            <a:xfrm>
              <a:off x="6841776" y="4362291"/>
              <a:ext cx="214049" cy="183665"/>
            </a:xfrm>
            <a:custGeom>
              <a:avLst/>
              <a:gdLst/>
              <a:ahLst/>
              <a:cxnLst/>
              <a:rect l="l" t="t" r="r" b="b"/>
              <a:pathLst>
                <a:path w="1571" h="1348" extrusionOk="0">
                  <a:moveTo>
                    <a:pt x="676" y="1"/>
                  </a:moveTo>
                  <a:cubicBezTo>
                    <a:pt x="330" y="1"/>
                    <a:pt x="0" y="268"/>
                    <a:pt x="0" y="673"/>
                  </a:cubicBezTo>
                  <a:cubicBezTo>
                    <a:pt x="0" y="1049"/>
                    <a:pt x="299" y="1347"/>
                    <a:pt x="675" y="1347"/>
                  </a:cubicBezTo>
                  <a:cubicBezTo>
                    <a:pt x="1272" y="1347"/>
                    <a:pt x="1570" y="628"/>
                    <a:pt x="1150" y="197"/>
                  </a:cubicBezTo>
                  <a:cubicBezTo>
                    <a:pt x="1011" y="62"/>
                    <a:pt x="842" y="1"/>
                    <a:pt x="6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2163;p43">
              <a:extLst>
                <a:ext uri="{FF2B5EF4-FFF2-40B4-BE49-F238E27FC236}">
                  <a16:creationId xmlns:a16="http://schemas.microsoft.com/office/drawing/2014/main" id="{EECA0041-D63A-E3AF-B357-A7924FDC9A32}"/>
                </a:ext>
              </a:extLst>
            </p:cNvPr>
            <p:cNvSpPr/>
            <p:nvPr/>
          </p:nvSpPr>
          <p:spPr>
            <a:xfrm>
              <a:off x="6879926" y="4401123"/>
              <a:ext cx="124669" cy="106956"/>
            </a:xfrm>
            <a:custGeom>
              <a:avLst/>
              <a:gdLst/>
              <a:ahLst/>
              <a:cxnLst/>
              <a:rect l="l" t="t" r="r" b="b"/>
              <a:pathLst>
                <a:path w="915" h="785" extrusionOk="0">
                  <a:moveTo>
                    <a:pt x="395" y="1"/>
                  </a:moveTo>
                  <a:cubicBezTo>
                    <a:pt x="173" y="1"/>
                    <a:pt x="8" y="178"/>
                    <a:pt x="8" y="388"/>
                  </a:cubicBezTo>
                  <a:cubicBezTo>
                    <a:pt x="0" y="626"/>
                    <a:pt x="188" y="784"/>
                    <a:pt x="390" y="784"/>
                  </a:cubicBezTo>
                  <a:cubicBezTo>
                    <a:pt x="487" y="784"/>
                    <a:pt x="588" y="747"/>
                    <a:pt x="671" y="664"/>
                  </a:cubicBezTo>
                  <a:cubicBezTo>
                    <a:pt x="914" y="421"/>
                    <a:pt x="737" y="1"/>
                    <a:pt x="3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2164;p43">
              <a:extLst>
                <a:ext uri="{FF2B5EF4-FFF2-40B4-BE49-F238E27FC236}">
                  <a16:creationId xmlns:a16="http://schemas.microsoft.com/office/drawing/2014/main" id="{64497BF1-5FCB-A3FE-6C8F-FE084248493A}"/>
                </a:ext>
              </a:extLst>
            </p:cNvPr>
            <p:cNvSpPr/>
            <p:nvPr/>
          </p:nvSpPr>
          <p:spPr>
            <a:xfrm>
              <a:off x="6410815" y="4307791"/>
              <a:ext cx="344713" cy="295390"/>
            </a:xfrm>
            <a:custGeom>
              <a:avLst/>
              <a:gdLst/>
              <a:ahLst/>
              <a:cxnLst/>
              <a:rect l="l" t="t" r="r" b="b"/>
              <a:pathLst>
                <a:path w="2530" h="2168" extrusionOk="0">
                  <a:moveTo>
                    <a:pt x="1098" y="0"/>
                  </a:moveTo>
                  <a:cubicBezTo>
                    <a:pt x="1093" y="0"/>
                    <a:pt x="1089" y="0"/>
                    <a:pt x="1084" y="0"/>
                  </a:cubicBezTo>
                  <a:cubicBezTo>
                    <a:pt x="487" y="0"/>
                    <a:pt x="1" y="476"/>
                    <a:pt x="1" y="1073"/>
                  </a:cubicBezTo>
                  <a:cubicBezTo>
                    <a:pt x="1" y="1732"/>
                    <a:pt x="538" y="2167"/>
                    <a:pt x="1094" y="2167"/>
                  </a:cubicBezTo>
                  <a:cubicBezTo>
                    <a:pt x="1360" y="2167"/>
                    <a:pt x="1629" y="2068"/>
                    <a:pt x="1847" y="1847"/>
                  </a:cubicBezTo>
                  <a:cubicBezTo>
                    <a:pt x="2530" y="1164"/>
                    <a:pt x="2051" y="0"/>
                    <a:pt x="1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2165;p43">
              <a:extLst>
                <a:ext uri="{FF2B5EF4-FFF2-40B4-BE49-F238E27FC236}">
                  <a16:creationId xmlns:a16="http://schemas.microsoft.com/office/drawing/2014/main" id="{89E23F20-4E80-C56A-65C9-AE956821D76F}"/>
                </a:ext>
              </a:extLst>
            </p:cNvPr>
            <p:cNvSpPr/>
            <p:nvPr/>
          </p:nvSpPr>
          <p:spPr>
            <a:xfrm>
              <a:off x="6466542" y="4362291"/>
              <a:ext cx="214049" cy="183665"/>
            </a:xfrm>
            <a:custGeom>
              <a:avLst/>
              <a:gdLst/>
              <a:ahLst/>
              <a:cxnLst/>
              <a:rect l="l" t="t" r="r" b="b"/>
              <a:pathLst>
                <a:path w="1571" h="1348" extrusionOk="0">
                  <a:moveTo>
                    <a:pt x="682" y="1"/>
                  </a:moveTo>
                  <a:cubicBezTo>
                    <a:pt x="335" y="1"/>
                    <a:pt x="1" y="268"/>
                    <a:pt x="1" y="673"/>
                  </a:cubicBezTo>
                  <a:cubicBezTo>
                    <a:pt x="1" y="1049"/>
                    <a:pt x="299" y="1347"/>
                    <a:pt x="675" y="1347"/>
                  </a:cubicBezTo>
                  <a:cubicBezTo>
                    <a:pt x="1272" y="1347"/>
                    <a:pt x="1571" y="628"/>
                    <a:pt x="1151" y="197"/>
                  </a:cubicBezTo>
                  <a:cubicBezTo>
                    <a:pt x="1015" y="62"/>
                    <a:pt x="847" y="1"/>
                    <a:pt x="68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2166;p43">
              <a:extLst>
                <a:ext uri="{FF2B5EF4-FFF2-40B4-BE49-F238E27FC236}">
                  <a16:creationId xmlns:a16="http://schemas.microsoft.com/office/drawing/2014/main" id="{132D0CD7-959E-CC4D-07CE-784163ABF23E}"/>
                </a:ext>
              </a:extLst>
            </p:cNvPr>
            <p:cNvSpPr/>
            <p:nvPr/>
          </p:nvSpPr>
          <p:spPr>
            <a:xfrm>
              <a:off x="6505782" y="4401123"/>
              <a:ext cx="123579" cy="106275"/>
            </a:xfrm>
            <a:custGeom>
              <a:avLst/>
              <a:gdLst/>
              <a:ahLst/>
              <a:cxnLst/>
              <a:rect l="l" t="t" r="r" b="b"/>
              <a:pathLst>
                <a:path w="907" h="780" extrusionOk="0">
                  <a:moveTo>
                    <a:pt x="387" y="1"/>
                  </a:moveTo>
                  <a:cubicBezTo>
                    <a:pt x="166" y="1"/>
                    <a:pt x="0" y="178"/>
                    <a:pt x="0" y="388"/>
                  </a:cubicBezTo>
                  <a:cubicBezTo>
                    <a:pt x="0" y="626"/>
                    <a:pt x="191" y="779"/>
                    <a:pt x="390" y="779"/>
                  </a:cubicBezTo>
                  <a:cubicBezTo>
                    <a:pt x="486" y="779"/>
                    <a:pt x="584" y="743"/>
                    <a:pt x="664" y="664"/>
                  </a:cubicBezTo>
                  <a:cubicBezTo>
                    <a:pt x="907" y="421"/>
                    <a:pt x="730" y="1"/>
                    <a:pt x="3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2167;p43">
              <a:extLst>
                <a:ext uri="{FF2B5EF4-FFF2-40B4-BE49-F238E27FC236}">
                  <a16:creationId xmlns:a16="http://schemas.microsoft.com/office/drawing/2014/main" id="{16888754-C433-3B22-8669-9440E231CF0F}"/>
                </a:ext>
              </a:extLst>
            </p:cNvPr>
            <p:cNvSpPr/>
            <p:nvPr/>
          </p:nvSpPr>
          <p:spPr>
            <a:xfrm>
              <a:off x="5561503" y="4251918"/>
              <a:ext cx="513441" cy="351247"/>
            </a:xfrm>
            <a:custGeom>
              <a:avLst/>
              <a:gdLst/>
              <a:ahLst/>
              <a:cxnLst/>
              <a:rect l="l" t="t" r="r" b="b"/>
              <a:pathLst>
                <a:path w="1925" h="1317" extrusionOk="0">
                  <a:moveTo>
                    <a:pt x="1637" y="1"/>
                  </a:moveTo>
                  <a:lnTo>
                    <a:pt x="1" y="1316"/>
                  </a:lnTo>
                  <a:lnTo>
                    <a:pt x="1925" y="1316"/>
                  </a:lnTo>
                  <a:lnTo>
                    <a:pt x="19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2168;p43">
              <a:extLst>
                <a:ext uri="{FF2B5EF4-FFF2-40B4-BE49-F238E27FC236}">
                  <a16:creationId xmlns:a16="http://schemas.microsoft.com/office/drawing/2014/main" id="{9C01BDC5-7253-CE1B-51DC-EEE06B15594F}"/>
                </a:ext>
              </a:extLst>
            </p:cNvPr>
            <p:cNvSpPr/>
            <p:nvPr/>
          </p:nvSpPr>
          <p:spPr>
            <a:xfrm>
              <a:off x="5794620" y="4293257"/>
              <a:ext cx="236049" cy="206694"/>
            </a:xfrm>
            <a:custGeom>
              <a:avLst/>
              <a:gdLst/>
              <a:ahLst/>
              <a:cxnLst/>
              <a:rect l="l" t="t" r="r" b="b"/>
              <a:pathLst>
                <a:path w="885" h="775" extrusionOk="0">
                  <a:moveTo>
                    <a:pt x="819" y="0"/>
                  </a:moveTo>
                  <a:lnTo>
                    <a:pt x="0" y="774"/>
                  </a:lnTo>
                  <a:lnTo>
                    <a:pt x="465" y="774"/>
                  </a:lnTo>
                  <a:lnTo>
                    <a:pt x="88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2169;p43">
              <a:extLst>
                <a:ext uri="{FF2B5EF4-FFF2-40B4-BE49-F238E27FC236}">
                  <a16:creationId xmlns:a16="http://schemas.microsoft.com/office/drawing/2014/main" id="{850E84DA-C53F-EB20-154F-848AB4F69B3B}"/>
                </a:ext>
              </a:extLst>
            </p:cNvPr>
            <p:cNvSpPr/>
            <p:nvPr/>
          </p:nvSpPr>
          <p:spPr>
            <a:xfrm>
              <a:off x="5561503" y="4529024"/>
              <a:ext cx="513441" cy="74143"/>
            </a:xfrm>
            <a:custGeom>
              <a:avLst/>
              <a:gdLst/>
              <a:ahLst/>
              <a:cxnLst/>
              <a:rect l="l" t="t" r="r" b="b"/>
              <a:pathLst>
                <a:path w="1925" h="278" extrusionOk="0">
                  <a:moveTo>
                    <a:pt x="1" y="1"/>
                  </a:moveTo>
                  <a:lnTo>
                    <a:pt x="1" y="277"/>
                  </a:lnTo>
                  <a:lnTo>
                    <a:pt x="1925" y="277"/>
                  </a:lnTo>
                  <a:lnTo>
                    <a:pt x="192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2170;p43">
              <a:extLst>
                <a:ext uri="{FF2B5EF4-FFF2-40B4-BE49-F238E27FC236}">
                  <a16:creationId xmlns:a16="http://schemas.microsoft.com/office/drawing/2014/main" id="{A372BE77-FA93-39FD-5B67-5C0C0C64EACA}"/>
                </a:ext>
              </a:extLst>
            </p:cNvPr>
            <p:cNvSpPr/>
            <p:nvPr/>
          </p:nvSpPr>
          <p:spPr>
            <a:xfrm>
              <a:off x="6916986" y="4312287"/>
              <a:ext cx="61994" cy="53001"/>
            </a:xfrm>
            <a:custGeom>
              <a:avLst/>
              <a:gdLst/>
              <a:ahLst/>
              <a:cxnLst/>
              <a:rect l="l" t="t" r="r" b="b"/>
              <a:pathLst>
                <a:path w="455" h="389" extrusionOk="0">
                  <a:moveTo>
                    <a:pt x="189" y="0"/>
                  </a:moveTo>
                  <a:cubicBezTo>
                    <a:pt x="89" y="0"/>
                    <a:pt x="1" y="89"/>
                    <a:pt x="1" y="199"/>
                  </a:cubicBezTo>
                  <a:cubicBezTo>
                    <a:pt x="1" y="312"/>
                    <a:pt x="97" y="389"/>
                    <a:pt x="198" y="389"/>
                  </a:cubicBezTo>
                  <a:cubicBezTo>
                    <a:pt x="245" y="389"/>
                    <a:pt x="293" y="371"/>
                    <a:pt x="333" y="332"/>
                  </a:cubicBezTo>
                  <a:cubicBezTo>
                    <a:pt x="454" y="210"/>
                    <a:pt x="366" y="0"/>
                    <a:pt x="1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2171;p43">
              <a:extLst>
                <a:ext uri="{FF2B5EF4-FFF2-40B4-BE49-F238E27FC236}">
                  <a16:creationId xmlns:a16="http://schemas.microsoft.com/office/drawing/2014/main" id="{CBB06EC6-2595-6D35-296B-1130CD75DB4A}"/>
                </a:ext>
              </a:extLst>
            </p:cNvPr>
            <p:cNvSpPr/>
            <p:nvPr/>
          </p:nvSpPr>
          <p:spPr>
            <a:xfrm>
              <a:off x="6466542" y="4422242"/>
              <a:ext cx="183938" cy="88971"/>
            </a:xfrm>
            <a:custGeom>
              <a:avLst/>
              <a:gdLst/>
              <a:ahLst/>
              <a:cxnLst/>
              <a:rect l="l" t="t" r="r" b="b"/>
              <a:pathLst>
                <a:path w="1350" h="653" extrusionOk="0">
                  <a:moveTo>
                    <a:pt x="1306" y="1"/>
                  </a:moveTo>
                  <a:lnTo>
                    <a:pt x="1" y="288"/>
                  </a:lnTo>
                  <a:cubicBezTo>
                    <a:pt x="12" y="421"/>
                    <a:pt x="67" y="542"/>
                    <a:pt x="144" y="653"/>
                  </a:cubicBezTo>
                  <a:lnTo>
                    <a:pt x="1328" y="388"/>
                  </a:lnTo>
                  <a:cubicBezTo>
                    <a:pt x="1339" y="343"/>
                    <a:pt x="1350" y="288"/>
                    <a:pt x="1350" y="233"/>
                  </a:cubicBezTo>
                  <a:cubicBezTo>
                    <a:pt x="1350" y="155"/>
                    <a:pt x="1328" y="78"/>
                    <a:pt x="13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2172;p43">
              <a:extLst>
                <a:ext uri="{FF2B5EF4-FFF2-40B4-BE49-F238E27FC236}">
                  <a16:creationId xmlns:a16="http://schemas.microsoft.com/office/drawing/2014/main" id="{B984872D-6F69-F1AE-EF53-681E5055CE95}"/>
                </a:ext>
              </a:extLst>
            </p:cNvPr>
            <p:cNvSpPr/>
            <p:nvPr/>
          </p:nvSpPr>
          <p:spPr>
            <a:xfrm>
              <a:off x="6259168" y="4312969"/>
              <a:ext cx="721989" cy="196881"/>
            </a:xfrm>
            <a:custGeom>
              <a:avLst/>
              <a:gdLst/>
              <a:ahLst/>
              <a:cxnLst/>
              <a:rect l="l" t="t" r="r" b="b"/>
              <a:pathLst>
                <a:path w="5299" h="1445" extrusionOk="0">
                  <a:moveTo>
                    <a:pt x="5031" y="1"/>
                  </a:moveTo>
                  <a:cubicBezTo>
                    <a:pt x="5016" y="1"/>
                    <a:pt x="5000" y="3"/>
                    <a:pt x="4984" y="6"/>
                  </a:cubicBezTo>
                  <a:lnTo>
                    <a:pt x="218" y="1068"/>
                  </a:lnTo>
                  <a:cubicBezTo>
                    <a:pt x="0" y="1111"/>
                    <a:pt x="29" y="1444"/>
                    <a:pt x="251" y="1444"/>
                  </a:cubicBezTo>
                  <a:cubicBezTo>
                    <a:pt x="255" y="1444"/>
                    <a:pt x="259" y="1444"/>
                    <a:pt x="262" y="1444"/>
                  </a:cubicBezTo>
                  <a:lnTo>
                    <a:pt x="306" y="1444"/>
                  </a:lnTo>
                  <a:lnTo>
                    <a:pt x="5061" y="382"/>
                  </a:lnTo>
                  <a:cubicBezTo>
                    <a:pt x="5298" y="331"/>
                    <a:pt x="5238" y="1"/>
                    <a:pt x="50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2173;p43">
              <a:extLst>
                <a:ext uri="{FF2B5EF4-FFF2-40B4-BE49-F238E27FC236}">
                  <a16:creationId xmlns:a16="http://schemas.microsoft.com/office/drawing/2014/main" id="{143FF484-8A84-7C77-9680-54577B33213E}"/>
                </a:ext>
              </a:extLst>
            </p:cNvPr>
            <p:cNvSpPr/>
            <p:nvPr/>
          </p:nvSpPr>
          <p:spPr>
            <a:xfrm>
              <a:off x="6073322" y="4252065"/>
              <a:ext cx="271410" cy="263780"/>
            </a:xfrm>
            <a:custGeom>
              <a:avLst/>
              <a:gdLst/>
              <a:ahLst/>
              <a:cxnLst/>
              <a:rect l="l" t="t" r="r" b="b"/>
              <a:pathLst>
                <a:path w="1992" h="1936" extrusionOk="0">
                  <a:moveTo>
                    <a:pt x="399" y="0"/>
                  </a:moveTo>
                  <a:cubicBezTo>
                    <a:pt x="178" y="0"/>
                    <a:pt x="1" y="177"/>
                    <a:pt x="12" y="398"/>
                  </a:cubicBezTo>
                  <a:lnTo>
                    <a:pt x="12" y="1548"/>
                  </a:lnTo>
                  <a:cubicBezTo>
                    <a:pt x="12" y="1758"/>
                    <a:pt x="178" y="1935"/>
                    <a:pt x="399" y="1935"/>
                  </a:cubicBezTo>
                  <a:lnTo>
                    <a:pt x="1991" y="1935"/>
                  </a:lnTo>
                  <a:lnTo>
                    <a:pt x="199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2174;p43">
              <a:extLst>
                <a:ext uri="{FF2B5EF4-FFF2-40B4-BE49-F238E27FC236}">
                  <a16:creationId xmlns:a16="http://schemas.microsoft.com/office/drawing/2014/main" id="{1E8178E7-E08E-BC8A-7A5E-38F95B2800C7}"/>
                </a:ext>
              </a:extLst>
            </p:cNvPr>
            <p:cNvSpPr/>
            <p:nvPr/>
          </p:nvSpPr>
          <p:spPr>
            <a:xfrm>
              <a:off x="6900500" y="4496090"/>
              <a:ext cx="816682" cy="49868"/>
            </a:xfrm>
            <a:custGeom>
              <a:avLst/>
              <a:gdLst/>
              <a:ahLst/>
              <a:cxnLst/>
              <a:rect l="l" t="t" r="r" b="b"/>
              <a:pathLst>
                <a:path w="5994" h="366" extrusionOk="0">
                  <a:moveTo>
                    <a:pt x="244" y="0"/>
                  </a:moveTo>
                  <a:cubicBezTo>
                    <a:pt x="0" y="0"/>
                    <a:pt x="0" y="365"/>
                    <a:pt x="244" y="365"/>
                  </a:cubicBezTo>
                  <a:lnTo>
                    <a:pt x="5750" y="365"/>
                  </a:lnTo>
                  <a:cubicBezTo>
                    <a:pt x="5994" y="365"/>
                    <a:pt x="5994" y="0"/>
                    <a:pt x="575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2175;p43">
              <a:extLst>
                <a:ext uri="{FF2B5EF4-FFF2-40B4-BE49-F238E27FC236}">
                  <a16:creationId xmlns:a16="http://schemas.microsoft.com/office/drawing/2014/main" id="{829649ED-42EA-E6E4-C3A8-04CC304BFF4E}"/>
                </a:ext>
              </a:extLst>
            </p:cNvPr>
            <p:cNvSpPr/>
            <p:nvPr/>
          </p:nvSpPr>
          <p:spPr>
            <a:xfrm>
              <a:off x="6285737" y="3509226"/>
              <a:ext cx="131209" cy="21255"/>
            </a:xfrm>
            <a:custGeom>
              <a:avLst/>
              <a:gdLst/>
              <a:ahLst/>
              <a:cxnLst/>
              <a:rect l="l" t="t" r="r" b="b"/>
              <a:pathLst>
                <a:path w="963" h="156" extrusionOk="0">
                  <a:moveTo>
                    <a:pt x="1" y="1"/>
                  </a:moveTo>
                  <a:lnTo>
                    <a:pt x="1" y="155"/>
                  </a:lnTo>
                  <a:lnTo>
                    <a:pt x="963" y="155"/>
                  </a:lnTo>
                  <a:lnTo>
                    <a:pt x="9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2176;p43">
              <a:extLst>
                <a:ext uri="{FF2B5EF4-FFF2-40B4-BE49-F238E27FC236}">
                  <a16:creationId xmlns:a16="http://schemas.microsoft.com/office/drawing/2014/main" id="{A06B2B44-6CDC-9161-DF08-9A7E070A53C2}"/>
                </a:ext>
              </a:extLst>
            </p:cNvPr>
            <p:cNvSpPr/>
            <p:nvPr/>
          </p:nvSpPr>
          <p:spPr>
            <a:xfrm>
              <a:off x="6716698" y="3599697"/>
              <a:ext cx="66354" cy="15124"/>
            </a:xfrm>
            <a:custGeom>
              <a:avLst/>
              <a:gdLst/>
              <a:ahLst/>
              <a:cxnLst/>
              <a:rect l="l" t="t" r="r" b="b"/>
              <a:pathLst>
                <a:path w="487" h="111" extrusionOk="0">
                  <a:moveTo>
                    <a:pt x="0" y="0"/>
                  </a:moveTo>
                  <a:lnTo>
                    <a:pt x="0" y="111"/>
                  </a:lnTo>
                  <a:lnTo>
                    <a:pt x="487" y="111"/>
                  </a:lnTo>
                  <a:lnTo>
                    <a:pt x="48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2177;p43">
              <a:extLst>
                <a:ext uri="{FF2B5EF4-FFF2-40B4-BE49-F238E27FC236}">
                  <a16:creationId xmlns:a16="http://schemas.microsoft.com/office/drawing/2014/main" id="{AE1FBA6C-7C0C-4104-3AC5-319FEE1207D4}"/>
                </a:ext>
              </a:extLst>
            </p:cNvPr>
            <p:cNvSpPr/>
            <p:nvPr/>
          </p:nvSpPr>
          <p:spPr>
            <a:xfrm>
              <a:off x="7447410" y="3671910"/>
              <a:ext cx="185436" cy="173446"/>
            </a:xfrm>
            <a:custGeom>
              <a:avLst/>
              <a:gdLst/>
              <a:ahLst/>
              <a:cxnLst/>
              <a:rect l="l" t="t" r="r" b="b"/>
              <a:pathLst>
                <a:path w="1361" h="1273" extrusionOk="0">
                  <a:moveTo>
                    <a:pt x="0" y="1"/>
                  </a:moveTo>
                  <a:lnTo>
                    <a:pt x="0" y="1272"/>
                  </a:lnTo>
                  <a:lnTo>
                    <a:pt x="1360" y="1272"/>
                  </a:lnTo>
                  <a:lnTo>
                    <a:pt x="136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2178;p43">
              <a:extLst>
                <a:ext uri="{FF2B5EF4-FFF2-40B4-BE49-F238E27FC236}">
                  <a16:creationId xmlns:a16="http://schemas.microsoft.com/office/drawing/2014/main" id="{019E39B5-B83A-4B25-6588-73E434A234FF}"/>
                </a:ext>
              </a:extLst>
            </p:cNvPr>
            <p:cNvSpPr/>
            <p:nvPr/>
          </p:nvSpPr>
          <p:spPr>
            <a:xfrm>
              <a:off x="7439780" y="3664416"/>
              <a:ext cx="200560" cy="188434"/>
            </a:xfrm>
            <a:custGeom>
              <a:avLst/>
              <a:gdLst/>
              <a:ahLst/>
              <a:cxnLst/>
              <a:rect l="l" t="t" r="r" b="b"/>
              <a:pathLst>
                <a:path w="1472" h="1383" extrusionOk="0">
                  <a:moveTo>
                    <a:pt x="1361" y="111"/>
                  </a:moveTo>
                  <a:lnTo>
                    <a:pt x="1361" y="1272"/>
                  </a:lnTo>
                  <a:lnTo>
                    <a:pt x="112" y="1272"/>
                  </a:lnTo>
                  <a:lnTo>
                    <a:pt x="112" y="111"/>
                  </a:lnTo>
                  <a:close/>
                  <a:moveTo>
                    <a:pt x="1" y="1"/>
                  </a:moveTo>
                  <a:lnTo>
                    <a:pt x="1" y="1383"/>
                  </a:lnTo>
                  <a:lnTo>
                    <a:pt x="1472" y="1383"/>
                  </a:lnTo>
                  <a:lnTo>
                    <a:pt x="14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2179;p43">
              <a:extLst>
                <a:ext uri="{FF2B5EF4-FFF2-40B4-BE49-F238E27FC236}">
                  <a16:creationId xmlns:a16="http://schemas.microsoft.com/office/drawing/2014/main" id="{9F555462-7DE5-ADC5-6265-E877C935D08E}"/>
                </a:ext>
              </a:extLst>
            </p:cNvPr>
            <p:cNvSpPr/>
            <p:nvPr/>
          </p:nvSpPr>
          <p:spPr>
            <a:xfrm>
              <a:off x="8113266" y="4206830"/>
              <a:ext cx="2110921" cy="55863"/>
            </a:xfrm>
            <a:custGeom>
              <a:avLst/>
              <a:gdLst/>
              <a:ahLst/>
              <a:cxnLst/>
              <a:rect l="l" t="t" r="r" b="b"/>
              <a:pathLst>
                <a:path w="15493" h="410" extrusionOk="0">
                  <a:moveTo>
                    <a:pt x="1" y="0"/>
                  </a:moveTo>
                  <a:lnTo>
                    <a:pt x="1" y="409"/>
                  </a:lnTo>
                  <a:lnTo>
                    <a:pt x="15492" y="409"/>
                  </a:lnTo>
                  <a:lnTo>
                    <a:pt x="1549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2180;p43">
              <a:extLst>
                <a:ext uri="{FF2B5EF4-FFF2-40B4-BE49-F238E27FC236}">
                  <a16:creationId xmlns:a16="http://schemas.microsoft.com/office/drawing/2014/main" id="{EDF9BECB-60DD-C97B-E453-9262817EBAF0}"/>
                </a:ext>
              </a:extLst>
            </p:cNvPr>
            <p:cNvSpPr/>
            <p:nvPr/>
          </p:nvSpPr>
          <p:spPr>
            <a:xfrm>
              <a:off x="8260962" y="4223316"/>
              <a:ext cx="1832154" cy="232170"/>
            </a:xfrm>
            <a:custGeom>
              <a:avLst/>
              <a:gdLst/>
              <a:ahLst/>
              <a:cxnLst/>
              <a:rect l="l" t="t" r="r" b="b"/>
              <a:pathLst>
                <a:path w="13447" h="1704" extrusionOk="0">
                  <a:moveTo>
                    <a:pt x="0" y="1"/>
                  </a:moveTo>
                  <a:lnTo>
                    <a:pt x="0" y="1704"/>
                  </a:lnTo>
                  <a:lnTo>
                    <a:pt x="13446" y="1704"/>
                  </a:lnTo>
                  <a:lnTo>
                    <a:pt x="1344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2181;p43">
              <a:extLst>
                <a:ext uri="{FF2B5EF4-FFF2-40B4-BE49-F238E27FC236}">
                  <a16:creationId xmlns:a16="http://schemas.microsoft.com/office/drawing/2014/main" id="{7FD00251-F33B-0117-F74F-44B4E94D33B6}"/>
                </a:ext>
              </a:extLst>
            </p:cNvPr>
            <p:cNvSpPr/>
            <p:nvPr/>
          </p:nvSpPr>
          <p:spPr>
            <a:xfrm>
              <a:off x="9026281" y="3533343"/>
              <a:ext cx="274407" cy="60359"/>
            </a:xfrm>
            <a:custGeom>
              <a:avLst/>
              <a:gdLst/>
              <a:ahLst/>
              <a:cxnLst/>
              <a:rect l="l" t="t" r="r" b="b"/>
              <a:pathLst>
                <a:path w="2014" h="443" extrusionOk="0">
                  <a:moveTo>
                    <a:pt x="1" y="1"/>
                  </a:moveTo>
                  <a:lnTo>
                    <a:pt x="1" y="443"/>
                  </a:lnTo>
                  <a:lnTo>
                    <a:pt x="2013" y="443"/>
                  </a:lnTo>
                  <a:lnTo>
                    <a:pt x="20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2182;p43">
              <a:extLst>
                <a:ext uri="{FF2B5EF4-FFF2-40B4-BE49-F238E27FC236}">
                  <a16:creationId xmlns:a16="http://schemas.microsoft.com/office/drawing/2014/main" id="{63EDE428-C710-6B76-883F-DF12CF7504C1}"/>
                </a:ext>
              </a:extLst>
            </p:cNvPr>
            <p:cNvSpPr/>
            <p:nvPr/>
          </p:nvSpPr>
          <p:spPr>
            <a:xfrm>
              <a:off x="9921175" y="3533343"/>
              <a:ext cx="274407" cy="60359"/>
            </a:xfrm>
            <a:custGeom>
              <a:avLst/>
              <a:gdLst/>
              <a:ahLst/>
              <a:cxnLst/>
              <a:rect l="l" t="t" r="r" b="b"/>
              <a:pathLst>
                <a:path w="2014" h="443" extrusionOk="0">
                  <a:moveTo>
                    <a:pt x="1" y="1"/>
                  </a:moveTo>
                  <a:lnTo>
                    <a:pt x="1" y="443"/>
                  </a:lnTo>
                  <a:lnTo>
                    <a:pt x="2013" y="443"/>
                  </a:lnTo>
                  <a:lnTo>
                    <a:pt x="20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2183;p43">
              <a:extLst>
                <a:ext uri="{FF2B5EF4-FFF2-40B4-BE49-F238E27FC236}">
                  <a16:creationId xmlns:a16="http://schemas.microsoft.com/office/drawing/2014/main" id="{893A8A4D-DD16-48B5-47DF-B48F092CECFA}"/>
                </a:ext>
              </a:extLst>
            </p:cNvPr>
            <p:cNvSpPr/>
            <p:nvPr/>
          </p:nvSpPr>
          <p:spPr>
            <a:xfrm>
              <a:off x="8160000" y="3533343"/>
              <a:ext cx="274271" cy="60359"/>
            </a:xfrm>
            <a:custGeom>
              <a:avLst/>
              <a:gdLst/>
              <a:ahLst/>
              <a:cxnLst/>
              <a:rect l="l" t="t" r="r" b="b"/>
              <a:pathLst>
                <a:path w="2013" h="443" extrusionOk="0">
                  <a:moveTo>
                    <a:pt x="0" y="1"/>
                  </a:moveTo>
                  <a:lnTo>
                    <a:pt x="0" y="443"/>
                  </a:lnTo>
                  <a:lnTo>
                    <a:pt x="2013" y="443"/>
                  </a:lnTo>
                  <a:lnTo>
                    <a:pt x="20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2184;p43">
              <a:extLst>
                <a:ext uri="{FF2B5EF4-FFF2-40B4-BE49-F238E27FC236}">
                  <a16:creationId xmlns:a16="http://schemas.microsoft.com/office/drawing/2014/main" id="{CFD22D9E-4D46-2A62-F58C-734FACDC5AE4}"/>
                </a:ext>
              </a:extLst>
            </p:cNvPr>
            <p:cNvSpPr/>
            <p:nvPr/>
          </p:nvSpPr>
          <p:spPr>
            <a:xfrm>
              <a:off x="8068031" y="3563454"/>
              <a:ext cx="2219376" cy="659995"/>
            </a:xfrm>
            <a:custGeom>
              <a:avLst/>
              <a:gdLst/>
              <a:ahLst/>
              <a:cxnLst/>
              <a:rect l="l" t="t" r="r" b="b"/>
              <a:pathLst>
                <a:path w="16289" h="4844" extrusionOk="0">
                  <a:moveTo>
                    <a:pt x="1" y="1"/>
                  </a:moveTo>
                  <a:lnTo>
                    <a:pt x="1" y="4844"/>
                  </a:lnTo>
                  <a:lnTo>
                    <a:pt x="16289" y="4844"/>
                  </a:lnTo>
                  <a:lnTo>
                    <a:pt x="162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2185;p43">
              <a:extLst>
                <a:ext uri="{FF2B5EF4-FFF2-40B4-BE49-F238E27FC236}">
                  <a16:creationId xmlns:a16="http://schemas.microsoft.com/office/drawing/2014/main" id="{CC0E75B5-9322-80E5-DF41-B5CDD48ECDC4}"/>
                </a:ext>
              </a:extLst>
            </p:cNvPr>
            <p:cNvSpPr/>
            <p:nvPr/>
          </p:nvSpPr>
          <p:spPr>
            <a:xfrm>
              <a:off x="8068031" y="3619181"/>
              <a:ext cx="2219376" cy="13761"/>
            </a:xfrm>
            <a:custGeom>
              <a:avLst/>
              <a:gdLst/>
              <a:ahLst/>
              <a:cxnLst/>
              <a:rect l="l" t="t" r="r" b="b"/>
              <a:pathLst>
                <a:path w="16289" h="101" extrusionOk="0">
                  <a:moveTo>
                    <a:pt x="1" y="1"/>
                  </a:moveTo>
                  <a:lnTo>
                    <a:pt x="1" y="100"/>
                  </a:lnTo>
                  <a:lnTo>
                    <a:pt x="16289" y="100"/>
                  </a:lnTo>
                  <a:lnTo>
                    <a:pt x="162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2186;p43">
              <a:extLst>
                <a:ext uri="{FF2B5EF4-FFF2-40B4-BE49-F238E27FC236}">
                  <a16:creationId xmlns:a16="http://schemas.microsoft.com/office/drawing/2014/main" id="{E5069797-21FB-CFD6-EF00-B4B6D2052A94}"/>
                </a:ext>
              </a:extLst>
            </p:cNvPr>
            <p:cNvSpPr/>
            <p:nvPr/>
          </p:nvSpPr>
          <p:spPr>
            <a:xfrm>
              <a:off x="8068031" y="3708152"/>
              <a:ext cx="2219376" cy="13625"/>
            </a:xfrm>
            <a:custGeom>
              <a:avLst/>
              <a:gdLst/>
              <a:ahLst/>
              <a:cxnLst/>
              <a:rect l="l" t="t" r="r" b="b"/>
              <a:pathLst>
                <a:path w="16289" h="100"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2187;p43">
              <a:extLst>
                <a:ext uri="{FF2B5EF4-FFF2-40B4-BE49-F238E27FC236}">
                  <a16:creationId xmlns:a16="http://schemas.microsoft.com/office/drawing/2014/main" id="{A542C69D-2D50-8006-5E22-BEBB82875C9A}"/>
                </a:ext>
              </a:extLst>
            </p:cNvPr>
            <p:cNvSpPr/>
            <p:nvPr/>
          </p:nvSpPr>
          <p:spPr>
            <a:xfrm>
              <a:off x="8068031" y="3796988"/>
              <a:ext cx="2219376" cy="13761"/>
            </a:xfrm>
            <a:custGeom>
              <a:avLst/>
              <a:gdLst/>
              <a:ahLst/>
              <a:cxnLst/>
              <a:rect l="l" t="t" r="r" b="b"/>
              <a:pathLst>
                <a:path w="16289" h="101" extrusionOk="0">
                  <a:moveTo>
                    <a:pt x="1" y="1"/>
                  </a:moveTo>
                  <a:lnTo>
                    <a:pt x="1" y="100"/>
                  </a:lnTo>
                  <a:lnTo>
                    <a:pt x="16289" y="100"/>
                  </a:lnTo>
                  <a:lnTo>
                    <a:pt x="162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2188;p43">
              <a:extLst>
                <a:ext uri="{FF2B5EF4-FFF2-40B4-BE49-F238E27FC236}">
                  <a16:creationId xmlns:a16="http://schemas.microsoft.com/office/drawing/2014/main" id="{2417C11E-0BCE-0A09-DB7C-0F2E427B9A20}"/>
                </a:ext>
              </a:extLst>
            </p:cNvPr>
            <p:cNvSpPr/>
            <p:nvPr/>
          </p:nvSpPr>
          <p:spPr>
            <a:xfrm>
              <a:off x="8068031" y="3976294"/>
              <a:ext cx="2219376" cy="13761"/>
            </a:xfrm>
            <a:custGeom>
              <a:avLst/>
              <a:gdLst/>
              <a:ahLst/>
              <a:cxnLst/>
              <a:rect l="l" t="t" r="r" b="b"/>
              <a:pathLst>
                <a:path w="16289" h="101"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2189;p43">
              <a:extLst>
                <a:ext uri="{FF2B5EF4-FFF2-40B4-BE49-F238E27FC236}">
                  <a16:creationId xmlns:a16="http://schemas.microsoft.com/office/drawing/2014/main" id="{8EE97A2B-6DBB-28AD-8176-BE474E40435C}"/>
                </a:ext>
              </a:extLst>
            </p:cNvPr>
            <p:cNvSpPr/>
            <p:nvPr/>
          </p:nvSpPr>
          <p:spPr>
            <a:xfrm>
              <a:off x="8068031" y="3887458"/>
              <a:ext cx="2219376" cy="13625"/>
            </a:xfrm>
            <a:custGeom>
              <a:avLst/>
              <a:gdLst/>
              <a:ahLst/>
              <a:cxnLst/>
              <a:rect l="l" t="t" r="r" b="b"/>
              <a:pathLst>
                <a:path w="16289" h="100"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2190;p43">
              <a:extLst>
                <a:ext uri="{FF2B5EF4-FFF2-40B4-BE49-F238E27FC236}">
                  <a16:creationId xmlns:a16="http://schemas.microsoft.com/office/drawing/2014/main" id="{115CC25C-7B60-17B3-45F7-5C21B8C8D76A}"/>
                </a:ext>
              </a:extLst>
            </p:cNvPr>
            <p:cNvSpPr/>
            <p:nvPr/>
          </p:nvSpPr>
          <p:spPr>
            <a:xfrm>
              <a:off x="8068031" y="4065129"/>
              <a:ext cx="2219376" cy="13761"/>
            </a:xfrm>
            <a:custGeom>
              <a:avLst/>
              <a:gdLst/>
              <a:ahLst/>
              <a:cxnLst/>
              <a:rect l="l" t="t" r="r" b="b"/>
              <a:pathLst>
                <a:path w="16289" h="101" extrusionOk="0">
                  <a:moveTo>
                    <a:pt x="1" y="1"/>
                  </a:moveTo>
                  <a:lnTo>
                    <a:pt x="1" y="100"/>
                  </a:lnTo>
                  <a:lnTo>
                    <a:pt x="16289" y="100"/>
                  </a:lnTo>
                  <a:lnTo>
                    <a:pt x="162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2191;p43">
              <a:extLst>
                <a:ext uri="{FF2B5EF4-FFF2-40B4-BE49-F238E27FC236}">
                  <a16:creationId xmlns:a16="http://schemas.microsoft.com/office/drawing/2014/main" id="{2384B8EB-7068-0FC0-C57A-809795AFFC04}"/>
                </a:ext>
              </a:extLst>
            </p:cNvPr>
            <p:cNvSpPr/>
            <p:nvPr/>
          </p:nvSpPr>
          <p:spPr>
            <a:xfrm>
              <a:off x="8068031" y="4154101"/>
              <a:ext cx="2219376" cy="13625"/>
            </a:xfrm>
            <a:custGeom>
              <a:avLst/>
              <a:gdLst/>
              <a:ahLst/>
              <a:cxnLst/>
              <a:rect l="l" t="t" r="r" b="b"/>
              <a:pathLst>
                <a:path w="16289" h="100"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2192;p43">
              <a:extLst>
                <a:ext uri="{FF2B5EF4-FFF2-40B4-BE49-F238E27FC236}">
                  <a16:creationId xmlns:a16="http://schemas.microsoft.com/office/drawing/2014/main" id="{2ED3E3F6-C23B-4780-2C0A-B9A1C96D7E51}"/>
                </a:ext>
              </a:extLst>
            </p:cNvPr>
            <p:cNvSpPr/>
            <p:nvPr/>
          </p:nvSpPr>
          <p:spPr>
            <a:xfrm>
              <a:off x="9006661" y="4252065"/>
              <a:ext cx="340625" cy="78480"/>
            </a:xfrm>
            <a:custGeom>
              <a:avLst/>
              <a:gdLst/>
              <a:ahLst/>
              <a:cxnLst/>
              <a:rect l="l" t="t" r="r" b="b"/>
              <a:pathLst>
                <a:path w="2500" h="576" extrusionOk="0">
                  <a:moveTo>
                    <a:pt x="1" y="0"/>
                  </a:moveTo>
                  <a:lnTo>
                    <a:pt x="1" y="575"/>
                  </a:lnTo>
                  <a:lnTo>
                    <a:pt x="2500" y="575"/>
                  </a:lnTo>
                  <a:lnTo>
                    <a:pt x="25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2193;p43">
              <a:extLst>
                <a:ext uri="{FF2B5EF4-FFF2-40B4-BE49-F238E27FC236}">
                  <a16:creationId xmlns:a16="http://schemas.microsoft.com/office/drawing/2014/main" id="{E6C344EB-850E-54CB-90B5-B74173E98DF1}"/>
                </a:ext>
              </a:extLst>
            </p:cNvPr>
            <p:cNvSpPr/>
            <p:nvPr/>
          </p:nvSpPr>
          <p:spPr>
            <a:xfrm>
              <a:off x="8068031" y="4250430"/>
              <a:ext cx="325638" cy="39376"/>
            </a:xfrm>
            <a:custGeom>
              <a:avLst/>
              <a:gdLst/>
              <a:ahLst/>
              <a:cxnLst/>
              <a:rect l="l" t="t" r="r" b="b"/>
              <a:pathLst>
                <a:path w="2390" h="289" extrusionOk="0">
                  <a:moveTo>
                    <a:pt x="1" y="1"/>
                  </a:moveTo>
                  <a:lnTo>
                    <a:pt x="1" y="288"/>
                  </a:lnTo>
                  <a:lnTo>
                    <a:pt x="2389" y="288"/>
                  </a:lnTo>
                  <a:lnTo>
                    <a:pt x="238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2194;p43">
              <a:extLst>
                <a:ext uri="{FF2B5EF4-FFF2-40B4-BE49-F238E27FC236}">
                  <a16:creationId xmlns:a16="http://schemas.microsoft.com/office/drawing/2014/main" id="{8D5C8C97-E7CB-AC27-4372-CB81F4C33CB7}"/>
                </a:ext>
              </a:extLst>
            </p:cNvPr>
            <p:cNvSpPr/>
            <p:nvPr/>
          </p:nvSpPr>
          <p:spPr>
            <a:xfrm>
              <a:off x="9960416" y="4250430"/>
              <a:ext cx="327000" cy="39376"/>
            </a:xfrm>
            <a:custGeom>
              <a:avLst/>
              <a:gdLst/>
              <a:ahLst/>
              <a:cxnLst/>
              <a:rect l="l" t="t" r="r" b="b"/>
              <a:pathLst>
                <a:path w="2400" h="289" extrusionOk="0">
                  <a:moveTo>
                    <a:pt x="0" y="1"/>
                  </a:moveTo>
                  <a:lnTo>
                    <a:pt x="0" y="288"/>
                  </a:lnTo>
                  <a:lnTo>
                    <a:pt x="2400" y="288"/>
                  </a:lnTo>
                  <a:lnTo>
                    <a:pt x="240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2195;p43">
              <a:extLst>
                <a:ext uri="{FF2B5EF4-FFF2-40B4-BE49-F238E27FC236}">
                  <a16:creationId xmlns:a16="http://schemas.microsoft.com/office/drawing/2014/main" id="{03ED89B7-E130-8EEF-C9EC-D98DF1DB0E66}"/>
                </a:ext>
              </a:extLst>
            </p:cNvPr>
            <p:cNvSpPr/>
            <p:nvPr/>
          </p:nvSpPr>
          <p:spPr>
            <a:xfrm>
              <a:off x="8420648" y="4239938"/>
              <a:ext cx="134206" cy="60359"/>
            </a:xfrm>
            <a:custGeom>
              <a:avLst/>
              <a:gdLst/>
              <a:ahLst/>
              <a:cxnLst/>
              <a:rect l="l" t="t" r="r" b="b"/>
              <a:pathLst>
                <a:path w="985" h="443" extrusionOk="0">
                  <a:moveTo>
                    <a:pt x="0" y="1"/>
                  </a:moveTo>
                  <a:lnTo>
                    <a:pt x="0" y="443"/>
                  </a:lnTo>
                  <a:lnTo>
                    <a:pt x="985" y="443"/>
                  </a:lnTo>
                  <a:lnTo>
                    <a:pt x="98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2196;p43">
              <a:extLst>
                <a:ext uri="{FF2B5EF4-FFF2-40B4-BE49-F238E27FC236}">
                  <a16:creationId xmlns:a16="http://schemas.microsoft.com/office/drawing/2014/main" id="{A181CD54-B0DB-642F-02F1-396124F8BDB2}"/>
                </a:ext>
              </a:extLst>
            </p:cNvPr>
            <p:cNvSpPr/>
            <p:nvPr/>
          </p:nvSpPr>
          <p:spPr>
            <a:xfrm>
              <a:off x="8773673" y="4307791"/>
              <a:ext cx="346211" cy="296207"/>
            </a:xfrm>
            <a:custGeom>
              <a:avLst/>
              <a:gdLst/>
              <a:ahLst/>
              <a:cxnLst/>
              <a:rect l="l" t="t" r="r" b="b"/>
              <a:pathLst>
                <a:path w="2541" h="2174" extrusionOk="0">
                  <a:moveTo>
                    <a:pt x="1081" y="0"/>
                  </a:moveTo>
                  <a:cubicBezTo>
                    <a:pt x="483" y="0"/>
                    <a:pt x="8" y="487"/>
                    <a:pt x="8" y="1084"/>
                  </a:cubicBezTo>
                  <a:cubicBezTo>
                    <a:pt x="0" y="1743"/>
                    <a:pt x="536" y="2173"/>
                    <a:pt x="1095" y="2173"/>
                  </a:cubicBezTo>
                  <a:cubicBezTo>
                    <a:pt x="1361" y="2173"/>
                    <a:pt x="1633" y="2076"/>
                    <a:pt x="1855" y="1858"/>
                  </a:cubicBezTo>
                  <a:cubicBezTo>
                    <a:pt x="2540" y="1172"/>
                    <a:pt x="2054" y="0"/>
                    <a:pt x="10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2197;p43">
              <a:extLst>
                <a:ext uri="{FF2B5EF4-FFF2-40B4-BE49-F238E27FC236}">
                  <a16:creationId xmlns:a16="http://schemas.microsoft.com/office/drawing/2014/main" id="{8A7BFF2E-1E49-90DD-132D-C323BB201C7B}"/>
                </a:ext>
              </a:extLst>
            </p:cNvPr>
            <p:cNvSpPr/>
            <p:nvPr/>
          </p:nvSpPr>
          <p:spPr>
            <a:xfrm>
              <a:off x="8830489" y="4363790"/>
              <a:ext cx="214049" cy="183665"/>
            </a:xfrm>
            <a:custGeom>
              <a:avLst/>
              <a:gdLst/>
              <a:ahLst/>
              <a:cxnLst/>
              <a:rect l="l" t="t" r="r" b="b"/>
              <a:pathLst>
                <a:path w="1571" h="1348" extrusionOk="0">
                  <a:moveTo>
                    <a:pt x="673" y="1"/>
                  </a:moveTo>
                  <a:cubicBezTo>
                    <a:pt x="330" y="1"/>
                    <a:pt x="0" y="268"/>
                    <a:pt x="0" y="673"/>
                  </a:cubicBezTo>
                  <a:cubicBezTo>
                    <a:pt x="0" y="1049"/>
                    <a:pt x="299" y="1347"/>
                    <a:pt x="664" y="1347"/>
                  </a:cubicBezTo>
                  <a:cubicBezTo>
                    <a:pt x="1272" y="1347"/>
                    <a:pt x="1570" y="629"/>
                    <a:pt x="1139" y="197"/>
                  </a:cubicBezTo>
                  <a:cubicBezTo>
                    <a:pt x="1003" y="62"/>
                    <a:pt x="837" y="1"/>
                    <a:pt x="6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2198;p43">
              <a:extLst>
                <a:ext uri="{FF2B5EF4-FFF2-40B4-BE49-F238E27FC236}">
                  <a16:creationId xmlns:a16="http://schemas.microsoft.com/office/drawing/2014/main" id="{3E99DA41-C338-712A-3AB5-8917BB6FB777}"/>
                </a:ext>
              </a:extLst>
            </p:cNvPr>
            <p:cNvSpPr/>
            <p:nvPr/>
          </p:nvSpPr>
          <p:spPr>
            <a:xfrm>
              <a:off x="8113266" y="4307791"/>
              <a:ext cx="345121" cy="296207"/>
            </a:xfrm>
            <a:custGeom>
              <a:avLst/>
              <a:gdLst/>
              <a:ahLst/>
              <a:cxnLst/>
              <a:rect l="l" t="t" r="r" b="b"/>
              <a:pathLst>
                <a:path w="2533" h="2174" extrusionOk="0">
                  <a:moveTo>
                    <a:pt x="1084" y="0"/>
                  </a:moveTo>
                  <a:cubicBezTo>
                    <a:pt x="487" y="0"/>
                    <a:pt x="1" y="487"/>
                    <a:pt x="1" y="1084"/>
                  </a:cubicBezTo>
                  <a:cubicBezTo>
                    <a:pt x="1" y="1743"/>
                    <a:pt x="538" y="2173"/>
                    <a:pt x="1095" y="2173"/>
                  </a:cubicBezTo>
                  <a:cubicBezTo>
                    <a:pt x="1360" y="2173"/>
                    <a:pt x="1630" y="2076"/>
                    <a:pt x="1847" y="1858"/>
                  </a:cubicBezTo>
                  <a:cubicBezTo>
                    <a:pt x="2533" y="1172"/>
                    <a:pt x="2057" y="0"/>
                    <a:pt x="10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2199;p43">
              <a:extLst>
                <a:ext uri="{FF2B5EF4-FFF2-40B4-BE49-F238E27FC236}">
                  <a16:creationId xmlns:a16="http://schemas.microsoft.com/office/drawing/2014/main" id="{786DE793-2082-1366-0161-ED9F65A4B940}"/>
                </a:ext>
              </a:extLst>
            </p:cNvPr>
            <p:cNvSpPr/>
            <p:nvPr/>
          </p:nvSpPr>
          <p:spPr>
            <a:xfrm>
              <a:off x="8170491" y="4363790"/>
              <a:ext cx="212550" cy="183665"/>
            </a:xfrm>
            <a:custGeom>
              <a:avLst/>
              <a:gdLst/>
              <a:ahLst/>
              <a:cxnLst/>
              <a:rect l="l" t="t" r="r" b="b"/>
              <a:pathLst>
                <a:path w="1560" h="1348" extrusionOk="0">
                  <a:moveTo>
                    <a:pt x="674" y="1"/>
                  </a:moveTo>
                  <a:cubicBezTo>
                    <a:pt x="331" y="1"/>
                    <a:pt x="1" y="268"/>
                    <a:pt x="1" y="673"/>
                  </a:cubicBezTo>
                  <a:cubicBezTo>
                    <a:pt x="1" y="1049"/>
                    <a:pt x="299" y="1347"/>
                    <a:pt x="664" y="1347"/>
                  </a:cubicBezTo>
                  <a:cubicBezTo>
                    <a:pt x="1261" y="1347"/>
                    <a:pt x="1560" y="629"/>
                    <a:pt x="1140" y="197"/>
                  </a:cubicBezTo>
                  <a:cubicBezTo>
                    <a:pt x="1004" y="62"/>
                    <a:pt x="837" y="1"/>
                    <a:pt x="67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2200;p43">
              <a:extLst>
                <a:ext uri="{FF2B5EF4-FFF2-40B4-BE49-F238E27FC236}">
                  <a16:creationId xmlns:a16="http://schemas.microsoft.com/office/drawing/2014/main" id="{8B7619B0-E3BF-FE3A-092C-6857CBBEC621}"/>
                </a:ext>
              </a:extLst>
            </p:cNvPr>
            <p:cNvSpPr/>
            <p:nvPr/>
          </p:nvSpPr>
          <p:spPr>
            <a:xfrm>
              <a:off x="8420648" y="4336404"/>
              <a:ext cx="342124" cy="168814"/>
            </a:xfrm>
            <a:custGeom>
              <a:avLst/>
              <a:gdLst/>
              <a:ahLst/>
              <a:cxnLst/>
              <a:rect l="l" t="t" r="r" b="b"/>
              <a:pathLst>
                <a:path w="2511" h="1239" extrusionOk="0">
                  <a:moveTo>
                    <a:pt x="111" y="0"/>
                  </a:moveTo>
                  <a:lnTo>
                    <a:pt x="111" y="255"/>
                  </a:lnTo>
                  <a:lnTo>
                    <a:pt x="620" y="255"/>
                  </a:lnTo>
                  <a:lnTo>
                    <a:pt x="620" y="0"/>
                  </a:lnTo>
                  <a:close/>
                  <a:moveTo>
                    <a:pt x="996" y="0"/>
                  </a:moveTo>
                  <a:lnTo>
                    <a:pt x="996" y="255"/>
                  </a:lnTo>
                  <a:lnTo>
                    <a:pt x="1504" y="255"/>
                  </a:lnTo>
                  <a:lnTo>
                    <a:pt x="1504" y="0"/>
                  </a:lnTo>
                  <a:close/>
                  <a:moveTo>
                    <a:pt x="1891" y="0"/>
                  </a:moveTo>
                  <a:lnTo>
                    <a:pt x="1891" y="255"/>
                  </a:lnTo>
                  <a:lnTo>
                    <a:pt x="2400" y="255"/>
                  </a:lnTo>
                  <a:lnTo>
                    <a:pt x="2400" y="0"/>
                  </a:lnTo>
                  <a:close/>
                  <a:moveTo>
                    <a:pt x="0" y="420"/>
                  </a:moveTo>
                  <a:lnTo>
                    <a:pt x="0" y="796"/>
                  </a:lnTo>
                  <a:cubicBezTo>
                    <a:pt x="0" y="1040"/>
                    <a:pt x="199" y="1239"/>
                    <a:pt x="454" y="1239"/>
                  </a:cubicBezTo>
                  <a:lnTo>
                    <a:pt x="2068" y="1239"/>
                  </a:lnTo>
                  <a:cubicBezTo>
                    <a:pt x="2311" y="1239"/>
                    <a:pt x="2511" y="1040"/>
                    <a:pt x="2511" y="796"/>
                  </a:cubicBezTo>
                  <a:lnTo>
                    <a:pt x="2511" y="42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2201;p43">
              <a:extLst>
                <a:ext uri="{FF2B5EF4-FFF2-40B4-BE49-F238E27FC236}">
                  <a16:creationId xmlns:a16="http://schemas.microsoft.com/office/drawing/2014/main" id="{36B04B6D-BD1B-BFCE-5A1F-083638566823}"/>
                </a:ext>
              </a:extLst>
            </p:cNvPr>
            <p:cNvSpPr/>
            <p:nvPr/>
          </p:nvSpPr>
          <p:spPr>
            <a:xfrm>
              <a:off x="8584830" y="4250430"/>
              <a:ext cx="753463" cy="39376"/>
            </a:xfrm>
            <a:custGeom>
              <a:avLst/>
              <a:gdLst/>
              <a:ahLst/>
              <a:cxnLst/>
              <a:rect l="l" t="t" r="r" b="b"/>
              <a:pathLst>
                <a:path w="5530" h="289" extrusionOk="0">
                  <a:moveTo>
                    <a:pt x="1" y="1"/>
                  </a:moveTo>
                  <a:lnTo>
                    <a:pt x="1" y="288"/>
                  </a:lnTo>
                  <a:lnTo>
                    <a:pt x="5530" y="288"/>
                  </a:lnTo>
                  <a:lnTo>
                    <a:pt x="553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2202;p43">
              <a:extLst>
                <a:ext uri="{FF2B5EF4-FFF2-40B4-BE49-F238E27FC236}">
                  <a16:creationId xmlns:a16="http://schemas.microsoft.com/office/drawing/2014/main" id="{987D75FE-9D0F-869D-E181-AD10C3155D81}"/>
                </a:ext>
              </a:extLst>
            </p:cNvPr>
            <p:cNvSpPr/>
            <p:nvPr/>
          </p:nvSpPr>
          <p:spPr>
            <a:xfrm>
              <a:off x="8209732" y="4404120"/>
              <a:ext cx="102596" cy="102596"/>
            </a:xfrm>
            <a:custGeom>
              <a:avLst/>
              <a:gdLst/>
              <a:ahLst/>
              <a:cxnLst/>
              <a:rect l="l" t="t" r="r" b="b"/>
              <a:pathLst>
                <a:path w="753" h="753" extrusionOk="0">
                  <a:moveTo>
                    <a:pt x="376" y="188"/>
                  </a:moveTo>
                  <a:cubicBezTo>
                    <a:pt x="473" y="188"/>
                    <a:pt x="564" y="264"/>
                    <a:pt x="564" y="377"/>
                  </a:cubicBezTo>
                  <a:cubicBezTo>
                    <a:pt x="564" y="487"/>
                    <a:pt x="487" y="576"/>
                    <a:pt x="376" y="576"/>
                  </a:cubicBezTo>
                  <a:cubicBezTo>
                    <a:pt x="210" y="576"/>
                    <a:pt x="122" y="366"/>
                    <a:pt x="244" y="244"/>
                  </a:cubicBezTo>
                  <a:cubicBezTo>
                    <a:pt x="283" y="205"/>
                    <a:pt x="330" y="188"/>
                    <a:pt x="376" y="188"/>
                  </a:cubicBezTo>
                  <a:close/>
                  <a:moveTo>
                    <a:pt x="100" y="1"/>
                  </a:moveTo>
                  <a:cubicBezTo>
                    <a:pt x="45" y="1"/>
                    <a:pt x="0" y="45"/>
                    <a:pt x="0" y="100"/>
                  </a:cubicBezTo>
                  <a:lnTo>
                    <a:pt x="0" y="653"/>
                  </a:lnTo>
                  <a:cubicBezTo>
                    <a:pt x="0" y="709"/>
                    <a:pt x="45" y="753"/>
                    <a:pt x="100" y="753"/>
                  </a:cubicBezTo>
                  <a:lnTo>
                    <a:pt x="653" y="753"/>
                  </a:lnTo>
                  <a:cubicBezTo>
                    <a:pt x="708" y="753"/>
                    <a:pt x="752" y="709"/>
                    <a:pt x="752" y="653"/>
                  </a:cubicBezTo>
                  <a:lnTo>
                    <a:pt x="752" y="100"/>
                  </a:lnTo>
                  <a:cubicBezTo>
                    <a:pt x="752"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2203;p43">
              <a:extLst>
                <a:ext uri="{FF2B5EF4-FFF2-40B4-BE49-F238E27FC236}">
                  <a16:creationId xmlns:a16="http://schemas.microsoft.com/office/drawing/2014/main" id="{1FCB52B3-851D-6268-6926-AE0CC210B6CF}"/>
                </a:ext>
              </a:extLst>
            </p:cNvPr>
            <p:cNvSpPr/>
            <p:nvPr/>
          </p:nvSpPr>
          <p:spPr>
            <a:xfrm>
              <a:off x="8869593" y="4404120"/>
              <a:ext cx="102596" cy="102596"/>
            </a:xfrm>
            <a:custGeom>
              <a:avLst/>
              <a:gdLst/>
              <a:ahLst/>
              <a:cxnLst/>
              <a:rect l="l" t="t" r="r" b="b"/>
              <a:pathLst>
                <a:path w="753" h="753" extrusionOk="0">
                  <a:moveTo>
                    <a:pt x="377" y="188"/>
                  </a:moveTo>
                  <a:cubicBezTo>
                    <a:pt x="474" y="188"/>
                    <a:pt x="568" y="264"/>
                    <a:pt x="576" y="377"/>
                  </a:cubicBezTo>
                  <a:cubicBezTo>
                    <a:pt x="576" y="487"/>
                    <a:pt x="487" y="565"/>
                    <a:pt x="377" y="576"/>
                  </a:cubicBezTo>
                  <a:cubicBezTo>
                    <a:pt x="211" y="576"/>
                    <a:pt x="122" y="366"/>
                    <a:pt x="244" y="244"/>
                  </a:cubicBezTo>
                  <a:cubicBezTo>
                    <a:pt x="283" y="205"/>
                    <a:pt x="330" y="188"/>
                    <a:pt x="377" y="188"/>
                  </a:cubicBezTo>
                  <a:close/>
                  <a:moveTo>
                    <a:pt x="100" y="1"/>
                  </a:moveTo>
                  <a:cubicBezTo>
                    <a:pt x="45" y="1"/>
                    <a:pt x="1" y="45"/>
                    <a:pt x="1" y="100"/>
                  </a:cubicBezTo>
                  <a:lnTo>
                    <a:pt x="1" y="653"/>
                  </a:lnTo>
                  <a:cubicBezTo>
                    <a:pt x="1" y="709"/>
                    <a:pt x="45" y="753"/>
                    <a:pt x="100" y="753"/>
                  </a:cubicBezTo>
                  <a:lnTo>
                    <a:pt x="653" y="753"/>
                  </a:lnTo>
                  <a:cubicBezTo>
                    <a:pt x="708" y="753"/>
                    <a:pt x="753" y="709"/>
                    <a:pt x="753" y="653"/>
                  </a:cubicBezTo>
                  <a:lnTo>
                    <a:pt x="753" y="100"/>
                  </a:lnTo>
                  <a:cubicBezTo>
                    <a:pt x="753"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2204;p43">
              <a:extLst>
                <a:ext uri="{FF2B5EF4-FFF2-40B4-BE49-F238E27FC236}">
                  <a16:creationId xmlns:a16="http://schemas.microsoft.com/office/drawing/2014/main" id="{DF296777-5252-0AE8-D7D6-B4B046EFAB67}"/>
                </a:ext>
              </a:extLst>
            </p:cNvPr>
            <p:cNvSpPr/>
            <p:nvPr/>
          </p:nvSpPr>
          <p:spPr>
            <a:xfrm>
              <a:off x="9799231" y="4239938"/>
              <a:ext cx="134206" cy="60359"/>
            </a:xfrm>
            <a:custGeom>
              <a:avLst/>
              <a:gdLst/>
              <a:ahLst/>
              <a:cxnLst/>
              <a:rect l="l" t="t" r="r" b="b"/>
              <a:pathLst>
                <a:path w="985" h="443" extrusionOk="0">
                  <a:moveTo>
                    <a:pt x="0" y="1"/>
                  </a:moveTo>
                  <a:lnTo>
                    <a:pt x="0" y="443"/>
                  </a:lnTo>
                  <a:lnTo>
                    <a:pt x="984" y="443"/>
                  </a:lnTo>
                  <a:lnTo>
                    <a:pt x="98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2205;p43">
              <a:extLst>
                <a:ext uri="{FF2B5EF4-FFF2-40B4-BE49-F238E27FC236}">
                  <a16:creationId xmlns:a16="http://schemas.microsoft.com/office/drawing/2014/main" id="{D176B3CA-64F2-615A-5856-551E2DEC5BA1}"/>
                </a:ext>
              </a:extLst>
            </p:cNvPr>
            <p:cNvSpPr/>
            <p:nvPr/>
          </p:nvSpPr>
          <p:spPr>
            <a:xfrm>
              <a:off x="9235699" y="4307791"/>
              <a:ext cx="345121" cy="296207"/>
            </a:xfrm>
            <a:custGeom>
              <a:avLst/>
              <a:gdLst/>
              <a:ahLst/>
              <a:cxnLst/>
              <a:rect l="l" t="t" r="r" b="b"/>
              <a:pathLst>
                <a:path w="2533" h="2174" extrusionOk="0">
                  <a:moveTo>
                    <a:pt x="1449" y="0"/>
                  </a:moveTo>
                  <a:cubicBezTo>
                    <a:pt x="487" y="0"/>
                    <a:pt x="1" y="1172"/>
                    <a:pt x="686" y="1858"/>
                  </a:cubicBezTo>
                  <a:cubicBezTo>
                    <a:pt x="904" y="2076"/>
                    <a:pt x="1174" y="2173"/>
                    <a:pt x="1439" y="2173"/>
                  </a:cubicBezTo>
                  <a:cubicBezTo>
                    <a:pt x="1995" y="2173"/>
                    <a:pt x="2533" y="1743"/>
                    <a:pt x="2533" y="1084"/>
                  </a:cubicBezTo>
                  <a:cubicBezTo>
                    <a:pt x="2533" y="487"/>
                    <a:pt x="2046" y="0"/>
                    <a:pt x="14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2206;p43">
              <a:extLst>
                <a:ext uri="{FF2B5EF4-FFF2-40B4-BE49-F238E27FC236}">
                  <a16:creationId xmlns:a16="http://schemas.microsoft.com/office/drawing/2014/main" id="{9B64F04B-FD47-C55E-CAC5-2A9FDBFF17D2}"/>
                </a:ext>
              </a:extLst>
            </p:cNvPr>
            <p:cNvSpPr/>
            <p:nvPr/>
          </p:nvSpPr>
          <p:spPr>
            <a:xfrm>
              <a:off x="9311045" y="4363790"/>
              <a:ext cx="214049" cy="183665"/>
            </a:xfrm>
            <a:custGeom>
              <a:avLst/>
              <a:gdLst/>
              <a:ahLst/>
              <a:cxnLst/>
              <a:rect l="l" t="t" r="r" b="b"/>
              <a:pathLst>
                <a:path w="1571" h="1348" extrusionOk="0">
                  <a:moveTo>
                    <a:pt x="889" y="1"/>
                  </a:moveTo>
                  <a:cubicBezTo>
                    <a:pt x="724" y="1"/>
                    <a:pt x="556" y="62"/>
                    <a:pt x="421" y="197"/>
                  </a:cubicBezTo>
                  <a:cubicBezTo>
                    <a:pt x="0" y="629"/>
                    <a:pt x="299" y="1347"/>
                    <a:pt x="896" y="1347"/>
                  </a:cubicBezTo>
                  <a:cubicBezTo>
                    <a:pt x="1272" y="1347"/>
                    <a:pt x="1571" y="1049"/>
                    <a:pt x="1571" y="673"/>
                  </a:cubicBezTo>
                  <a:cubicBezTo>
                    <a:pt x="1571" y="268"/>
                    <a:pt x="1236" y="1"/>
                    <a:pt x="8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2207;p43">
              <a:extLst>
                <a:ext uri="{FF2B5EF4-FFF2-40B4-BE49-F238E27FC236}">
                  <a16:creationId xmlns:a16="http://schemas.microsoft.com/office/drawing/2014/main" id="{8D4E4100-B342-B5E4-7491-7AB9FFB542D3}"/>
                </a:ext>
              </a:extLst>
            </p:cNvPr>
            <p:cNvSpPr/>
            <p:nvPr/>
          </p:nvSpPr>
          <p:spPr>
            <a:xfrm>
              <a:off x="9895560" y="4307791"/>
              <a:ext cx="345121" cy="296207"/>
            </a:xfrm>
            <a:custGeom>
              <a:avLst/>
              <a:gdLst/>
              <a:ahLst/>
              <a:cxnLst/>
              <a:rect l="l" t="t" r="r" b="b"/>
              <a:pathLst>
                <a:path w="2533" h="2174" extrusionOk="0">
                  <a:moveTo>
                    <a:pt x="1449" y="0"/>
                  </a:moveTo>
                  <a:cubicBezTo>
                    <a:pt x="487" y="0"/>
                    <a:pt x="1" y="1172"/>
                    <a:pt x="686" y="1858"/>
                  </a:cubicBezTo>
                  <a:cubicBezTo>
                    <a:pt x="908" y="2076"/>
                    <a:pt x="1179" y="2173"/>
                    <a:pt x="1444" y="2173"/>
                  </a:cubicBezTo>
                  <a:cubicBezTo>
                    <a:pt x="2001" y="2173"/>
                    <a:pt x="2533" y="1743"/>
                    <a:pt x="2533" y="1084"/>
                  </a:cubicBezTo>
                  <a:cubicBezTo>
                    <a:pt x="2533" y="487"/>
                    <a:pt x="2046" y="0"/>
                    <a:pt x="14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2208;p43">
              <a:extLst>
                <a:ext uri="{FF2B5EF4-FFF2-40B4-BE49-F238E27FC236}">
                  <a16:creationId xmlns:a16="http://schemas.microsoft.com/office/drawing/2014/main" id="{159DBE19-C419-B399-E20C-44885B71107D}"/>
                </a:ext>
              </a:extLst>
            </p:cNvPr>
            <p:cNvSpPr/>
            <p:nvPr/>
          </p:nvSpPr>
          <p:spPr>
            <a:xfrm>
              <a:off x="9970907" y="4363790"/>
              <a:ext cx="214049" cy="183665"/>
            </a:xfrm>
            <a:custGeom>
              <a:avLst/>
              <a:gdLst/>
              <a:ahLst/>
              <a:cxnLst/>
              <a:rect l="l" t="t" r="r" b="b"/>
              <a:pathLst>
                <a:path w="1571" h="1348" extrusionOk="0">
                  <a:moveTo>
                    <a:pt x="894" y="1"/>
                  </a:moveTo>
                  <a:cubicBezTo>
                    <a:pt x="729" y="1"/>
                    <a:pt x="560" y="62"/>
                    <a:pt x="421" y="197"/>
                  </a:cubicBezTo>
                  <a:cubicBezTo>
                    <a:pt x="1" y="629"/>
                    <a:pt x="299" y="1347"/>
                    <a:pt x="896" y="1347"/>
                  </a:cubicBezTo>
                  <a:cubicBezTo>
                    <a:pt x="1272" y="1347"/>
                    <a:pt x="1571" y="1049"/>
                    <a:pt x="1571" y="673"/>
                  </a:cubicBezTo>
                  <a:cubicBezTo>
                    <a:pt x="1571" y="268"/>
                    <a:pt x="1241" y="1"/>
                    <a:pt x="89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2209;p43">
              <a:extLst>
                <a:ext uri="{FF2B5EF4-FFF2-40B4-BE49-F238E27FC236}">
                  <a16:creationId xmlns:a16="http://schemas.microsoft.com/office/drawing/2014/main" id="{13C71B82-BC7A-8F5F-6C73-08D2E9DCC204}"/>
                </a:ext>
              </a:extLst>
            </p:cNvPr>
            <p:cNvSpPr/>
            <p:nvPr/>
          </p:nvSpPr>
          <p:spPr>
            <a:xfrm>
              <a:off x="9592811" y="4336404"/>
              <a:ext cx="342124" cy="168814"/>
            </a:xfrm>
            <a:custGeom>
              <a:avLst/>
              <a:gdLst/>
              <a:ahLst/>
              <a:cxnLst/>
              <a:rect l="l" t="t" r="r" b="b"/>
              <a:pathLst>
                <a:path w="2511" h="1239" extrusionOk="0">
                  <a:moveTo>
                    <a:pt x="111" y="0"/>
                  </a:moveTo>
                  <a:lnTo>
                    <a:pt x="111" y="255"/>
                  </a:lnTo>
                  <a:lnTo>
                    <a:pt x="619" y="255"/>
                  </a:lnTo>
                  <a:lnTo>
                    <a:pt x="619" y="0"/>
                  </a:lnTo>
                  <a:close/>
                  <a:moveTo>
                    <a:pt x="1006" y="0"/>
                  </a:moveTo>
                  <a:lnTo>
                    <a:pt x="1006" y="255"/>
                  </a:lnTo>
                  <a:lnTo>
                    <a:pt x="1515" y="255"/>
                  </a:lnTo>
                  <a:lnTo>
                    <a:pt x="1515" y="0"/>
                  </a:lnTo>
                  <a:close/>
                  <a:moveTo>
                    <a:pt x="1891" y="0"/>
                  </a:moveTo>
                  <a:lnTo>
                    <a:pt x="1891" y="255"/>
                  </a:lnTo>
                  <a:lnTo>
                    <a:pt x="2400" y="255"/>
                  </a:lnTo>
                  <a:lnTo>
                    <a:pt x="2400" y="0"/>
                  </a:lnTo>
                  <a:close/>
                  <a:moveTo>
                    <a:pt x="0" y="420"/>
                  </a:moveTo>
                  <a:lnTo>
                    <a:pt x="0" y="796"/>
                  </a:lnTo>
                  <a:cubicBezTo>
                    <a:pt x="0" y="1040"/>
                    <a:pt x="199" y="1239"/>
                    <a:pt x="443" y="1239"/>
                  </a:cubicBezTo>
                  <a:lnTo>
                    <a:pt x="2057" y="1239"/>
                  </a:lnTo>
                  <a:cubicBezTo>
                    <a:pt x="2300" y="1239"/>
                    <a:pt x="2510" y="1040"/>
                    <a:pt x="2510" y="796"/>
                  </a:cubicBezTo>
                  <a:lnTo>
                    <a:pt x="2510" y="42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2210;p43">
              <a:extLst>
                <a:ext uri="{FF2B5EF4-FFF2-40B4-BE49-F238E27FC236}">
                  <a16:creationId xmlns:a16="http://schemas.microsoft.com/office/drawing/2014/main" id="{7EE56C5C-904D-0779-45ED-68AA1F802C3D}"/>
                </a:ext>
              </a:extLst>
            </p:cNvPr>
            <p:cNvSpPr/>
            <p:nvPr/>
          </p:nvSpPr>
          <p:spPr>
            <a:xfrm>
              <a:off x="9017289" y="4250430"/>
              <a:ext cx="753326" cy="39376"/>
            </a:xfrm>
            <a:custGeom>
              <a:avLst/>
              <a:gdLst/>
              <a:ahLst/>
              <a:cxnLst/>
              <a:rect l="l" t="t" r="r" b="b"/>
              <a:pathLst>
                <a:path w="5529" h="289" extrusionOk="0">
                  <a:moveTo>
                    <a:pt x="0" y="1"/>
                  </a:moveTo>
                  <a:lnTo>
                    <a:pt x="0" y="288"/>
                  </a:lnTo>
                  <a:lnTo>
                    <a:pt x="5529" y="288"/>
                  </a:lnTo>
                  <a:lnTo>
                    <a:pt x="55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2211;p43">
              <a:extLst>
                <a:ext uri="{FF2B5EF4-FFF2-40B4-BE49-F238E27FC236}">
                  <a16:creationId xmlns:a16="http://schemas.microsoft.com/office/drawing/2014/main" id="{4E2A7C19-85C9-439D-4ABE-718EF0570AD0}"/>
                </a:ext>
              </a:extLst>
            </p:cNvPr>
            <p:cNvSpPr/>
            <p:nvPr/>
          </p:nvSpPr>
          <p:spPr>
            <a:xfrm>
              <a:off x="10041757" y="4404120"/>
              <a:ext cx="104095" cy="102596"/>
            </a:xfrm>
            <a:custGeom>
              <a:avLst/>
              <a:gdLst/>
              <a:ahLst/>
              <a:cxnLst/>
              <a:rect l="l" t="t" r="r" b="b"/>
              <a:pathLst>
                <a:path w="764" h="753" extrusionOk="0">
                  <a:moveTo>
                    <a:pt x="382" y="192"/>
                  </a:moveTo>
                  <a:cubicBezTo>
                    <a:pt x="428" y="192"/>
                    <a:pt x="473" y="209"/>
                    <a:pt x="509" y="244"/>
                  </a:cubicBezTo>
                  <a:cubicBezTo>
                    <a:pt x="631" y="366"/>
                    <a:pt x="542" y="565"/>
                    <a:pt x="376" y="576"/>
                  </a:cubicBezTo>
                  <a:cubicBezTo>
                    <a:pt x="277" y="576"/>
                    <a:pt x="188" y="487"/>
                    <a:pt x="188" y="377"/>
                  </a:cubicBezTo>
                  <a:cubicBezTo>
                    <a:pt x="188" y="264"/>
                    <a:pt x="285" y="192"/>
                    <a:pt x="382" y="192"/>
                  </a:cubicBezTo>
                  <a:close/>
                  <a:moveTo>
                    <a:pt x="100" y="1"/>
                  </a:moveTo>
                  <a:cubicBezTo>
                    <a:pt x="45" y="1"/>
                    <a:pt x="0" y="45"/>
                    <a:pt x="0" y="100"/>
                  </a:cubicBezTo>
                  <a:lnTo>
                    <a:pt x="0" y="653"/>
                  </a:lnTo>
                  <a:cubicBezTo>
                    <a:pt x="0" y="709"/>
                    <a:pt x="45" y="753"/>
                    <a:pt x="100" y="753"/>
                  </a:cubicBezTo>
                  <a:lnTo>
                    <a:pt x="653" y="753"/>
                  </a:lnTo>
                  <a:cubicBezTo>
                    <a:pt x="708" y="753"/>
                    <a:pt x="763" y="709"/>
                    <a:pt x="763" y="653"/>
                  </a:cubicBezTo>
                  <a:lnTo>
                    <a:pt x="763" y="100"/>
                  </a:lnTo>
                  <a:cubicBezTo>
                    <a:pt x="763"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2212;p43">
              <a:extLst>
                <a:ext uri="{FF2B5EF4-FFF2-40B4-BE49-F238E27FC236}">
                  <a16:creationId xmlns:a16="http://schemas.microsoft.com/office/drawing/2014/main" id="{1CCBE4BA-05FC-EFEF-4E1A-266E59E9130A}"/>
                </a:ext>
              </a:extLst>
            </p:cNvPr>
            <p:cNvSpPr/>
            <p:nvPr/>
          </p:nvSpPr>
          <p:spPr>
            <a:xfrm>
              <a:off x="9381896" y="4404120"/>
              <a:ext cx="102596" cy="102596"/>
            </a:xfrm>
            <a:custGeom>
              <a:avLst/>
              <a:gdLst/>
              <a:ahLst/>
              <a:cxnLst/>
              <a:rect l="l" t="t" r="r" b="b"/>
              <a:pathLst>
                <a:path w="753" h="753" extrusionOk="0">
                  <a:moveTo>
                    <a:pt x="382" y="192"/>
                  </a:moveTo>
                  <a:cubicBezTo>
                    <a:pt x="427" y="192"/>
                    <a:pt x="473" y="209"/>
                    <a:pt x="509" y="244"/>
                  </a:cubicBezTo>
                  <a:cubicBezTo>
                    <a:pt x="630" y="366"/>
                    <a:pt x="542" y="565"/>
                    <a:pt x="376" y="576"/>
                  </a:cubicBezTo>
                  <a:cubicBezTo>
                    <a:pt x="266" y="576"/>
                    <a:pt x="177" y="487"/>
                    <a:pt x="188" y="377"/>
                  </a:cubicBezTo>
                  <a:cubicBezTo>
                    <a:pt x="188" y="264"/>
                    <a:pt x="285" y="192"/>
                    <a:pt x="382" y="192"/>
                  </a:cubicBezTo>
                  <a:close/>
                  <a:moveTo>
                    <a:pt x="100" y="1"/>
                  </a:moveTo>
                  <a:cubicBezTo>
                    <a:pt x="44" y="1"/>
                    <a:pt x="0" y="45"/>
                    <a:pt x="0" y="100"/>
                  </a:cubicBezTo>
                  <a:lnTo>
                    <a:pt x="0" y="653"/>
                  </a:lnTo>
                  <a:cubicBezTo>
                    <a:pt x="0" y="709"/>
                    <a:pt x="44" y="753"/>
                    <a:pt x="100" y="753"/>
                  </a:cubicBezTo>
                  <a:lnTo>
                    <a:pt x="653" y="753"/>
                  </a:lnTo>
                  <a:cubicBezTo>
                    <a:pt x="708" y="753"/>
                    <a:pt x="752" y="709"/>
                    <a:pt x="752" y="653"/>
                  </a:cubicBezTo>
                  <a:lnTo>
                    <a:pt x="752" y="100"/>
                  </a:lnTo>
                  <a:cubicBezTo>
                    <a:pt x="752"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2213;p43">
              <a:extLst>
                <a:ext uri="{FF2B5EF4-FFF2-40B4-BE49-F238E27FC236}">
                  <a16:creationId xmlns:a16="http://schemas.microsoft.com/office/drawing/2014/main" id="{872E624A-42A4-10F8-68D1-09B9613ED2B0}"/>
                </a:ext>
              </a:extLst>
            </p:cNvPr>
            <p:cNvSpPr/>
            <p:nvPr/>
          </p:nvSpPr>
          <p:spPr>
            <a:xfrm>
              <a:off x="8610445" y="3607191"/>
              <a:ext cx="1105941" cy="616259"/>
            </a:xfrm>
            <a:custGeom>
              <a:avLst/>
              <a:gdLst/>
              <a:ahLst/>
              <a:cxnLst/>
              <a:rect l="l" t="t" r="r" b="b"/>
              <a:pathLst>
                <a:path w="8117" h="4523" extrusionOk="0">
                  <a:moveTo>
                    <a:pt x="1" y="0"/>
                  </a:moveTo>
                  <a:lnTo>
                    <a:pt x="1" y="4523"/>
                  </a:lnTo>
                  <a:lnTo>
                    <a:pt x="8117" y="4523"/>
                  </a:lnTo>
                  <a:lnTo>
                    <a:pt x="811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2214;p43">
              <a:extLst>
                <a:ext uri="{FF2B5EF4-FFF2-40B4-BE49-F238E27FC236}">
                  <a16:creationId xmlns:a16="http://schemas.microsoft.com/office/drawing/2014/main" id="{B7BCD7C7-A86E-B858-8EEE-4D63B9CC6E59}"/>
                </a:ext>
              </a:extLst>
            </p:cNvPr>
            <p:cNvSpPr/>
            <p:nvPr/>
          </p:nvSpPr>
          <p:spPr>
            <a:xfrm>
              <a:off x="9188965" y="3640300"/>
              <a:ext cx="500310" cy="550041"/>
            </a:xfrm>
            <a:custGeom>
              <a:avLst/>
              <a:gdLst/>
              <a:ahLst/>
              <a:cxnLst/>
              <a:rect l="l" t="t" r="r" b="b"/>
              <a:pathLst>
                <a:path w="3672" h="4037" extrusionOk="0">
                  <a:moveTo>
                    <a:pt x="1" y="1"/>
                  </a:moveTo>
                  <a:lnTo>
                    <a:pt x="1" y="4037"/>
                  </a:lnTo>
                  <a:lnTo>
                    <a:pt x="3672" y="4037"/>
                  </a:lnTo>
                  <a:lnTo>
                    <a:pt x="367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2215;p43">
              <a:extLst>
                <a:ext uri="{FF2B5EF4-FFF2-40B4-BE49-F238E27FC236}">
                  <a16:creationId xmlns:a16="http://schemas.microsoft.com/office/drawing/2014/main" id="{8BEF1274-63DD-8133-9FEA-DF1BF382096B}"/>
                </a:ext>
              </a:extLst>
            </p:cNvPr>
            <p:cNvSpPr/>
            <p:nvPr/>
          </p:nvSpPr>
          <p:spPr>
            <a:xfrm>
              <a:off x="8637559" y="3640300"/>
              <a:ext cx="515434" cy="550041"/>
            </a:xfrm>
            <a:custGeom>
              <a:avLst/>
              <a:gdLst/>
              <a:ahLst/>
              <a:cxnLst/>
              <a:rect l="l" t="t" r="r" b="b"/>
              <a:pathLst>
                <a:path w="3783" h="4037" extrusionOk="0">
                  <a:moveTo>
                    <a:pt x="1" y="1"/>
                  </a:moveTo>
                  <a:lnTo>
                    <a:pt x="1" y="4037"/>
                  </a:lnTo>
                  <a:lnTo>
                    <a:pt x="3782" y="4037"/>
                  </a:lnTo>
                  <a:lnTo>
                    <a:pt x="378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2216;p43">
              <a:extLst>
                <a:ext uri="{FF2B5EF4-FFF2-40B4-BE49-F238E27FC236}">
                  <a16:creationId xmlns:a16="http://schemas.microsoft.com/office/drawing/2014/main" id="{5C49D382-6548-B7BB-49B7-EA2572A12200}"/>
                </a:ext>
              </a:extLst>
            </p:cNvPr>
            <p:cNvSpPr/>
            <p:nvPr/>
          </p:nvSpPr>
          <p:spPr>
            <a:xfrm>
              <a:off x="8883218" y="3721641"/>
              <a:ext cx="269775" cy="48369"/>
            </a:xfrm>
            <a:custGeom>
              <a:avLst/>
              <a:gdLst/>
              <a:ahLst/>
              <a:cxnLst/>
              <a:rect l="l" t="t" r="r" b="b"/>
              <a:pathLst>
                <a:path w="1980" h="355" extrusionOk="0">
                  <a:moveTo>
                    <a:pt x="0" y="1"/>
                  </a:moveTo>
                  <a:lnTo>
                    <a:pt x="0" y="355"/>
                  </a:lnTo>
                  <a:lnTo>
                    <a:pt x="1979" y="355"/>
                  </a:lnTo>
                  <a:lnTo>
                    <a:pt x="19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2217;p43">
              <a:extLst>
                <a:ext uri="{FF2B5EF4-FFF2-40B4-BE49-F238E27FC236}">
                  <a16:creationId xmlns:a16="http://schemas.microsoft.com/office/drawing/2014/main" id="{294D1BCA-8D6F-7ED6-4E3E-FADB0E78B885}"/>
                </a:ext>
              </a:extLst>
            </p:cNvPr>
            <p:cNvSpPr/>
            <p:nvPr/>
          </p:nvSpPr>
          <p:spPr>
            <a:xfrm>
              <a:off x="9188965" y="3721641"/>
              <a:ext cx="269911" cy="48369"/>
            </a:xfrm>
            <a:custGeom>
              <a:avLst/>
              <a:gdLst/>
              <a:ahLst/>
              <a:cxnLst/>
              <a:rect l="l" t="t" r="r" b="b"/>
              <a:pathLst>
                <a:path w="1981" h="355" extrusionOk="0">
                  <a:moveTo>
                    <a:pt x="1" y="1"/>
                  </a:moveTo>
                  <a:lnTo>
                    <a:pt x="1" y="355"/>
                  </a:lnTo>
                  <a:lnTo>
                    <a:pt x="1980" y="355"/>
                  </a:lnTo>
                  <a:lnTo>
                    <a:pt x="198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2218;p43">
              <a:extLst>
                <a:ext uri="{FF2B5EF4-FFF2-40B4-BE49-F238E27FC236}">
                  <a16:creationId xmlns:a16="http://schemas.microsoft.com/office/drawing/2014/main" id="{71A54D4E-2E15-79E7-6174-FC6AC4AAF27A}"/>
                </a:ext>
              </a:extLst>
            </p:cNvPr>
            <p:cNvSpPr/>
            <p:nvPr/>
          </p:nvSpPr>
          <p:spPr>
            <a:xfrm>
              <a:off x="8883218" y="3706654"/>
              <a:ext cx="574157" cy="48369"/>
            </a:xfrm>
            <a:custGeom>
              <a:avLst/>
              <a:gdLst/>
              <a:ahLst/>
              <a:cxnLst/>
              <a:rect l="l" t="t" r="r" b="b"/>
              <a:pathLst>
                <a:path w="4214" h="355" extrusionOk="0">
                  <a:moveTo>
                    <a:pt x="0" y="0"/>
                  </a:moveTo>
                  <a:lnTo>
                    <a:pt x="0" y="354"/>
                  </a:lnTo>
                  <a:lnTo>
                    <a:pt x="4213" y="354"/>
                  </a:lnTo>
                  <a:lnTo>
                    <a:pt x="421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2219;p43">
              <a:extLst>
                <a:ext uri="{FF2B5EF4-FFF2-40B4-BE49-F238E27FC236}">
                  <a16:creationId xmlns:a16="http://schemas.microsoft.com/office/drawing/2014/main" id="{7DCB22E3-CCDE-DC55-95A9-13AA58EC0108}"/>
                </a:ext>
              </a:extLst>
            </p:cNvPr>
            <p:cNvSpPr/>
            <p:nvPr/>
          </p:nvSpPr>
          <p:spPr>
            <a:xfrm>
              <a:off x="8901203" y="3718235"/>
              <a:ext cx="34880" cy="54772"/>
            </a:xfrm>
            <a:custGeom>
              <a:avLst/>
              <a:gdLst/>
              <a:ahLst/>
              <a:cxnLst/>
              <a:rect l="l" t="t" r="r" b="b"/>
              <a:pathLst>
                <a:path w="256" h="402" extrusionOk="0">
                  <a:moveTo>
                    <a:pt x="133" y="48"/>
                  </a:moveTo>
                  <a:cubicBezTo>
                    <a:pt x="167" y="48"/>
                    <a:pt x="200" y="81"/>
                    <a:pt x="200" y="125"/>
                  </a:cubicBezTo>
                  <a:lnTo>
                    <a:pt x="200" y="280"/>
                  </a:lnTo>
                  <a:cubicBezTo>
                    <a:pt x="200" y="324"/>
                    <a:pt x="167" y="357"/>
                    <a:pt x="133" y="357"/>
                  </a:cubicBezTo>
                  <a:cubicBezTo>
                    <a:pt x="89" y="357"/>
                    <a:pt x="56" y="324"/>
                    <a:pt x="56" y="280"/>
                  </a:cubicBezTo>
                  <a:lnTo>
                    <a:pt x="56" y="125"/>
                  </a:lnTo>
                  <a:cubicBezTo>
                    <a:pt x="56" y="81"/>
                    <a:pt x="89" y="48"/>
                    <a:pt x="133" y="48"/>
                  </a:cubicBezTo>
                  <a:close/>
                  <a:moveTo>
                    <a:pt x="131" y="1"/>
                  </a:moveTo>
                  <a:cubicBezTo>
                    <a:pt x="70" y="1"/>
                    <a:pt x="6" y="42"/>
                    <a:pt x="1" y="125"/>
                  </a:cubicBezTo>
                  <a:lnTo>
                    <a:pt x="1" y="280"/>
                  </a:lnTo>
                  <a:cubicBezTo>
                    <a:pt x="1" y="346"/>
                    <a:pt x="56" y="402"/>
                    <a:pt x="133" y="402"/>
                  </a:cubicBezTo>
                  <a:cubicBezTo>
                    <a:pt x="200" y="402"/>
                    <a:pt x="255" y="346"/>
                    <a:pt x="244" y="280"/>
                  </a:cubicBezTo>
                  <a:lnTo>
                    <a:pt x="244" y="125"/>
                  </a:lnTo>
                  <a:cubicBezTo>
                    <a:pt x="250" y="42"/>
                    <a:pt x="192" y="1"/>
                    <a:pt x="1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2220;p43">
              <a:extLst>
                <a:ext uri="{FF2B5EF4-FFF2-40B4-BE49-F238E27FC236}">
                  <a16:creationId xmlns:a16="http://schemas.microsoft.com/office/drawing/2014/main" id="{9FEC1C70-A08A-6538-45D2-756A8665134F}"/>
                </a:ext>
              </a:extLst>
            </p:cNvPr>
            <p:cNvSpPr/>
            <p:nvPr/>
          </p:nvSpPr>
          <p:spPr>
            <a:xfrm>
              <a:off x="8893710" y="3742760"/>
              <a:ext cx="49868" cy="34744"/>
            </a:xfrm>
            <a:custGeom>
              <a:avLst/>
              <a:gdLst/>
              <a:ahLst/>
              <a:cxnLst/>
              <a:rect l="l" t="t" r="r" b="b"/>
              <a:pathLst>
                <a:path w="366" h="255" extrusionOk="0">
                  <a:moveTo>
                    <a:pt x="1" y="1"/>
                  </a:moveTo>
                  <a:lnTo>
                    <a:pt x="1" y="255"/>
                  </a:lnTo>
                  <a:lnTo>
                    <a:pt x="365" y="255"/>
                  </a:lnTo>
                  <a:lnTo>
                    <a:pt x="36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2221;p43">
              <a:extLst>
                <a:ext uri="{FF2B5EF4-FFF2-40B4-BE49-F238E27FC236}">
                  <a16:creationId xmlns:a16="http://schemas.microsoft.com/office/drawing/2014/main" id="{976B050E-7A51-ABF5-81B1-A969502A9567}"/>
                </a:ext>
              </a:extLst>
            </p:cNvPr>
            <p:cNvSpPr/>
            <p:nvPr/>
          </p:nvSpPr>
          <p:spPr>
            <a:xfrm>
              <a:off x="9406012" y="3718235"/>
              <a:ext cx="34744" cy="54772"/>
            </a:xfrm>
            <a:custGeom>
              <a:avLst/>
              <a:gdLst/>
              <a:ahLst/>
              <a:cxnLst/>
              <a:rect l="l" t="t" r="r" b="b"/>
              <a:pathLst>
                <a:path w="255" h="402" extrusionOk="0">
                  <a:moveTo>
                    <a:pt x="122" y="48"/>
                  </a:moveTo>
                  <a:cubicBezTo>
                    <a:pt x="166" y="48"/>
                    <a:pt x="199" y="81"/>
                    <a:pt x="199" y="125"/>
                  </a:cubicBezTo>
                  <a:lnTo>
                    <a:pt x="199" y="280"/>
                  </a:lnTo>
                  <a:cubicBezTo>
                    <a:pt x="199" y="324"/>
                    <a:pt x="166" y="357"/>
                    <a:pt x="122" y="357"/>
                  </a:cubicBezTo>
                  <a:cubicBezTo>
                    <a:pt x="89" y="357"/>
                    <a:pt x="55" y="324"/>
                    <a:pt x="55" y="280"/>
                  </a:cubicBezTo>
                  <a:lnTo>
                    <a:pt x="55" y="125"/>
                  </a:lnTo>
                  <a:cubicBezTo>
                    <a:pt x="55" y="81"/>
                    <a:pt x="89" y="48"/>
                    <a:pt x="122" y="48"/>
                  </a:cubicBezTo>
                  <a:close/>
                  <a:moveTo>
                    <a:pt x="122" y="1"/>
                  </a:moveTo>
                  <a:cubicBezTo>
                    <a:pt x="61" y="1"/>
                    <a:pt x="0" y="42"/>
                    <a:pt x="0" y="125"/>
                  </a:cubicBezTo>
                  <a:lnTo>
                    <a:pt x="0" y="280"/>
                  </a:lnTo>
                  <a:cubicBezTo>
                    <a:pt x="0" y="346"/>
                    <a:pt x="55" y="402"/>
                    <a:pt x="122" y="402"/>
                  </a:cubicBezTo>
                  <a:cubicBezTo>
                    <a:pt x="199" y="402"/>
                    <a:pt x="254" y="346"/>
                    <a:pt x="243" y="280"/>
                  </a:cubicBezTo>
                  <a:lnTo>
                    <a:pt x="243" y="125"/>
                  </a:lnTo>
                  <a:cubicBezTo>
                    <a:pt x="243" y="42"/>
                    <a:pt x="183" y="1"/>
                    <a:pt x="1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2222;p43">
              <a:extLst>
                <a:ext uri="{FF2B5EF4-FFF2-40B4-BE49-F238E27FC236}">
                  <a16:creationId xmlns:a16="http://schemas.microsoft.com/office/drawing/2014/main" id="{9ABEBF5D-1A71-F971-A338-89AC50CFAF04}"/>
                </a:ext>
              </a:extLst>
            </p:cNvPr>
            <p:cNvSpPr/>
            <p:nvPr/>
          </p:nvSpPr>
          <p:spPr>
            <a:xfrm>
              <a:off x="9398382" y="3742760"/>
              <a:ext cx="48369" cy="34744"/>
            </a:xfrm>
            <a:custGeom>
              <a:avLst/>
              <a:gdLst/>
              <a:ahLst/>
              <a:cxnLst/>
              <a:rect l="l" t="t" r="r" b="b"/>
              <a:pathLst>
                <a:path w="355" h="255" extrusionOk="0">
                  <a:moveTo>
                    <a:pt x="1" y="1"/>
                  </a:moveTo>
                  <a:lnTo>
                    <a:pt x="1" y="255"/>
                  </a:lnTo>
                  <a:lnTo>
                    <a:pt x="355" y="255"/>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2223;p43">
              <a:extLst>
                <a:ext uri="{FF2B5EF4-FFF2-40B4-BE49-F238E27FC236}">
                  <a16:creationId xmlns:a16="http://schemas.microsoft.com/office/drawing/2014/main" id="{E753F793-BDF4-E27C-52B9-A84591F1EFD3}"/>
                </a:ext>
              </a:extLst>
            </p:cNvPr>
            <p:cNvSpPr/>
            <p:nvPr/>
          </p:nvSpPr>
          <p:spPr>
            <a:xfrm>
              <a:off x="8913330" y="3711150"/>
              <a:ext cx="12126" cy="31746"/>
            </a:xfrm>
            <a:custGeom>
              <a:avLst/>
              <a:gdLst/>
              <a:ahLst/>
              <a:cxnLst/>
              <a:rect l="l" t="t" r="r" b="b"/>
              <a:pathLst>
                <a:path w="89" h="233" extrusionOk="0">
                  <a:moveTo>
                    <a:pt x="44" y="0"/>
                  </a:moveTo>
                  <a:cubicBezTo>
                    <a:pt x="22" y="0"/>
                    <a:pt x="0" y="11"/>
                    <a:pt x="0" y="45"/>
                  </a:cubicBezTo>
                  <a:lnTo>
                    <a:pt x="0" y="199"/>
                  </a:lnTo>
                  <a:cubicBezTo>
                    <a:pt x="0" y="222"/>
                    <a:pt x="22" y="233"/>
                    <a:pt x="44" y="233"/>
                  </a:cubicBezTo>
                  <a:cubicBezTo>
                    <a:pt x="67" y="233"/>
                    <a:pt x="89" y="222"/>
                    <a:pt x="89" y="199"/>
                  </a:cubicBezTo>
                  <a:lnTo>
                    <a:pt x="89" y="45"/>
                  </a:lnTo>
                  <a:cubicBezTo>
                    <a:pt x="89" y="11"/>
                    <a:pt x="67" y="0"/>
                    <a:pt x="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2224;p43">
              <a:extLst>
                <a:ext uri="{FF2B5EF4-FFF2-40B4-BE49-F238E27FC236}">
                  <a16:creationId xmlns:a16="http://schemas.microsoft.com/office/drawing/2014/main" id="{BDA9D82A-E1CB-3BFB-EC41-55B0056884E4}"/>
                </a:ext>
              </a:extLst>
            </p:cNvPr>
            <p:cNvSpPr/>
            <p:nvPr/>
          </p:nvSpPr>
          <p:spPr>
            <a:xfrm>
              <a:off x="9416503" y="3711150"/>
              <a:ext cx="12126" cy="31746"/>
            </a:xfrm>
            <a:custGeom>
              <a:avLst/>
              <a:gdLst/>
              <a:ahLst/>
              <a:cxnLst/>
              <a:rect l="l" t="t" r="r" b="b"/>
              <a:pathLst>
                <a:path w="89" h="233" extrusionOk="0">
                  <a:moveTo>
                    <a:pt x="45" y="0"/>
                  </a:moveTo>
                  <a:cubicBezTo>
                    <a:pt x="23" y="0"/>
                    <a:pt x="0" y="11"/>
                    <a:pt x="0" y="45"/>
                  </a:cubicBezTo>
                  <a:lnTo>
                    <a:pt x="0" y="199"/>
                  </a:lnTo>
                  <a:cubicBezTo>
                    <a:pt x="0" y="222"/>
                    <a:pt x="23" y="233"/>
                    <a:pt x="45" y="233"/>
                  </a:cubicBezTo>
                  <a:cubicBezTo>
                    <a:pt x="67" y="233"/>
                    <a:pt x="89" y="222"/>
                    <a:pt x="89" y="199"/>
                  </a:cubicBezTo>
                  <a:lnTo>
                    <a:pt x="89" y="45"/>
                  </a:lnTo>
                  <a:cubicBezTo>
                    <a:pt x="89" y="11"/>
                    <a:pt x="67" y="0"/>
                    <a:pt x="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2225;p43">
              <a:extLst>
                <a:ext uri="{FF2B5EF4-FFF2-40B4-BE49-F238E27FC236}">
                  <a16:creationId xmlns:a16="http://schemas.microsoft.com/office/drawing/2014/main" id="{F4C81A47-F844-B585-C4AB-B1AE19DD736B}"/>
                </a:ext>
              </a:extLst>
            </p:cNvPr>
            <p:cNvSpPr/>
            <p:nvPr/>
          </p:nvSpPr>
          <p:spPr>
            <a:xfrm>
              <a:off x="8883218" y="4083250"/>
              <a:ext cx="269775" cy="48369"/>
            </a:xfrm>
            <a:custGeom>
              <a:avLst/>
              <a:gdLst/>
              <a:ahLst/>
              <a:cxnLst/>
              <a:rect l="l" t="t" r="r" b="b"/>
              <a:pathLst>
                <a:path w="1980" h="355" extrusionOk="0">
                  <a:moveTo>
                    <a:pt x="0" y="1"/>
                  </a:moveTo>
                  <a:lnTo>
                    <a:pt x="0" y="354"/>
                  </a:lnTo>
                  <a:lnTo>
                    <a:pt x="1979" y="354"/>
                  </a:lnTo>
                  <a:lnTo>
                    <a:pt x="19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2226;p43">
              <a:extLst>
                <a:ext uri="{FF2B5EF4-FFF2-40B4-BE49-F238E27FC236}">
                  <a16:creationId xmlns:a16="http://schemas.microsoft.com/office/drawing/2014/main" id="{18CE2546-57D0-DCBF-2027-A59890DA7697}"/>
                </a:ext>
              </a:extLst>
            </p:cNvPr>
            <p:cNvSpPr/>
            <p:nvPr/>
          </p:nvSpPr>
          <p:spPr>
            <a:xfrm>
              <a:off x="9188965" y="4083250"/>
              <a:ext cx="269911" cy="48369"/>
            </a:xfrm>
            <a:custGeom>
              <a:avLst/>
              <a:gdLst/>
              <a:ahLst/>
              <a:cxnLst/>
              <a:rect l="l" t="t" r="r" b="b"/>
              <a:pathLst>
                <a:path w="1981" h="355" extrusionOk="0">
                  <a:moveTo>
                    <a:pt x="1" y="1"/>
                  </a:moveTo>
                  <a:lnTo>
                    <a:pt x="1" y="354"/>
                  </a:lnTo>
                  <a:lnTo>
                    <a:pt x="1980" y="354"/>
                  </a:lnTo>
                  <a:lnTo>
                    <a:pt x="198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2227;p43">
              <a:extLst>
                <a:ext uri="{FF2B5EF4-FFF2-40B4-BE49-F238E27FC236}">
                  <a16:creationId xmlns:a16="http://schemas.microsoft.com/office/drawing/2014/main" id="{D182BFC1-AEAF-A07C-3458-5CFB5685F760}"/>
                </a:ext>
              </a:extLst>
            </p:cNvPr>
            <p:cNvSpPr/>
            <p:nvPr/>
          </p:nvSpPr>
          <p:spPr>
            <a:xfrm>
              <a:off x="8883218" y="4068263"/>
              <a:ext cx="574157" cy="48232"/>
            </a:xfrm>
            <a:custGeom>
              <a:avLst/>
              <a:gdLst/>
              <a:ahLst/>
              <a:cxnLst/>
              <a:rect l="l" t="t" r="r" b="b"/>
              <a:pathLst>
                <a:path w="4214" h="354" extrusionOk="0">
                  <a:moveTo>
                    <a:pt x="0" y="0"/>
                  </a:moveTo>
                  <a:lnTo>
                    <a:pt x="0" y="354"/>
                  </a:lnTo>
                  <a:lnTo>
                    <a:pt x="4213" y="354"/>
                  </a:lnTo>
                  <a:lnTo>
                    <a:pt x="421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2228;p43">
              <a:extLst>
                <a:ext uri="{FF2B5EF4-FFF2-40B4-BE49-F238E27FC236}">
                  <a16:creationId xmlns:a16="http://schemas.microsoft.com/office/drawing/2014/main" id="{BF456BFF-4AC1-E323-D95D-C062FBF59A28}"/>
                </a:ext>
              </a:extLst>
            </p:cNvPr>
            <p:cNvSpPr/>
            <p:nvPr/>
          </p:nvSpPr>
          <p:spPr>
            <a:xfrm>
              <a:off x="8901203" y="4080934"/>
              <a:ext cx="34880" cy="53682"/>
            </a:xfrm>
            <a:custGeom>
              <a:avLst/>
              <a:gdLst/>
              <a:ahLst/>
              <a:cxnLst/>
              <a:rect l="l" t="t" r="r" b="b"/>
              <a:pathLst>
                <a:path w="256" h="394" extrusionOk="0">
                  <a:moveTo>
                    <a:pt x="144" y="49"/>
                  </a:moveTo>
                  <a:cubicBezTo>
                    <a:pt x="173" y="49"/>
                    <a:pt x="200" y="87"/>
                    <a:pt x="200" y="117"/>
                  </a:cubicBezTo>
                  <a:lnTo>
                    <a:pt x="200" y="272"/>
                  </a:lnTo>
                  <a:cubicBezTo>
                    <a:pt x="200" y="316"/>
                    <a:pt x="167" y="349"/>
                    <a:pt x="133" y="349"/>
                  </a:cubicBezTo>
                  <a:cubicBezTo>
                    <a:pt x="89" y="349"/>
                    <a:pt x="56" y="316"/>
                    <a:pt x="56" y="272"/>
                  </a:cubicBezTo>
                  <a:lnTo>
                    <a:pt x="56" y="117"/>
                  </a:lnTo>
                  <a:cubicBezTo>
                    <a:pt x="56" y="84"/>
                    <a:pt x="89" y="51"/>
                    <a:pt x="133" y="51"/>
                  </a:cubicBezTo>
                  <a:cubicBezTo>
                    <a:pt x="137" y="50"/>
                    <a:pt x="141" y="49"/>
                    <a:pt x="144" y="49"/>
                  </a:cubicBezTo>
                  <a:close/>
                  <a:moveTo>
                    <a:pt x="131" y="1"/>
                  </a:moveTo>
                  <a:cubicBezTo>
                    <a:pt x="70" y="1"/>
                    <a:pt x="6" y="40"/>
                    <a:pt x="1" y="117"/>
                  </a:cubicBezTo>
                  <a:lnTo>
                    <a:pt x="1" y="272"/>
                  </a:lnTo>
                  <a:cubicBezTo>
                    <a:pt x="1" y="338"/>
                    <a:pt x="56" y="394"/>
                    <a:pt x="133" y="394"/>
                  </a:cubicBezTo>
                  <a:cubicBezTo>
                    <a:pt x="200" y="394"/>
                    <a:pt x="255" y="338"/>
                    <a:pt x="244" y="272"/>
                  </a:cubicBezTo>
                  <a:lnTo>
                    <a:pt x="244" y="117"/>
                  </a:lnTo>
                  <a:cubicBezTo>
                    <a:pt x="250" y="40"/>
                    <a:pt x="192" y="1"/>
                    <a:pt x="1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2229;p43">
              <a:extLst>
                <a:ext uri="{FF2B5EF4-FFF2-40B4-BE49-F238E27FC236}">
                  <a16:creationId xmlns:a16="http://schemas.microsoft.com/office/drawing/2014/main" id="{AB4FCF4C-B076-7838-4A1A-961B2E405203}"/>
                </a:ext>
              </a:extLst>
            </p:cNvPr>
            <p:cNvSpPr/>
            <p:nvPr/>
          </p:nvSpPr>
          <p:spPr>
            <a:xfrm>
              <a:off x="8893710" y="4104369"/>
              <a:ext cx="49868" cy="34744"/>
            </a:xfrm>
            <a:custGeom>
              <a:avLst/>
              <a:gdLst/>
              <a:ahLst/>
              <a:cxnLst/>
              <a:rect l="l" t="t" r="r" b="b"/>
              <a:pathLst>
                <a:path w="366" h="255" extrusionOk="0">
                  <a:moveTo>
                    <a:pt x="1" y="0"/>
                  </a:moveTo>
                  <a:lnTo>
                    <a:pt x="1" y="255"/>
                  </a:lnTo>
                  <a:lnTo>
                    <a:pt x="365" y="255"/>
                  </a:lnTo>
                  <a:lnTo>
                    <a:pt x="36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2230;p43">
              <a:extLst>
                <a:ext uri="{FF2B5EF4-FFF2-40B4-BE49-F238E27FC236}">
                  <a16:creationId xmlns:a16="http://schemas.microsoft.com/office/drawing/2014/main" id="{24A9D74B-C23D-1DF7-837F-CC32D2851663}"/>
                </a:ext>
              </a:extLst>
            </p:cNvPr>
            <p:cNvSpPr/>
            <p:nvPr/>
          </p:nvSpPr>
          <p:spPr>
            <a:xfrm>
              <a:off x="9406012" y="4080934"/>
              <a:ext cx="33245" cy="53682"/>
            </a:xfrm>
            <a:custGeom>
              <a:avLst/>
              <a:gdLst/>
              <a:ahLst/>
              <a:cxnLst/>
              <a:rect l="l" t="t" r="r" b="b"/>
              <a:pathLst>
                <a:path w="244" h="394" extrusionOk="0">
                  <a:moveTo>
                    <a:pt x="136" y="49"/>
                  </a:moveTo>
                  <a:cubicBezTo>
                    <a:pt x="173" y="49"/>
                    <a:pt x="199" y="87"/>
                    <a:pt x="199" y="117"/>
                  </a:cubicBezTo>
                  <a:lnTo>
                    <a:pt x="199" y="272"/>
                  </a:lnTo>
                  <a:cubicBezTo>
                    <a:pt x="199" y="316"/>
                    <a:pt x="166" y="349"/>
                    <a:pt x="122" y="349"/>
                  </a:cubicBezTo>
                  <a:cubicBezTo>
                    <a:pt x="89" y="349"/>
                    <a:pt x="55" y="316"/>
                    <a:pt x="55" y="272"/>
                  </a:cubicBezTo>
                  <a:lnTo>
                    <a:pt x="55" y="117"/>
                  </a:lnTo>
                  <a:cubicBezTo>
                    <a:pt x="55" y="84"/>
                    <a:pt x="89" y="51"/>
                    <a:pt x="122" y="51"/>
                  </a:cubicBezTo>
                  <a:cubicBezTo>
                    <a:pt x="126" y="50"/>
                    <a:pt x="131" y="49"/>
                    <a:pt x="136" y="49"/>
                  </a:cubicBezTo>
                  <a:close/>
                  <a:moveTo>
                    <a:pt x="122" y="1"/>
                  </a:moveTo>
                  <a:cubicBezTo>
                    <a:pt x="61" y="1"/>
                    <a:pt x="0" y="40"/>
                    <a:pt x="0" y="117"/>
                  </a:cubicBezTo>
                  <a:lnTo>
                    <a:pt x="0" y="272"/>
                  </a:lnTo>
                  <a:cubicBezTo>
                    <a:pt x="0" y="338"/>
                    <a:pt x="55" y="394"/>
                    <a:pt x="122" y="394"/>
                  </a:cubicBezTo>
                  <a:cubicBezTo>
                    <a:pt x="188" y="394"/>
                    <a:pt x="243" y="338"/>
                    <a:pt x="243" y="272"/>
                  </a:cubicBezTo>
                  <a:lnTo>
                    <a:pt x="243" y="117"/>
                  </a:lnTo>
                  <a:cubicBezTo>
                    <a:pt x="243" y="40"/>
                    <a:pt x="183" y="1"/>
                    <a:pt x="1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2231;p43">
              <a:extLst>
                <a:ext uri="{FF2B5EF4-FFF2-40B4-BE49-F238E27FC236}">
                  <a16:creationId xmlns:a16="http://schemas.microsoft.com/office/drawing/2014/main" id="{481A37CE-A5E6-7689-C8FB-AB1C4A0FF01B}"/>
                </a:ext>
              </a:extLst>
            </p:cNvPr>
            <p:cNvSpPr/>
            <p:nvPr/>
          </p:nvSpPr>
          <p:spPr>
            <a:xfrm>
              <a:off x="9398382" y="4104369"/>
              <a:ext cx="48369" cy="34744"/>
            </a:xfrm>
            <a:custGeom>
              <a:avLst/>
              <a:gdLst/>
              <a:ahLst/>
              <a:cxnLst/>
              <a:rect l="l" t="t" r="r" b="b"/>
              <a:pathLst>
                <a:path w="355" h="255" extrusionOk="0">
                  <a:moveTo>
                    <a:pt x="1" y="0"/>
                  </a:moveTo>
                  <a:lnTo>
                    <a:pt x="1" y="255"/>
                  </a:lnTo>
                  <a:lnTo>
                    <a:pt x="355" y="255"/>
                  </a:lnTo>
                  <a:lnTo>
                    <a:pt x="3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2232;p43">
              <a:extLst>
                <a:ext uri="{FF2B5EF4-FFF2-40B4-BE49-F238E27FC236}">
                  <a16:creationId xmlns:a16="http://schemas.microsoft.com/office/drawing/2014/main" id="{E354C317-9D6A-A61F-8F1D-2969B80D5800}"/>
                </a:ext>
              </a:extLst>
            </p:cNvPr>
            <p:cNvSpPr/>
            <p:nvPr/>
          </p:nvSpPr>
          <p:spPr>
            <a:xfrm>
              <a:off x="8913330" y="4072759"/>
              <a:ext cx="12126" cy="31746"/>
            </a:xfrm>
            <a:custGeom>
              <a:avLst/>
              <a:gdLst/>
              <a:ahLst/>
              <a:cxnLst/>
              <a:rect l="l" t="t" r="r" b="b"/>
              <a:pathLst>
                <a:path w="89" h="233" extrusionOk="0">
                  <a:moveTo>
                    <a:pt x="44" y="0"/>
                  </a:moveTo>
                  <a:cubicBezTo>
                    <a:pt x="22" y="0"/>
                    <a:pt x="0" y="11"/>
                    <a:pt x="0" y="44"/>
                  </a:cubicBezTo>
                  <a:lnTo>
                    <a:pt x="0" y="199"/>
                  </a:lnTo>
                  <a:cubicBezTo>
                    <a:pt x="0" y="221"/>
                    <a:pt x="22" y="232"/>
                    <a:pt x="44" y="232"/>
                  </a:cubicBezTo>
                  <a:cubicBezTo>
                    <a:pt x="67" y="232"/>
                    <a:pt x="89" y="221"/>
                    <a:pt x="89" y="199"/>
                  </a:cubicBezTo>
                  <a:lnTo>
                    <a:pt x="89" y="44"/>
                  </a:lnTo>
                  <a:cubicBezTo>
                    <a:pt x="89" y="11"/>
                    <a:pt x="67" y="0"/>
                    <a:pt x="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2233;p43">
              <a:extLst>
                <a:ext uri="{FF2B5EF4-FFF2-40B4-BE49-F238E27FC236}">
                  <a16:creationId xmlns:a16="http://schemas.microsoft.com/office/drawing/2014/main" id="{05E30816-648E-0EF3-440F-E1CE576B55EE}"/>
                </a:ext>
              </a:extLst>
            </p:cNvPr>
            <p:cNvSpPr/>
            <p:nvPr/>
          </p:nvSpPr>
          <p:spPr>
            <a:xfrm>
              <a:off x="9416503" y="4072759"/>
              <a:ext cx="12126" cy="31746"/>
            </a:xfrm>
            <a:custGeom>
              <a:avLst/>
              <a:gdLst/>
              <a:ahLst/>
              <a:cxnLst/>
              <a:rect l="l" t="t" r="r" b="b"/>
              <a:pathLst>
                <a:path w="89" h="233" extrusionOk="0">
                  <a:moveTo>
                    <a:pt x="45" y="0"/>
                  </a:moveTo>
                  <a:cubicBezTo>
                    <a:pt x="23" y="0"/>
                    <a:pt x="0" y="11"/>
                    <a:pt x="0" y="44"/>
                  </a:cubicBezTo>
                  <a:lnTo>
                    <a:pt x="0" y="199"/>
                  </a:lnTo>
                  <a:cubicBezTo>
                    <a:pt x="0" y="221"/>
                    <a:pt x="23" y="232"/>
                    <a:pt x="45" y="232"/>
                  </a:cubicBezTo>
                  <a:cubicBezTo>
                    <a:pt x="67" y="232"/>
                    <a:pt x="89" y="221"/>
                    <a:pt x="89" y="199"/>
                  </a:cubicBezTo>
                  <a:lnTo>
                    <a:pt x="89" y="44"/>
                  </a:lnTo>
                  <a:cubicBezTo>
                    <a:pt x="89" y="11"/>
                    <a:pt x="67" y="0"/>
                    <a:pt x="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49" name="TextBox 1148">
            <a:extLst>
              <a:ext uri="{FF2B5EF4-FFF2-40B4-BE49-F238E27FC236}">
                <a16:creationId xmlns:a16="http://schemas.microsoft.com/office/drawing/2014/main" id="{D87BDD15-3D18-1853-FA91-95F4230C8E42}"/>
              </a:ext>
            </a:extLst>
          </p:cNvPr>
          <p:cNvSpPr txBox="1"/>
          <p:nvPr/>
        </p:nvSpPr>
        <p:spPr>
          <a:xfrm>
            <a:off x="2030601" y="957739"/>
            <a:ext cx="5348452" cy="4185761"/>
          </a:xfrm>
          <a:prstGeom prst="rect">
            <a:avLst/>
          </a:prstGeom>
          <a:noFill/>
        </p:spPr>
        <p:txBody>
          <a:bodyPr wrap="square">
            <a:spAutoFit/>
          </a:bodyPr>
          <a:lstStyle/>
          <a:p>
            <a:pPr>
              <a:buNone/>
            </a:pPr>
            <a:r>
              <a:rPr lang="en-US" b="1" dirty="0">
                <a:effectLst/>
              </a:rPr>
              <a:t>Columns:</a:t>
            </a:r>
            <a:endParaRPr lang="en-US" dirty="0">
              <a:effectLst/>
            </a:endParaRPr>
          </a:p>
          <a:p>
            <a:pPr>
              <a:buFont typeface="Arial" panose="020B0604020202020204" pitchFamily="34" charset="0"/>
              <a:buChar char="•"/>
            </a:pPr>
            <a:r>
              <a:rPr lang="en-US" dirty="0">
                <a:effectLst/>
              </a:rPr>
              <a:t>Transaction ID</a:t>
            </a:r>
          </a:p>
          <a:p>
            <a:pPr>
              <a:buFont typeface="Arial" panose="020B0604020202020204" pitchFamily="34" charset="0"/>
              <a:buChar char="•"/>
            </a:pPr>
            <a:r>
              <a:rPr lang="en-US" dirty="0">
                <a:effectLst/>
              </a:rPr>
              <a:t>Date of Purchase</a:t>
            </a:r>
          </a:p>
          <a:p>
            <a:pPr>
              <a:buFont typeface="Arial" panose="020B0604020202020204" pitchFamily="34" charset="0"/>
              <a:buChar char="•"/>
            </a:pPr>
            <a:r>
              <a:rPr lang="en-US" dirty="0">
                <a:effectLst/>
              </a:rPr>
              <a:t>Time of Purchase</a:t>
            </a:r>
          </a:p>
          <a:p>
            <a:pPr>
              <a:buFont typeface="Arial" panose="020B0604020202020204" pitchFamily="34" charset="0"/>
              <a:buChar char="•"/>
            </a:pPr>
            <a:r>
              <a:rPr lang="en-US" dirty="0">
                <a:effectLst/>
              </a:rPr>
              <a:t>Purchase Type</a:t>
            </a:r>
          </a:p>
          <a:p>
            <a:pPr>
              <a:buFont typeface="Arial" panose="020B0604020202020204" pitchFamily="34" charset="0"/>
              <a:buChar char="•"/>
            </a:pPr>
            <a:r>
              <a:rPr lang="en-US" dirty="0">
                <a:effectLst/>
              </a:rPr>
              <a:t>Payment Method</a:t>
            </a:r>
          </a:p>
          <a:p>
            <a:pPr>
              <a:buFont typeface="Arial" panose="020B0604020202020204" pitchFamily="34" charset="0"/>
              <a:buChar char="•"/>
            </a:pPr>
            <a:r>
              <a:rPr lang="en-US" dirty="0">
                <a:effectLst/>
              </a:rPr>
              <a:t>Ticket Class</a:t>
            </a:r>
          </a:p>
          <a:p>
            <a:pPr>
              <a:buFont typeface="Arial" panose="020B0604020202020204" pitchFamily="34" charset="0"/>
              <a:buChar char="•"/>
            </a:pPr>
            <a:r>
              <a:rPr lang="en-US" dirty="0">
                <a:effectLst/>
              </a:rPr>
              <a:t>Ticket Type</a:t>
            </a:r>
          </a:p>
          <a:p>
            <a:pPr>
              <a:buFont typeface="Arial" panose="020B0604020202020204" pitchFamily="34" charset="0"/>
              <a:buChar char="•"/>
            </a:pPr>
            <a:r>
              <a:rPr lang="en-US" dirty="0">
                <a:effectLst/>
              </a:rPr>
              <a:t>Price</a:t>
            </a:r>
          </a:p>
          <a:p>
            <a:pPr>
              <a:buFont typeface="Arial" panose="020B0604020202020204" pitchFamily="34" charset="0"/>
              <a:buChar char="•"/>
            </a:pPr>
            <a:r>
              <a:rPr lang="en-US" dirty="0" err="1">
                <a:effectLst/>
              </a:rPr>
              <a:t>Railcard</a:t>
            </a:r>
            <a:endParaRPr lang="en-US" dirty="0">
              <a:effectLst/>
            </a:endParaRPr>
          </a:p>
          <a:p>
            <a:pPr>
              <a:buFont typeface="Arial" panose="020B0604020202020204" pitchFamily="34" charset="0"/>
              <a:buChar char="•"/>
            </a:pPr>
            <a:r>
              <a:rPr lang="en-US" dirty="0">
                <a:effectLst/>
              </a:rPr>
              <a:t>Departure Station</a:t>
            </a:r>
          </a:p>
          <a:p>
            <a:pPr>
              <a:buFont typeface="Arial" panose="020B0604020202020204" pitchFamily="34" charset="0"/>
              <a:buChar char="•"/>
            </a:pPr>
            <a:r>
              <a:rPr lang="en-US" dirty="0">
                <a:effectLst/>
              </a:rPr>
              <a:t>Arrival Destination</a:t>
            </a:r>
          </a:p>
          <a:p>
            <a:pPr>
              <a:buFont typeface="Arial" panose="020B0604020202020204" pitchFamily="34" charset="0"/>
              <a:buChar char="•"/>
            </a:pPr>
            <a:r>
              <a:rPr lang="en-US" dirty="0">
                <a:effectLst/>
              </a:rPr>
              <a:t>Date of Journey</a:t>
            </a:r>
          </a:p>
          <a:p>
            <a:pPr>
              <a:buFont typeface="Arial" panose="020B0604020202020204" pitchFamily="34" charset="0"/>
              <a:buChar char="•"/>
            </a:pPr>
            <a:r>
              <a:rPr lang="en-US" dirty="0">
                <a:effectLst/>
              </a:rPr>
              <a:t>Departure Time</a:t>
            </a:r>
          </a:p>
          <a:p>
            <a:pPr>
              <a:buFont typeface="Arial" panose="020B0604020202020204" pitchFamily="34" charset="0"/>
              <a:buChar char="•"/>
            </a:pPr>
            <a:r>
              <a:rPr lang="en-US" dirty="0">
                <a:effectLst/>
              </a:rPr>
              <a:t>Arrival Time</a:t>
            </a:r>
          </a:p>
          <a:p>
            <a:pPr>
              <a:buFont typeface="Arial" panose="020B0604020202020204" pitchFamily="34" charset="0"/>
              <a:buChar char="•"/>
            </a:pPr>
            <a:r>
              <a:rPr lang="en-US" dirty="0">
                <a:effectLst/>
              </a:rPr>
              <a:t>Actual Arrival Time</a:t>
            </a:r>
          </a:p>
          <a:p>
            <a:pPr>
              <a:buFont typeface="Arial" panose="020B0604020202020204" pitchFamily="34" charset="0"/>
              <a:buChar char="•"/>
            </a:pPr>
            <a:r>
              <a:rPr lang="en-US" dirty="0">
                <a:effectLst/>
              </a:rPr>
              <a:t>Journey Status</a:t>
            </a:r>
          </a:p>
          <a:p>
            <a:pPr>
              <a:buFont typeface="Arial" panose="020B0604020202020204" pitchFamily="34" charset="0"/>
              <a:buChar char="•"/>
            </a:pPr>
            <a:r>
              <a:rPr lang="en-US" dirty="0">
                <a:effectLst/>
              </a:rPr>
              <a:t>Reason for Delay</a:t>
            </a:r>
          </a:p>
          <a:p>
            <a:pPr>
              <a:buFont typeface="Arial" panose="020B0604020202020204" pitchFamily="34" charset="0"/>
              <a:buChar char="•"/>
            </a:pPr>
            <a:r>
              <a:rPr lang="en-US" dirty="0">
                <a:effectLst/>
              </a:rPr>
              <a:t>Refund Request</a:t>
            </a:r>
          </a:p>
        </p:txBody>
      </p:sp>
    </p:spTree>
    <p:extLst>
      <p:ext uri="{BB962C8B-B14F-4D97-AF65-F5344CB8AC3E}">
        <p14:creationId xmlns:p14="http://schemas.microsoft.com/office/powerpoint/2010/main" val="352301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48"/>
                                        </p:tgtEl>
                                        <p:attrNameLst>
                                          <p:attrName>style.visibility</p:attrName>
                                        </p:attrNameLst>
                                      </p:cBhvr>
                                      <p:to>
                                        <p:strVal val="visible"/>
                                      </p:to>
                                    </p:set>
                                    <p:animEffect transition="in" filter="barn(inVertical)">
                                      <p:cBhvr>
                                        <p:cTn id="7" dur="500"/>
                                        <p:tgtEl>
                                          <p:spTgt spid="114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149">
                                            <p:txEl>
                                              <p:pRg st="0" end="0"/>
                                            </p:txEl>
                                          </p:spTgt>
                                        </p:tgtEl>
                                        <p:attrNameLst>
                                          <p:attrName>style.visibility</p:attrName>
                                        </p:attrNameLst>
                                      </p:cBhvr>
                                      <p:to>
                                        <p:strVal val="visible"/>
                                      </p:to>
                                    </p:set>
                                    <p:animEffect transition="in" filter="barn(inVertical)">
                                      <p:cBhvr>
                                        <p:cTn id="12" dur="500"/>
                                        <p:tgtEl>
                                          <p:spTgt spid="1149">
                                            <p:txEl>
                                              <p:pRg st="0" end="0"/>
                                            </p:txEl>
                                          </p:spTgt>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1149">
                                            <p:txEl>
                                              <p:pRg st="1" end="1"/>
                                            </p:txEl>
                                          </p:spTgt>
                                        </p:tgtEl>
                                        <p:attrNameLst>
                                          <p:attrName>style.visibility</p:attrName>
                                        </p:attrNameLst>
                                      </p:cBhvr>
                                      <p:to>
                                        <p:strVal val="visible"/>
                                      </p:to>
                                    </p:set>
                                    <p:animEffect transition="in" filter="barn(inVertical)">
                                      <p:cBhvr>
                                        <p:cTn id="15" dur="500"/>
                                        <p:tgtEl>
                                          <p:spTgt spid="1149">
                                            <p:txEl>
                                              <p:pRg st="1" end="1"/>
                                            </p:txEl>
                                          </p:spTgt>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1149">
                                            <p:txEl>
                                              <p:pRg st="2" end="2"/>
                                            </p:txEl>
                                          </p:spTgt>
                                        </p:tgtEl>
                                        <p:attrNameLst>
                                          <p:attrName>style.visibility</p:attrName>
                                        </p:attrNameLst>
                                      </p:cBhvr>
                                      <p:to>
                                        <p:strVal val="visible"/>
                                      </p:to>
                                    </p:set>
                                    <p:animEffect transition="in" filter="barn(inVertical)">
                                      <p:cBhvr>
                                        <p:cTn id="18" dur="500"/>
                                        <p:tgtEl>
                                          <p:spTgt spid="1149">
                                            <p:txEl>
                                              <p:pRg st="2" end="2"/>
                                            </p:txEl>
                                          </p:spTgt>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1149">
                                            <p:txEl>
                                              <p:pRg st="3" end="3"/>
                                            </p:txEl>
                                          </p:spTgt>
                                        </p:tgtEl>
                                        <p:attrNameLst>
                                          <p:attrName>style.visibility</p:attrName>
                                        </p:attrNameLst>
                                      </p:cBhvr>
                                      <p:to>
                                        <p:strVal val="visible"/>
                                      </p:to>
                                    </p:set>
                                    <p:animEffect transition="in" filter="barn(inVertical)">
                                      <p:cBhvr>
                                        <p:cTn id="21" dur="500"/>
                                        <p:tgtEl>
                                          <p:spTgt spid="1149">
                                            <p:txEl>
                                              <p:pRg st="3" end="3"/>
                                            </p:txEl>
                                          </p:spTgt>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1149">
                                            <p:txEl>
                                              <p:pRg st="4" end="4"/>
                                            </p:txEl>
                                          </p:spTgt>
                                        </p:tgtEl>
                                        <p:attrNameLst>
                                          <p:attrName>style.visibility</p:attrName>
                                        </p:attrNameLst>
                                      </p:cBhvr>
                                      <p:to>
                                        <p:strVal val="visible"/>
                                      </p:to>
                                    </p:set>
                                    <p:animEffect transition="in" filter="barn(inVertical)">
                                      <p:cBhvr>
                                        <p:cTn id="24" dur="500"/>
                                        <p:tgtEl>
                                          <p:spTgt spid="1149">
                                            <p:txEl>
                                              <p:pRg st="4" end="4"/>
                                            </p:txEl>
                                          </p:spTgt>
                                        </p:tgtEl>
                                      </p:cBhvr>
                                    </p:animEffect>
                                  </p:childTnLst>
                                </p:cTn>
                              </p:par>
                              <p:par>
                                <p:cTn id="25" presetID="16" presetClass="entr" presetSubtype="21" fill="hold" grpId="0" nodeType="withEffect">
                                  <p:stCondLst>
                                    <p:cond delay="0"/>
                                  </p:stCondLst>
                                  <p:childTnLst>
                                    <p:set>
                                      <p:cBhvr>
                                        <p:cTn id="26" dur="1" fill="hold">
                                          <p:stCondLst>
                                            <p:cond delay="0"/>
                                          </p:stCondLst>
                                        </p:cTn>
                                        <p:tgtEl>
                                          <p:spTgt spid="1149">
                                            <p:txEl>
                                              <p:pRg st="5" end="5"/>
                                            </p:txEl>
                                          </p:spTgt>
                                        </p:tgtEl>
                                        <p:attrNameLst>
                                          <p:attrName>style.visibility</p:attrName>
                                        </p:attrNameLst>
                                      </p:cBhvr>
                                      <p:to>
                                        <p:strVal val="visible"/>
                                      </p:to>
                                    </p:set>
                                    <p:animEffect transition="in" filter="barn(inVertical)">
                                      <p:cBhvr>
                                        <p:cTn id="27" dur="500"/>
                                        <p:tgtEl>
                                          <p:spTgt spid="1149">
                                            <p:txEl>
                                              <p:pRg st="5" end="5"/>
                                            </p:txEl>
                                          </p:spTgt>
                                        </p:tgtEl>
                                      </p:cBhvr>
                                    </p:animEffect>
                                  </p:childTnLst>
                                </p:cTn>
                              </p:par>
                              <p:par>
                                <p:cTn id="28" presetID="16" presetClass="entr" presetSubtype="21" fill="hold" grpId="0" nodeType="withEffect">
                                  <p:stCondLst>
                                    <p:cond delay="0"/>
                                  </p:stCondLst>
                                  <p:childTnLst>
                                    <p:set>
                                      <p:cBhvr>
                                        <p:cTn id="29" dur="1" fill="hold">
                                          <p:stCondLst>
                                            <p:cond delay="0"/>
                                          </p:stCondLst>
                                        </p:cTn>
                                        <p:tgtEl>
                                          <p:spTgt spid="1149">
                                            <p:txEl>
                                              <p:pRg st="6" end="6"/>
                                            </p:txEl>
                                          </p:spTgt>
                                        </p:tgtEl>
                                        <p:attrNameLst>
                                          <p:attrName>style.visibility</p:attrName>
                                        </p:attrNameLst>
                                      </p:cBhvr>
                                      <p:to>
                                        <p:strVal val="visible"/>
                                      </p:to>
                                    </p:set>
                                    <p:animEffect transition="in" filter="barn(inVertical)">
                                      <p:cBhvr>
                                        <p:cTn id="30" dur="500"/>
                                        <p:tgtEl>
                                          <p:spTgt spid="1149">
                                            <p:txEl>
                                              <p:pRg st="6" end="6"/>
                                            </p:txEl>
                                          </p:spTgt>
                                        </p:tgtEl>
                                      </p:cBhvr>
                                    </p:animEffect>
                                  </p:childTnLst>
                                </p:cTn>
                              </p:par>
                              <p:par>
                                <p:cTn id="31" presetID="16" presetClass="entr" presetSubtype="21" fill="hold" grpId="0" nodeType="withEffect">
                                  <p:stCondLst>
                                    <p:cond delay="0"/>
                                  </p:stCondLst>
                                  <p:childTnLst>
                                    <p:set>
                                      <p:cBhvr>
                                        <p:cTn id="32" dur="1" fill="hold">
                                          <p:stCondLst>
                                            <p:cond delay="0"/>
                                          </p:stCondLst>
                                        </p:cTn>
                                        <p:tgtEl>
                                          <p:spTgt spid="1149">
                                            <p:txEl>
                                              <p:pRg st="7" end="7"/>
                                            </p:txEl>
                                          </p:spTgt>
                                        </p:tgtEl>
                                        <p:attrNameLst>
                                          <p:attrName>style.visibility</p:attrName>
                                        </p:attrNameLst>
                                      </p:cBhvr>
                                      <p:to>
                                        <p:strVal val="visible"/>
                                      </p:to>
                                    </p:set>
                                    <p:animEffect transition="in" filter="barn(inVertical)">
                                      <p:cBhvr>
                                        <p:cTn id="33" dur="500"/>
                                        <p:tgtEl>
                                          <p:spTgt spid="1149">
                                            <p:txEl>
                                              <p:pRg st="7" end="7"/>
                                            </p:txEl>
                                          </p:spTgt>
                                        </p:tgtEl>
                                      </p:cBhvr>
                                    </p:animEffect>
                                  </p:childTnLst>
                                </p:cTn>
                              </p:par>
                              <p:par>
                                <p:cTn id="34" presetID="16" presetClass="entr" presetSubtype="21" fill="hold" grpId="0" nodeType="withEffect">
                                  <p:stCondLst>
                                    <p:cond delay="0"/>
                                  </p:stCondLst>
                                  <p:childTnLst>
                                    <p:set>
                                      <p:cBhvr>
                                        <p:cTn id="35" dur="1" fill="hold">
                                          <p:stCondLst>
                                            <p:cond delay="0"/>
                                          </p:stCondLst>
                                        </p:cTn>
                                        <p:tgtEl>
                                          <p:spTgt spid="1149">
                                            <p:txEl>
                                              <p:pRg st="8" end="8"/>
                                            </p:txEl>
                                          </p:spTgt>
                                        </p:tgtEl>
                                        <p:attrNameLst>
                                          <p:attrName>style.visibility</p:attrName>
                                        </p:attrNameLst>
                                      </p:cBhvr>
                                      <p:to>
                                        <p:strVal val="visible"/>
                                      </p:to>
                                    </p:set>
                                    <p:animEffect transition="in" filter="barn(inVertical)">
                                      <p:cBhvr>
                                        <p:cTn id="36" dur="500"/>
                                        <p:tgtEl>
                                          <p:spTgt spid="1149">
                                            <p:txEl>
                                              <p:pRg st="8" end="8"/>
                                            </p:txEl>
                                          </p:spTgt>
                                        </p:tgtEl>
                                      </p:cBhvr>
                                    </p:animEffect>
                                  </p:childTnLst>
                                </p:cTn>
                              </p:par>
                              <p:par>
                                <p:cTn id="37" presetID="16" presetClass="entr" presetSubtype="21" fill="hold" grpId="0" nodeType="withEffect">
                                  <p:stCondLst>
                                    <p:cond delay="0"/>
                                  </p:stCondLst>
                                  <p:childTnLst>
                                    <p:set>
                                      <p:cBhvr>
                                        <p:cTn id="38" dur="1" fill="hold">
                                          <p:stCondLst>
                                            <p:cond delay="0"/>
                                          </p:stCondLst>
                                        </p:cTn>
                                        <p:tgtEl>
                                          <p:spTgt spid="1149">
                                            <p:txEl>
                                              <p:pRg st="9" end="9"/>
                                            </p:txEl>
                                          </p:spTgt>
                                        </p:tgtEl>
                                        <p:attrNameLst>
                                          <p:attrName>style.visibility</p:attrName>
                                        </p:attrNameLst>
                                      </p:cBhvr>
                                      <p:to>
                                        <p:strVal val="visible"/>
                                      </p:to>
                                    </p:set>
                                    <p:animEffect transition="in" filter="barn(inVertical)">
                                      <p:cBhvr>
                                        <p:cTn id="39" dur="500"/>
                                        <p:tgtEl>
                                          <p:spTgt spid="1149">
                                            <p:txEl>
                                              <p:pRg st="9" end="9"/>
                                            </p:txEl>
                                          </p:spTgt>
                                        </p:tgtEl>
                                      </p:cBhvr>
                                    </p:animEffect>
                                  </p:childTnLst>
                                </p:cTn>
                              </p:par>
                              <p:par>
                                <p:cTn id="40" presetID="16" presetClass="entr" presetSubtype="21" fill="hold" grpId="0" nodeType="withEffect">
                                  <p:stCondLst>
                                    <p:cond delay="0"/>
                                  </p:stCondLst>
                                  <p:childTnLst>
                                    <p:set>
                                      <p:cBhvr>
                                        <p:cTn id="41" dur="1" fill="hold">
                                          <p:stCondLst>
                                            <p:cond delay="0"/>
                                          </p:stCondLst>
                                        </p:cTn>
                                        <p:tgtEl>
                                          <p:spTgt spid="1149">
                                            <p:txEl>
                                              <p:pRg st="10" end="10"/>
                                            </p:txEl>
                                          </p:spTgt>
                                        </p:tgtEl>
                                        <p:attrNameLst>
                                          <p:attrName>style.visibility</p:attrName>
                                        </p:attrNameLst>
                                      </p:cBhvr>
                                      <p:to>
                                        <p:strVal val="visible"/>
                                      </p:to>
                                    </p:set>
                                    <p:animEffect transition="in" filter="barn(inVertical)">
                                      <p:cBhvr>
                                        <p:cTn id="42" dur="500"/>
                                        <p:tgtEl>
                                          <p:spTgt spid="1149">
                                            <p:txEl>
                                              <p:pRg st="10" end="10"/>
                                            </p:txEl>
                                          </p:spTgt>
                                        </p:tgtEl>
                                      </p:cBhvr>
                                    </p:animEffect>
                                  </p:childTnLst>
                                </p:cTn>
                              </p:par>
                              <p:par>
                                <p:cTn id="43" presetID="16" presetClass="entr" presetSubtype="21" fill="hold" grpId="0" nodeType="withEffect">
                                  <p:stCondLst>
                                    <p:cond delay="0"/>
                                  </p:stCondLst>
                                  <p:childTnLst>
                                    <p:set>
                                      <p:cBhvr>
                                        <p:cTn id="44" dur="1" fill="hold">
                                          <p:stCondLst>
                                            <p:cond delay="0"/>
                                          </p:stCondLst>
                                        </p:cTn>
                                        <p:tgtEl>
                                          <p:spTgt spid="1149">
                                            <p:txEl>
                                              <p:pRg st="11" end="11"/>
                                            </p:txEl>
                                          </p:spTgt>
                                        </p:tgtEl>
                                        <p:attrNameLst>
                                          <p:attrName>style.visibility</p:attrName>
                                        </p:attrNameLst>
                                      </p:cBhvr>
                                      <p:to>
                                        <p:strVal val="visible"/>
                                      </p:to>
                                    </p:set>
                                    <p:animEffect transition="in" filter="barn(inVertical)">
                                      <p:cBhvr>
                                        <p:cTn id="45" dur="500"/>
                                        <p:tgtEl>
                                          <p:spTgt spid="1149">
                                            <p:txEl>
                                              <p:pRg st="11" end="11"/>
                                            </p:txEl>
                                          </p:spTgt>
                                        </p:tgtEl>
                                      </p:cBhvr>
                                    </p:animEffect>
                                  </p:childTnLst>
                                </p:cTn>
                              </p:par>
                              <p:par>
                                <p:cTn id="46" presetID="16" presetClass="entr" presetSubtype="21" fill="hold" grpId="0" nodeType="withEffect">
                                  <p:stCondLst>
                                    <p:cond delay="0"/>
                                  </p:stCondLst>
                                  <p:childTnLst>
                                    <p:set>
                                      <p:cBhvr>
                                        <p:cTn id="47" dur="1" fill="hold">
                                          <p:stCondLst>
                                            <p:cond delay="0"/>
                                          </p:stCondLst>
                                        </p:cTn>
                                        <p:tgtEl>
                                          <p:spTgt spid="1149">
                                            <p:txEl>
                                              <p:pRg st="12" end="12"/>
                                            </p:txEl>
                                          </p:spTgt>
                                        </p:tgtEl>
                                        <p:attrNameLst>
                                          <p:attrName>style.visibility</p:attrName>
                                        </p:attrNameLst>
                                      </p:cBhvr>
                                      <p:to>
                                        <p:strVal val="visible"/>
                                      </p:to>
                                    </p:set>
                                    <p:animEffect transition="in" filter="barn(inVertical)">
                                      <p:cBhvr>
                                        <p:cTn id="48" dur="500"/>
                                        <p:tgtEl>
                                          <p:spTgt spid="1149">
                                            <p:txEl>
                                              <p:pRg st="12" end="12"/>
                                            </p:txEl>
                                          </p:spTgt>
                                        </p:tgtEl>
                                      </p:cBhvr>
                                    </p:animEffect>
                                  </p:childTnLst>
                                </p:cTn>
                              </p:par>
                              <p:par>
                                <p:cTn id="49" presetID="16" presetClass="entr" presetSubtype="21" fill="hold" grpId="0" nodeType="withEffect">
                                  <p:stCondLst>
                                    <p:cond delay="0"/>
                                  </p:stCondLst>
                                  <p:childTnLst>
                                    <p:set>
                                      <p:cBhvr>
                                        <p:cTn id="50" dur="1" fill="hold">
                                          <p:stCondLst>
                                            <p:cond delay="0"/>
                                          </p:stCondLst>
                                        </p:cTn>
                                        <p:tgtEl>
                                          <p:spTgt spid="1149">
                                            <p:txEl>
                                              <p:pRg st="13" end="13"/>
                                            </p:txEl>
                                          </p:spTgt>
                                        </p:tgtEl>
                                        <p:attrNameLst>
                                          <p:attrName>style.visibility</p:attrName>
                                        </p:attrNameLst>
                                      </p:cBhvr>
                                      <p:to>
                                        <p:strVal val="visible"/>
                                      </p:to>
                                    </p:set>
                                    <p:animEffect transition="in" filter="barn(inVertical)">
                                      <p:cBhvr>
                                        <p:cTn id="51" dur="500"/>
                                        <p:tgtEl>
                                          <p:spTgt spid="1149">
                                            <p:txEl>
                                              <p:pRg st="13" end="13"/>
                                            </p:txEl>
                                          </p:spTgt>
                                        </p:tgtEl>
                                      </p:cBhvr>
                                    </p:animEffect>
                                  </p:childTnLst>
                                </p:cTn>
                              </p:par>
                              <p:par>
                                <p:cTn id="52" presetID="16" presetClass="entr" presetSubtype="21" fill="hold" grpId="0" nodeType="withEffect">
                                  <p:stCondLst>
                                    <p:cond delay="0"/>
                                  </p:stCondLst>
                                  <p:childTnLst>
                                    <p:set>
                                      <p:cBhvr>
                                        <p:cTn id="53" dur="1" fill="hold">
                                          <p:stCondLst>
                                            <p:cond delay="0"/>
                                          </p:stCondLst>
                                        </p:cTn>
                                        <p:tgtEl>
                                          <p:spTgt spid="1149">
                                            <p:txEl>
                                              <p:pRg st="14" end="14"/>
                                            </p:txEl>
                                          </p:spTgt>
                                        </p:tgtEl>
                                        <p:attrNameLst>
                                          <p:attrName>style.visibility</p:attrName>
                                        </p:attrNameLst>
                                      </p:cBhvr>
                                      <p:to>
                                        <p:strVal val="visible"/>
                                      </p:to>
                                    </p:set>
                                    <p:animEffect transition="in" filter="barn(inVertical)">
                                      <p:cBhvr>
                                        <p:cTn id="54" dur="500"/>
                                        <p:tgtEl>
                                          <p:spTgt spid="1149">
                                            <p:txEl>
                                              <p:pRg st="14" end="14"/>
                                            </p:txEl>
                                          </p:spTgt>
                                        </p:tgtEl>
                                      </p:cBhvr>
                                    </p:animEffect>
                                  </p:childTnLst>
                                </p:cTn>
                              </p:par>
                              <p:par>
                                <p:cTn id="55" presetID="16" presetClass="entr" presetSubtype="21" fill="hold" grpId="0" nodeType="withEffect">
                                  <p:stCondLst>
                                    <p:cond delay="0"/>
                                  </p:stCondLst>
                                  <p:childTnLst>
                                    <p:set>
                                      <p:cBhvr>
                                        <p:cTn id="56" dur="1" fill="hold">
                                          <p:stCondLst>
                                            <p:cond delay="0"/>
                                          </p:stCondLst>
                                        </p:cTn>
                                        <p:tgtEl>
                                          <p:spTgt spid="1149">
                                            <p:txEl>
                                              <p:pRg st="15" end="15"/>
                                            </p:txEl>
                                          </p:spTgt>
                                        </p:tgtEl>
                                        <p:attrNameLst>
                                          <p:attrName>style.visibility</p:attrName>
                                        </p:attrNameLst>
                                      </p:cBhvr>
                                      <p:to>
                                        <p:strVal val="visible"/>
                                      </p:to>
                                    </p:set>
                                    <p:animEffect transition="in" filter="barn(inVertical)">
                                      <p:cBhvr>
                                        <p:cTn id="57" dur="500"/>
                                        <p:tgtEl>
                                          <p:spTgt spid="1149">
                                            <p:txEl>
                                              <p:pRg st="15" end="15"/>
                                            </p:txEl>
                                          </p:spTgt>
                                        </p:tgtEl>
                                      </p:cBhvr>
                                    </p:animEffect>
                                  </p:childTnLst>
                                </p:cTn>
                              </p:par>
                              <p:par>
                                <p:cTn id="58" presetID="16" presetClass="entr" presetSubtype="21" fill="hold" grpId="0" nodeType="withEffect">
                                  <p:stCondLst>
                                    <p:cond delay="0"/>
                                  </p:stCondLst>
                                  <p:childTnLst>
                                    <p:set>
                                      <p:cBhvr>
                                        <p:cTn id="59" dur="1" fill="hold">
                                          <p:stCondLst>
                                            <p:cond delay="0"/>
                                          </p:stCondLst>
                                        </p:cTn>
                                        <p:tgtEl>
                                          <p:spTgt spid="1149">
                                            <p:txEl>
                                              <p:pRg st="16" end="16"/>
                                            </p:txEl>
                                          </p:spTgt>
                                        </p:tgtEl>
                                        <p:attrNameLst>
                                          <p:attrName>style.visibility</p:attrName>
                                        </p:attrNameLst>
                                      </p:cBhvr>
                                      <p:to>
                                        <p:strVal val="visible"/>
                                      </p:to>
                                    </p:set>
                                    <p:animEffect transition="in" filter="barn(inVertical)">
                                      <p:cBhvr>
                                        <p:cTn id="60" dur="500"/>
                                        <p:tgtEl>
                                          <p:spTgt spid="1149">
                                            <p:txEl>
                                              <p:pRg st="16" end="16"/>
                                            </p:txEl>
                                          </p:spTgt>
                                        </p:tgtEl>
                                      </p:cBhvr>
                                    </p:animEffect>
                                  </p:childTnLst>
                                </p:cTn>
                              </p:par>
                              <p:par>
                                <p:cTn id="61" presetID="16" presetClass="entr" presetSubtype="21" fill="hold" grpId="0" nodeType="withEffect">
                                  <p:stCondLst>
                                    <p:cond delay="0"/>
                                  </p:stCondLst>
                                  <p:childTnLst>
                                    <p:set>
                                      <p:cBhvr>
                                        <p:cTn id="62" dur="1" fill="hold">
                                          <p:stCondLst>
                                            <p:cond delay="0"/>
                                          </p:stCondLst>
                                        </p:cTn>
                                        <p:tgtEl>
                                          <p:spTgt spid="1149">
                                            <p:txEl>
                                              <p:pRg st="17" end="17"/>
                                            </p:txEl>
                                          </p:spTgt>
                                        </p:tgtEl>
                                        <p:attrNameLst>
                                          <p:attrName>style.visibility</p:attrName>
                                        </p:attrNameLst>
                                      </p:cBhvr>
                                      <p:to>
                                        <p:strVal val="visible"/>
                                      </p:to>
                                    </p:set>
                                    <p:animEffect transition="in" filter="barn(inVertical)">
                                      <p:cBhvr>
                                        <p:cTn id="63" dur="500"/>
                                        <p:tgtEl>
                                          <p:spTgt spid="1149">
                                            <p:txEl>
                                              <p:pRg st="17" end="17"/>
                                            </p:txEl>
                                          </p:spTgt>
                                        </p:tgtEl>
                                      </p:cBhvr>
                                    </p:animEffect>
                                  </p:childTnLst>
                                </p:cTn>
                              </p:par>
                              <p:par>
                                <p:cTn id="64" presetID="16" presetClass="entr" presetSubtype="21" fill="hold" grpId="0" nodeType="withEffect">
                                  <p:stCondLst>
                                    <p:cond delay="0"/>
                                  </p:stCondLst>
                                  <p:childTnLst>
                                    <p:set>
                                      <p:cBhvr>
                                        <p:cTn id="65" dur="1" fill="hold">
                                          <p:stCondLst>
                                            <p:cond delay="0"/>
                                          </p:stCondLst>
                                        </p:cTn>
                                        <p:tgtEl>
                                          <p:spTgt spid="1149">
                                            <p:txEl>
                                              <p:pRg st="18" end="18"/>
                                            </p:txEl>
                                          </p:spTgt>
                                        </p:tgtEl>
                                        <p:attrNameLst>
                                          <p:attrName>style.visibility</p:attrName>
                                        </p:attrNameLst>
                                      </p:cBhvr>
                                      <p:to>
                                        <p:strVal val="visible"/>
                                      </p:to>
                                    </p:set>
                                    <p:animEffect transition="in" filter="barn(inVertical)">
                                      <p:cBhvr>
                                        <p:cTn id="66" dur="500"/>
                                        <p:tgtEl>
                                          <p:spTgt spid="1149">
                                            <p:txEl>
                                              <p:pRg st="18" end="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8" grpId="0"/>
      <p:bldP spid="1149" grpId="0" build="allAtOnce"/>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47">
          <a:extLst>
            <a:ext uri="{FF2B5EF4-FFF2-40B4-BE49-F238E27FC236}">
              <a16:creationId xmlns:a16="http://schemas.microsoft.com/office/drawing/2014/main" id="{BF861052-8B98-E334-770B-FEF6A820813A}"/>
            </a:ext>
          </a:extLst>
        </p:cNvPr>
        <p:cNvGrpSpPr/>
        <p:nvPr/>
      </p:nvGrpSpPr>
      <p:grpSpPr>
        <a:xfrm>
          <a:off x="0" y="0"/>
          <a:ext cx="0" cy="0"/>
          <a:chOff x="0" y="0"/>
          <a:chExt cx="0" cy="0"/>
        </a:xfrm>
      </p:grpSpPr>
      <p:sp>
        <p:nvSpPr>
          <p:cNvPr id="1148" name="Google Shape;1148;p34">
            <a:extLst>
              <a:ext uri="{FF2B5EF4-FFF2-40B4-BE49-F238E27FC236}">
                <a16:creationId xmlns:a16="http://schemas.microsoft.com/office/drawing/2014/main" id="{242D0F9F-E888-7885-BD71-6973C98E6B52}"/>
              </a:ext>
            </a:extLst>
          </p:cNvPr>
          <p:cNvSpPr txBox="1">
            <a:spLocks noGrp="1"/>
          </p:cNvSpPr>
          <p:nvPr>
            <p:ph type="title"/>
          </p:nvPr>
        </p:nvSpPr>
        <p:spPr>
          <a:xfrm>
            <a:off x="720000" y="217165"/>
            <a:ext cx="7704000" cy="683700"/>
          </a:xfrm>
          <a:prstGeom prst="rect">
            <a:avLst/>
          </a:prstGeom>
        </p:spPr>
        <p:txBody>
          <a:bodyPr spcFirstLastPara="1" wrap="square" lIns="91425" tIns="91425" rIns="91425" bIns="91425" anchor="t" anchorCtr="0">
            <a:noAutofit/>
          </a:bodyPr>
          <a:lstStyle/>
          <a:p>
            <a:pPr lvl="0"/>
            <a:r>
              <a:rPr lang="en-US" u="sng" dirty="0"/>
              <a:t>Dimensions</a:t>
            </a:r>
            <a:endParaRPr u="sng" dirty="0"/>
          </a:p>
        </p:txBody>
      </p:sp>
      <p:sp>
        <p:nvSpPr>
          <p:cNvPr id="1150" name="Google Shape;1150;p34">
            <a:extLst>
              <a:ext uri="{FF2B5EF4-FFF2-40B4-BE49-F238E27FC236}">
                <a16:creationId xmlns:a16="http://schemas.microsoft.com/office/drawing/2014/main" id="{415B90FD-A0FF-6571-F48F-4328BA218D2E}"/>
              </a:ext>
            </a:extLst>
          </p:cNvPr>
          <p:cNvSpPr/>
          <p:nvPr/>
        </p:nvSpPr>
        <p:spPr>
          <a:xfrm flipH="1">
            <a:off x="7379053" y="4629957"/>
            <a:ext cx="1852422" cy="513550"/>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1" name="Google Shape;1151;p34">
            <a:extLst>
              <a:ext uri="{FF2B5EF4-FFF2-40B4-BE49-F238E27FC236}">
                <a16:creationId xmlns:a16="http://schemas.microsoft.com/office/drawing/2014/main" id="{3722378A-45E9-191C-E63E-3AB8888BCDE6}"/>
              </a:ext>
            </a:extLst>
          </p:cNvPr>
          <p:cNvGrpSpPr/>
          <p:nvPr/>
        </p:nvGrpSpPr>
        <p:grpSpPr>
          <a:xfrm rot="5400000">
            <a:off x="-361547" y="3902218"/>
            <a:ext cx="1686810" cy="795739"/>
            <a:chOff x="7486078" y="1255168"/>
            <a:chExt cx="1686810" cy="795739"/>
          </a:xfrm>
        </p:grpSpPr>
        <p:sp>
          <p:nvSpPr>
            <p:cNvPr id="1152" name="Google Shape;1152;p34">
              <a:extLst>
                <a:ext uri="{FF2B5EF4-FFF2-40B4-BE49-F238E27FC236}">
                  <a16:creationId xmlns:a16="http://schemas.microsoft.com/office/drawing/2014/main" id="{200428D2-305A-9466-044C-6DEC354461CB}"/>
                </a:ext>
              </a:extLst>
            </p:cNvPr>
            <p:cNvSpPr/>
            <p:nvPr/>
          </p:nvSpPr>
          <p:spPr>
            <a:xfrm rot="-5400000">
              <a:off x="8462831" y="1079222"/>
              <a:ext cx="85680" cy="1051573"/>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34">
              <a:extLst>
                <a:ext uri="{FF2B5EF4-FFF2-40B4-BE49-F238E27FC236}">
                  <a16:creationId xmlns:a16="http://schemas.microsoft.com/office/drawing/2014/main" id="{A6B5F4A8-C40D-A7AD-5B91-C763B7416B36}"/>
                </a:ext>
              </a:extLst>
            </p:cNvPr>
            <p:cNvSpPr/>
            <p:nvPr/>
          </p:nvSpPr>
          <p:spPr>
            <a:xfrm rot="-5400000">
              <a:off x="8484190" y="1057862"/>
              <a:ext cx="42961" cy="1051573"/>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4">
              <a:extLst>
                <a:ext uri="{FF2B5EF4-FFF2-40B4-BE49-F238E27FC236}">
                  <a16:creationId xmlns:a16="http://schemas.microsoft.com/office/drawing/2014/main" id="{536DEC73-0256-4A7B-ECFB-0EC06940E257}"/>
                </a:ext>
              </a:extLst>
            </p:cNvPr>
            <p:cNvSpPr/>
            <p:nvPr/>
          </p:nvSpPr>
          <p:spPr>
            <a:xfrm rot="-5400000">
              <a:off x="8136884" y="1575805"/>
              <a:ext cx="85680" cy="58407"/>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34">
              <a:extLst>
                <a:ext uri="{FF2B5EF4-FFF2-40B4-BE49-F238E27FC236}">
                  <a16:creationId xmlns:a16="http://schemas.microsoft.com/office/drawing/2014/main" id="{8688E085-4859-9648-031F-0752BBF5F022}"/>
                </a:ext>
              </a:extLst>
            </p:cNvPr>
            <p:cNvSpPr/>
            <p:nvPr/>
          </p:nvSpPr>
          <p:spPr>
            <a:xfrm rot="-5400000">
              <a:off x="8803015" y="1534051"/>
              <a:ext cx="600726" cy="139019"/>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34">
              <a:extLst>
                <a:ext uri="{FF2B5EF4-FFF2-40B4-BE49-F238E27FC236}">
                  <a16:creationId xmlns:a16="http://schemas.microsoft.com/office/drawing/2014/main" id="{184EA4D8-B80F-6F08-B4D3-5B33221D220E}"/>
                </a:ext>
              </a:extLst>
            </p:cNvPr>
            <p:cNvSpPr/>
            <p:nvPr/>
          </p:nvSpPr>
          <p:spPr>
            <a:xfrm rot="-5400000">
              <a:off x="7430446" y="1310800"/>
              <a:ext cx="779569" cy="66830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4">
              <a:extLst>
                <a:ext uri="{FF2B5EF4-FFF2-40B4-BE49-F238E27FC236}">
                  <a16:creationId xmlns:a16="http://schemas.microsoft.com/office/drawing/2014/main" id="{94002F22-9607-6F6C-FE65-2B283DE8C049}"/>
                </a:ext>
              </a:extLst>
            </p:cNvPr>
            <p:cNvSpPr/>
            <p:nvPr/>
          </p:nvSpPr>
          <p:spPr>
            <a:xfrm rot="-5400000">
              <a:off x="7461098" y="1349417"/>
              <a:ext cx="718265" cy="615208"/>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4">
              <a:extLst>
                <a:ext uri="{FF2B5EF4-FFF2-40B4-BE49-F238E27FC236}">
                  <a16:creationId xmlns:a16="http://schemas.microsoft.com/office/drawing/2014/main" id="{F15DB9EA-6213-8A74-AD4F-79499895669F}"/>
                </a:ext>
              </a:extLst>
            </p:cNvPr>
            <p:cNvSpPr/>
            <p:nvPr/>
          </p:nvSpPr>
          <p:spPr>
            <a:xfrm rot="-5400000">
              <a:off x="7430688" y="1326729"/>
              <a:ext cx="779569" cy="668788"/>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34">
              <a:extLst>
                <a:ext uri="{FF2B5EF4-FFF2-40B4-BE49-F238E27FC236}">
                  <a16:creationId xmlns:a16="http://schemas.microsoft.com/office/drawing/2014/main" id="{EE8C5B02-CFAF-7108-A0B1-3EA9BDF18399}"/>
                </a:ext>
              </a:extLst>
            </p:cNvPr>
            <p:cNvSpPr/>
            <p:nvPr/>
          </p:nvSpPr>
          <p:spPr>
            <a:xfrm rot="5400000" flipH="1">
              <a:off x="7557667" y="1340997"/>
              <a:ext cx="525000" cy="525000"/>
            </a:xfrm>
            <a:prstGeom prst="mathMultiply">
              <a:avLst>
                <a:gd name="adj1" fmla="val 1275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4" name="TextBox 1223">
            <a:extLst>
              <a:ext uri="{FF2B5EF4-FFF2-40B4-BE49-F238E27FC236}">
                <a16:creationId xmlns:a16="http://schemas.microsoft.com/office/drawing/2014/main" id="{AA9F2C6B-9314-4CE5-530D-B43857CAE965}"/>
              </a:ext>
            </a:extLst>
          </p:cNvPr>
          <p:cNvSpPr txBox="1"/>
          <p:nvPr/>
        </p:nvSpPr>
        <p:spPr>
          <a:xfrm>
            <a:off x="1191025" y="1393944"/>
            <a:ext cx="2643308" cy="553998"/>
          </a:xfrm>
          <a:prstGeom prst="rect">
            <a:avLst/>
          </a:prstGeom>
          <a:noFill/>
        </p:spPr>
        <p:txBody>
          <a:bodyPr wrap="square">
            <a:spAutoFit/>
          </a:bodyPr>
          <a:lstStyle/>
          <a:p>
            <a:pPr>
              <a:buNone/>
            </a:pPr>
            <a:r>
              <a:rPr lang="en-US" sz="1600" b="1" dirty="0" err="1"/>
              <a:t>DimPaymentMethod</a:t>
            </a:r>
            <a:r>
              <a:rPr lang="en-US" b="1" dirty="0"/>
              <a:t>:</a:t>
            </a:r>
            <a:endParaRPr lang="en-US" dirty="0"/>
          </a:p>
          <a:p>
            <a:pPr>
              <a:buFont typeface="Arial" panose="020B0604020202020204" pitchFamily="34" charset="0"/>
              <a:buChar char="•"/>
            </a:pPr>
            <a:r>
              <a:rPr lang="en-US" dirty="0"/>
              <a:t>Payment Method</a:t>
            </a:r>
          </a:p>
        </p:txBody>
      </p:sp>
      <p:sp>
        <p:nvSpPr>
          <p:cNvPr id="1226" name="TextBox 1225">
            <a:extLst>
              <a:ext uri="{FF2B5EF4-FFF2-40B4-BE49-F238E27FC236}">
                <a16:creationId xmlns:a16="http://schemas.microsoft.com/office/drawing/2014/main" id="{630E23B7-B681-7B25-92EA-A2785986F120}"/>
              </a:ext>
            </a:extLst>
          </p:cNvPr>
          <p:cNvSpPr txBox="1"/>
          <p:nvPr/>
        </p:nvSpPr>
        <p:spPr>
          <a:xfrm>
            <a:off x="5786077" y="1362044"/>
            <a:ext cx="1897957" cy="553998"/>
          </a:xfrm>
          <a:prstGeom prst="rect">
            <a:avLst/>
          </a:prstGeom>
          <a:noFill/>
        </p:spPr>
        <p:txBody>
          <a:bodyPr wrap="square">
            <a:spAutoFit/>
          </a:bodyPr>
          <a:lstStyle/>
          <a:p>
            <a:pPr>
              <a:buNone/>
            </a:pPr>
            <a:r>
              <a:rPr lang="en-US" sz="1600" b="1" dirty="0" err="1"/>
              <a:t>DimRailcard</a:t>
            </a:r>
            <a:r>
              <a:rPr lang="en-US" b="1" dirty="0"/>
              <a:t>:</a:t>
            </a:r>
            <a:endParaRPr lang="en-US" dirty="0"/>
          </a:p>
          <a:p>
            <a:pPr>
              <a:buFont typeface="Arial" panose="020B0604020202020204" pitchFamily="34" charset="0"/>
              <a:buChar char="•"/>
            </a:pPr>
            <a:r>
              <a:rPr lang="en-US" dirty="0" err="1"/>
              <a:t>Railcard</a:t>
            </a:r>
            <a:endParaRPr lang="en-US" dirty="0"/>
          </a:p>
        </p:txBody>
      </p:sp>
      <p:sp>
        <p:nvSpPr>
          <p:cNvPr id="1228" name="TextBox 1227">
            <a:extLst>
              <a:ext uri="{FF2B5EF4-FFF2-40B4-BE49-F238E27FC236}">
                <a16:creationId xmlns:a16="http://schemas.microsoft.com/office/drawing/2014/main" id="{4AFCF7C5-22E0-235D-145D-9E823FC9528B}"/>
              </a:ext>
            </a:extLst>
          </p:cNvPr>
          <p:cNvSpPr txBox="1"/>
          <p:nvPr/>
        </p:nvSpPr>
        <p:spPr>
          <a:xfrm>
            <a:off x="1191025" y="2488730"/>
            <a:ext cx="5190564" cy="553998"/>
          </a:xfrm>
          <a:prstGeom prst="rect">
            <a:avLst/>
          </a:prstGeom>
          <a:noFill/>
        </p:spPr>
        <p:txBody>
          <a:bodyPr wrap="square">
            <a:spAutoFit/>
          </a:bodyPr>
          <a:lstStyle/>
          <a:p>
            <a:pPr>
              <a:buNone/>
            </a:pPr>
            <a:r>
              <a:rPr lang="en-US" sz="1600" b="1" dirty="0" err="1"/>
              <a:t>DimTicketType</a:t>
            </a:r>
            <a:r>
              <a:rPr lang="en-US" sz="1600" b="1" dirty="0"/>
              <a:t>:</a:t>
            </a:r>
            <a:endParaRPr lang="en-US" sz="1600" dirty="0"/>
          </a:p>
          <a:p>
            <a:pPr>
              <a:buFont typeface="Arial" panose="020B0604020202020204" pitchFamily="34" charset="0"/>
              <a:buChar char="•"/>
            </a:pPr>
            <a:r>
              <a:rPr lang="en-US" dirty="0"/>
              <a:t>Ticket Type</a:t>
            </a:r>
          </a:p>
        </p:txBody>
      </p:sp>
      <p:sp>
        <p:nvSpPr>
          <p:cNvPr id="1230" name="TextBox 1229">
            <a:extLst>
              <a:ext uri="{FF2B5EF4-FFF2-40B4-BE49-F238E27FC236}">
                <a16:creationId xmlns:a16="http://schemas.microsoft.com/office/drawing/2014/main" id="{B5181209-BEE6-8713-C26D-AF4B4E67FF9D}"/>
              </a:ext>
            </a:extLst>
          </p:cNvPr>
          <p:cNvSpPr txBox="1"/>
          <p:nvPr/>
        </p:nvSpPr>
        <p:spPr>
          <a:xfrm>
            <a:off x="5786077" y="2241948"/>
            <a:ext cx="1974558" cy="2062103"/>
          </a:xfrm>
          <a:prstGeom prst="rect">
            <a:avLst/>
          </a:prstGeom>
          <a:noFill/>
        </p:spPr>
        <p:txBody>
          <a:bodyPr wrap="square">
            <a:spAutoFit/>
          </a:bodyPr>
          <a:lstStyle/>
          <a:p>
            <a:pPr>
              <a:buNone/>
            </a:pPr>
            <a:r>
              <a:rPr lang="en-US" sz="1600" b="1" dirty="0"/>
              <a:t>Date:</a:t>
            </a:r>
            <a:endParaRPr lang="en-US" sz="1600" dirty="0"/>
          </a:p>
          <a:p>
            <a:pPr>
              <a:buFont typeface="Arial" panose="020B0604020202020204" pitchFamily="34" charset="0"/>
              <a:buChar char="•"/>
            </a:pPr>
            <a:r>
              <a:rPr lang="en-US" dirty="0"/>
              <a:t>Date</a:t>
            </a:r>
          </a:p>
          <a:p>
            <a:pPr>
              <a:buFont typeface="Arial" panose="020B0604020202020204" pitchFamily="34" charset="0"/>
              <a:buChar char="•"/>
            </a:pPr>
            <a:r>
              <a:rPr lang="en-US" dirty="0"/>
              <a:t>Day</a:t>
            </a:r>
          </a:p>
          <a:p>
            <a:pPr>
              <a:buFont typeface="Arial" panose="020B0604020202020204" pitchFamily="34" charset="0"/>
              <a:buChar char="•"/>
            </a:pPr>
            <a:r>
              <a:rPr lang="en-US" dirty="0"/>
              <a:t>Month Name</a:t>
            </a:r>
          </a:p>
          <a:p>
            <a:pPr>
              <a:buFont typeface="Arial" panose="020B0604020202020204" pitchFamily="34" charset="0"/>
              <a:buChar char="•"/>
            </a:pPr>
            <a:r>
              <a:rPr lang="en-US" dirty="0"/>
              <a:t>Month Number</a:t>
            </a:r>
          </a:p>
          <a:p>
            <a:pPr>
              <a:buFont typeface="Arial" panose="020B0604020202020204" pitchFamily="34" charset="0"/>
              <a:buChar char="•"/>
            </a:pPr>
            <a:r>
              <a:rPr lang="en-US" dirty="0"/>
              <a:t>Month-Year</a:t>
            </a:r>
          </a:p>
          <a:p>
            <a:pPr>
              <a:buFont typeface="Arial" panose="020B0604020202020204" pitchFamily="34" charset="0"/>
              <a:buChar char="•"/>
            </a:pPr>
            <a:r>
              <a:rPr lang="en-US" dirty="0"/>
              <a:t>Quarter</a:t>
            </a:r>
          </a:p>
          <a:p>
            <a:pPr>
              <a:buFont typeface="Arial" panose="020B0604020202020204" pitchFamily="34" charset="0"/>
              <a:buChar char="•"/>
            </a:pPr>
            <a:r>
              <a:rPr lang="en-US" dirty="0"/>
              <a:t>Weekday</a:t>
            </a:r>
          </a:p>
          <a:p>
            <a:pPr>
              <a:buFont typeface="Arial" panose="020B0604020202020204" pitchFamily="34" charset="0"/>
              <a:buChar char="•"/>
            </a:pPr>
            <a:r>
              <a:rPr lang="en-US" dirty="0"/>
              <a:t>Year</a:t>
            </a:r>
          </a:p>
        </p:txBody>
      </p:sp>
      <p:grpSp>
        <p:nvGrpSpPr>
          <p:cNvPr id="1231" name="Google Shape;2115;p43">
            <a:extLst>
              <a:ext uri="{FF2B5EF4-FFF2-40B4-BE49-F238E27FC236}">
                <a16:creationId xmlns:a16="http://schemas.microsoft.com/office/drawing/2014/main" id="{173E92B0-70A5-64E3-B4BA-E2B30B720006}"/>
              </a:ext>
            </a:extLst>
          </p:cNvPr>
          <p:cNvGrpSpPr/>
          <p:nvPr/>
        </p:nvGrpSpPr>
        <p:grpSpPr>
          <a:xfrm>
            <a:off x="1590373" y="4166985"/>
            <a:ext cx="3535102" cy="995532"/>
            <a:chOff x="5561503" y="3453500"/>
            <a:chExt cx="4725912" cy="1150499"/>
          </a:xfrm>
        </p:grpSpPr>
        <p:sp>
          <p:nvSpPr>
            <p:cNvPr id="1232" name="Google Shape;2116;p43">
              <a:extLst>
                <a:ext uri="{FF2B5EF4-FFF2-40B4-BE49-F238E27FC236}">
                  <a16:creationId xmlns:a16="http://schemas.microsoft.com/office/drawing/2014/main" id="{E8DDBAF1-ADAD-62BB-524B-9E1F44B1E14D}"/>
                </a:ext>
              </a:extLst>
            </p:cNvPr>
            <p:cNvSpPr/>
            <p:nvPr/>
          </p:nvSpPr>
          <p:spPr>
            <a:xfrm>
              <a:off x="7421794" y="3506229"/>
              <a:ext cx="453576" cy="36243"/>
            </a:xfrm>
            <a:custGeom>
              <a:avLst/>
              <a:gdLst/>
              <a:ahLst/>
              <a:cxnLst/>
              <a:rect l="l" t="t" r="r" b="b"/>
              <a:pathLst>
                <a:path w="3329" h="266" extrusionOk="0">
                  <a:moveTo>
                    <a:pt x="0" y="1"/>
                  </a:moveTo>
                  <a:lnTo>
                    <a:pt x="0" y="266"/>
                  </a:lnTo>
                  <a:lnTo>
                    <a:pt x="3329" y="266"/>
                  </a:lnTo>
                  <a:lnTo>
                    <a:pt x="3329" y="1"/>
                  </a:lnTo>
                  <a:close/>
                </a:path>
              </a:pathLst>
            </a:custGeom>
            <a:solidFill>
              <a:srgbClr val="A72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2117;p43">
              <a:extLst>
                <a:ext uri="{FF2B5EF4-FFF2-40B4-BE49-F238E27FC236}">
                  <a16:creationId xmlns:a16="http://schemas.microsoft.com/office/drawing/2014/main" id="{865DBB45-3D10-8D9E-DA12-111ACF592620}"/>
                </a:ext>
              </a:extLst>
            </p:cNvPr>
            <p:cNvSpPr/>
            <p:nvPr/>
          </p:nvSpPr>
          <p:spPr>
            <a:xfrm>
              <a:off x="7682442" y="4157098"/>
              <a:ext cx="256150" cy="66354"/>
            </a:xfrm>
            <a:custGeom>
              <a:avLst/>
              <a:gdLst/>
              <a:ahLst/>
              <a:cxnLst/>
              <a:rect l="l" t="t" r="r" b="b"/>
              <a:pathLst>
                <a:path w="1880" h="487" extrusionOk="0">
                  <a:moveTo>
                    <a:pt x="0" y="0"/>
                  </a:moveTo>
                  <a:lnTo>
                    <a:pt x="0" y="487"/>
                  </a:lnTo>
                  <a:lnTo>
                    <a:pt x="1880" y="487"/>
                  </a:lnTo>
                  <a:lnTo>
                    <a:pt x="188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2118;p43">
              <a:extLst>
                <a:ext uri="{FF2B5EF4-FFF2-40B4-BE49-F238E27FC236}">
                  <a16:creationId xmlns:a16="http://schemas.microsoft.com/office/drawing/2014/main" id="{AF49584F-8BB6-82BD-8000-8D678FCB853B}"/>
                </a:ext>
              </a:extLst>
            </p:cNvPr>
            <p:cNvSpPr/>
            <p:nvPr/>
          </p:nvSpPr>
          <p:spPr>
            <a:xfrm>
              <a:off x="6148669" y="4173721"/>
              <a:ext cx="1625735" cy="322504"/>
            </a:xfrm>
            <a:custGeom>
              <a:avLst/>
              <a:gdLst/>
              <a:ahLst/>
              <a:cxnLst/>
              <a:rect l="l" t="t" r="r" b="b"/>
              <a:pathLst>
                <a:path w="11932" h="2367" extrusionOk="0">
                  <a:moveTo>
                    <a:pt x="1" y="0"/>
                  </a:moveTo>
                  <a:lnTo>
                    <a:pt x="1" y="2366"/>
                  </a:lnTo>
                  <a:lnTo>
                    <a:pt x="11932" y="2366"/>
                  </a:lnTo>
                  <a:lnTo>
                    <a:pt x="1193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2119;p43">
              <a:extLst>
                <a:ext uri="{FF2B5EF4-FFF2-40B4-BE49-F238E27FC236}">
                  <a16:creationId xmlns:a16="http://schemas.microsoft.com/office/drawing/2014/main" id="{8153A5A4-B37B-5A27-2BCD-7BFDDCE4C6E1}"/>
                </a:ext>
              </a:extLst>
            </p:cNvPr>
            <p:cNvSpPr/>
            <p:nvPr/>
          </p:nvSpPr>
          <p:spPr>
            <a:xfrm>
              <a:off x="7381056" y="4095377"/>
              <a:ext cx="535054" cy="33245"/>
            </a:xfrm>
            <a:custGeom>
              <a:avLst/>
              <a:gdLst/>
              <a:ahLst/>
              <a:cxnLst/>
              <a:rect l="l" t="t" r="r" b="b"/>
              <a:pathLst>
                <a:path w="3927" h="244" extrusionOk="0">
                  <a:moveTo>
                    <a:pt x="1" y="0"/>
                  </a:moveTo>
                  <a:lnTo>
                    <a:pt x="1" y="243"/>
                  </a:lnTo>
                  <a:lnTo>
                    <a:pt x="3926" y="243"/>
                  </a:lnTo>
                  <a:lnTo>
                    <a:pt x="39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2120;p43">
              <a:extLst>
                <a:ext uri="{FF2B5EF4-FFF2-40B4-BE49-F238E27FC236}">
                  <a16:creationId xmlns:a16="http://schemas.microsoft.com/office/drawing/2014/main" id="{9A9B25CE-B1AE-EAF1-3D34-6442666A2BB3}"/>
                </a:ext>
              </a:extLst>
            </p:cNvPr>
            <p:cNvSpPr/>
            <p:nvPr/>
          </p:nvSpPr>
          <p:spPr>
            <a:xfrm>
              <a:off x="7381056" y="3572583"/>
              <a:ext cx="324139" cy="363106"/>
            </a:xfrm>
            <a:custGeom>
              <a:avLst/>
              <a:gdLst/>
              <a:ahLst/>
              <a:cxnLst/>
              <a:rect l="l" t="t" r="r" b="b"/>
              <a:pathLst>
                <a:path w="2379" h="2665" extrusionOk="0">
                  <a:moveTo>
                    <a:pt x="1" y="0"/>
                  </a:moveTo>
                  <a:lnTo>
                    <a:pt x="1" y="2665"/>
                  </a:lnTo>
                  <a:lnTo>
                    <a:pt x="2378" y="2665"/>
                  </a:lnTo>
                  <a:lnTo>
                    <a:pt x="237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2121;p43">
              <a:extLst>
                <a:ext uri="{FF2B5EF4-FFF2-40B4-BE49-F238E27FC236}">
                  <a16:creationId xmlns:a16="http://schemas.microsoft.com/office/drawing/2014/main" id="{8A803AE0-BF12-2C71-4DC7-DD2010D53A33}"/>
                </a:ext>
              </a:extLst>
            </p:cNvPr>
            <p:cNvSpPr/>
            <p:nvPr/>
          </p:nvSpPr>
          <p:spPr>
            <a:xfrm>
              <a:off x="6228512" y="3789494"/>
              <a:ext cx="1152675" cy="339126"/>
            </a:xfrm>
            <a:custGeom>
              <a:avLst/>
              <a:gdLst/>
              <a:ahLst/>
              <a:cxnLst/>
              <a:rect l="l" t="t" r="r" b="b"/>
              <a:pathLst>
                <a:path w="8460" h="2489" extrusionOk="0">
                  <a:moveTo>
                    <a:pt x="1" y="0"/>
                  </a:moveTo>
                  <a:lnTo>
                    <a:pt x="1" y="2488"/>
                  </a:lnTo>
                  <a:lnTo>
                    <a:pt x="8460" y="2488"/>
                  </a:lnTo>
                  <a:lnTo>
                    <a:pt x="846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2122;p43">
              <a:extLst>
                <a:ext uri="{FF2B5EF4-FFF2-40B4-BE49-F238E27FC236}">
                  <a16:creationId xmlns:a16="http://schemas.microsoft.com/office/drawing/2014/main" id="{46BF3A20-6914-5926-A1A1-B8F0EFD79975}"/>
                </a:ext>
              </a:extLst>
            </p:cNvPr>
            <p:cNvSpPr/>
            <p:nvPr/>
          </p:nvSpPr>
          <p:spPr>
            <a:xfrm>
              <a:off x="6192405" y="3825600"/>
              <a:ext cx="113088" cy="247294"/>
            </a:xfrm>
            <a:custGeom>
              <a:avLst/>
              <a:gdLst/>
              <a:ahLst/>
              <a:cxnLst/>
              <a:rect l="l" t="t" r="r" b="b"/>
              <a:pathLst>
                <a:path w="830" h="1815" extrusionOk="0">
                  <a:moveTo>
                    <a:pt x="0" y="1"/>
                  </a:moveTo>
                  <a:lnTo>
                    <a:pt x="0" y="1814"/>
                  </a:lnTo>
                  <a:lnTo>
                    <a:pt x="830" y="1814"/>
                  </a:lnTo>
                  <a:lnTo>
                    <a:pt x="83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2123;p43">
              <a:extLst>
                <a:ext uri="{FF2B5EF4-FFF2-40B4-BE49-F238E27FC236}">
                  <a16:creationId xmlns:a16="http://schemas.microsoft.com/office/drawing/2014/main" id="{A2FEF8C0-8AA4-8F0F-F8BD-5DCAD0313081}"/>
                </a:ext>
              </a:extLst>
            </p:cNvPr>
            <p:cNvSpPr/>
            <p:nvPr/>
          </p:nvSpPr>
          <p:spPr>
            <a:xfrm>
              <a:off x="6514774" y="4303159"/>
              <a:ext cx="1221073" cy="50004"/>
            </a:xfrm>
            <a:custGeom>
              <a:avLst/>
              <a:gdLst/>
              <a:ahLst/>
              <a:cxnLst/>
              <a:rect l="l" t="t" r="r" b="b"/>
              <a:pathLst>
                <a:path w="8962" h="367" extrusionOk="0">
                  <a:moveTo>
                    <a:pt x="8723" y="0"/>
                  </a:moveTo>
                  <a:cubicBezTo>
                    <a:pt x="8717" y="0"/>
                    <a:pt x="8710" y="0"/>
                    <a:pt x="8703" y="1"/>
                  </a:cubicBezTo>
                  <a:lnTo>
                    <a:pt x="222" y="1"/>
                  </a:lnTo>
                  <a:cubicBezTo>
                    <a:pt x="1" y="23"/>
                    <a:pt x="1" y="344"/>
                    <a:pt x="222" y="366"/>
                  </a:cubicBezTo>
                  <a:lnTo>
                    <a:pt x="8703" y="366"/>
                  </a:lnTo>
                  <a:cubicBezTo>
                    <a:pt x="8710" y="366"/>
                    <a:pt x="8717" y="367"/>
                    <a:pt x="8723" y="367"/>
                  </a:cubicBezTo>
                  <a:cubicBezTo>
                    <a:pt x="8961" y="367"/>
                    <a:pt x="8961" y="0"/>
                    <a:pt x="87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2124;p43">
              <a:extLst>
                <a:ext uri="{FF2B5EF4-FFF2-40B4-BE49-F238E27FC236}">
                  <a16:creationId xmlns:a16="http://schemas.microsoft.com/office/drawing/2014/main" id="{0103B6C0-72BB-7C20-100B-2AE0EB88E3C2}"/>
                </a:ext>
              </a:extLst>
            </p:cNvPr>
            <p:cNvSpPr/>
            <p:nvPr/>
          </p:nvSpPr>
          <p:spPr>
            <a:xfrm>
              <a:off x="6730186" y="3640300"/>
              <a:ext cx="39376" cy="149330"/>
            </a:xfrm>
            <a:custGeom>
              <a:avLst/>
              <a:gdLst/>
              <a:ahLst/>
              <a:cxnLst/>
              <a:rect l="l" t="t" r="r" b="b"/>
              <a:pathLst>
                <a:path w="289" h="1096" extrusionOk="0">
                  <a:moveTo>
                    <a:pt x="1" y="1"/>
                  </a:moveTo>
                  <a:lnTo>
                    <a:pt x="1" y="1095"/>
                  </a:lnTo>
                  <a:lnTo>
                    <a:pt x="288" y="1095"/>
                  </a:lnTo>
                  <a:lnTo>
                    <a:pt x="288" y="1"/>
                  </a:lnTo>
                  <a:close/>
                </a:path>
              </a:pathLst>
            </a:custGeom>
            <a:solidFill>
              <a:srgbClr val="507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2125;p43">
              <a:extLst>
                <a:ext uri="{FF2B5EF4-FFF2-40B4-BE49-F238E27FC236}">
                  <a16:creationId xmlns:a16="http://schemas.microsoft.com/office/drawing/2014/main" id="{400CD79C-8C08-DD44-1083-C2D4C6177F5E}"/>
                </a:ext>
              </a:extLst>
            </p:cNvPr>
            <p:cNvSpPr/>
            <p:nvPr/>
          </p:nvSpPr>
          <p:spPr>
            <a:xfrm>
              <a:off x="6725690" y="3540168"/>
              <a:ext cx="57361" cy="49322"/>
            </a:xfrm>
            <a:custGeom>
              <a:avLst/>
              <a:gdLst/>
              <a:ahLst/>
              <a:cxnLst/>
              <a:rect l="l" t="t" r="r" b="b"/>
              <a:pathLst>
                <a:path w="421" h="362" extrusionOk="0">
                  <a:moveTo>
                    <a:pt x="178" y="1"/>
                  </a:moveTo>
                  <a:cubicBezTo>
                    <a:pt x="78" y="1"/>
                    <a:pt x="1" y="89"/>
                    <a:pt x="1" y="178"/>
                  </a:cubicBezTo>
                  <a:cubicBezTo>
                    <a:pt x="1" y="290"/>
                    <a:pt x="87" y="362"/>
                    <a:pt x="181" y="362"/>
                  </a:cubicBezTo>
                  <a:cubicBezTo>
                    <a:pt x="225" y="362"/>
                    <a:pt x="271" y="346"/>
                    <a:pt x="310" y="310"/>
                  </a:cubicBezTo>
                  <a:cubicBezTo>
                    <a:pt x="421" y="200"/>
                    <a:pt x="332" y="1"/>
                    <a:pt x="17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2126;p43">
              <a:extLst>
                <a:ext uri="{FF2B5EF4-FFF2-40B4-BE49-F238E27FC236}">
                  <a16:creationId xmlns:a16="http://schemas.microsoft.com/office/drawing/2014/main" id="{F90AE0B9-B20A-FE7B-8D25-96EAE27419F7}"/>
                </a:ext>
              </a:extLst>
            </p:cNvPr>
            <p:cNvSpPr/>
            <p:nvPr/>
          </p:nvSpPr>
          <p:spPr>
            <a:xfrm>
              <a:off x="7123406" y="3640300"/>
              <a:ext cx="134206" cy="150829"/>
            </a:xfrm>
            <a:custGeom>
              <a:avLst/>
              <a:gdLst/>
              <a:ahLst/>
              <a:cxnLst/>
              <a:rect l="l" t="t" r="r" b="b"/>
              <a:pathLst>
                <a:path w="985" h="1107" extrusionOk="0">
                  <a:moveTo>
                    <a:pt x="1" y="1"/>
                  </a:moveTo>
                  <a:lnTo>
                    <a:pt x="1" y="1106"/>
                  </a:lnTo>
                  <a:lnTo>
                    <a:pt x="985" y="1106"/>
                  </a:lnTo>
                  <a:lnTo>
                    <a:pt x="98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2127;p43">
              <a:extLst>
                <a:ext uri="{FF2B5EF4-FFF2-40B4-BE49-F238E27FC236}">
                  <a16:creationId xmlns:a16="http://schemas.microsoft.com/office/drawing/2014/main" id="{99E87998-990B-EFFB-8353-8FDCDB71B609}"/>
                </a:ext>
              </a:extLst>
            </p:cNvPr>
            <p:cNvSpPr/>
            <p:nvPr/>
          </p:nvSpPr>
          <p:spPr>
            <a:xfrm>
              <a:off x="6305357" y="3557459"/>
              <a:ext cx="92105" cy="232170"/>
            </a:xfrm>
            <a:custGeom>
              <a:avLst/>
              <a:gdLst/>
              <a:ahLst/>
              <a:cxnLst/>
              <a:rect l="l" t="t" r="r" b="b"/>
              <a:pathLst>
                <a:path w="676" h="1704" extrusionOk="0">
                  <a:moveTo>
                    <a:pt x="1" y="1"/>
                  </a:moveTo>
                  <a:lnTo>
                    <a:pt x="1" y="1703"/>
                  </a:lnTo>
                  <a:lnTo>
                    <a:pt x="675" y="1703"/>
                  </a:lnTo>
                  <a:lnTo>
                    <a:pt x="67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2128;p43">
              <a:extLst>
                <a:ext uri="{FF2B5EF4-FFF2-40B4-BE49-F238E27FC236}">
                  <a16:creationId xmlns:a16="http://schemas.microsoft.com/office/drawing/2014/main" id="{6E5FEE27-893E-22C5-0139-AF03C06A54DB}"/>
                </a:ext>
              </a:extLst>
            </p:cNvPr>
            <p:cNvSpPr/>
            <p:nvPr/>
          </p:nvSpPr>
          <p:spPr>
            <a:xfrm>
              <a:off x="6566005" y="3789494"/>
              <a:ext cx="378230" cy="319506"/>
            </a:xfrm>
            <a:custGeom>
              <a:avLst/>
              <a:gdLst/>
              <a:ahLst/>
              <a:cxnLst/>
              <a:rect l="l" t="t" r="r" b="b"/>
              <a:pathLst>
                <a:path w="2776" h="2345" extrusionOk="0">
                  <a:moveTo>
                    <a:pt x="1" y="0"/>
                  </a:moveTo>
                  <a:lnTo>
                    <a:pt x="1" y="2345"/>
                  </a:lnTo>
                  <a:lnTo>
                    <a:pt x="2776" y="2345"/>
                  </a:lnTo>
                  <a:lnTo>
                    <a:pt x="277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2129;p43">
              <a:extLst>
                <a:ext uri="{FF2B5EF4-FFF2-40B4-BE49-F238E27FC236}">
                  <a16:creationId xmlns:a16="http://schemas.microsoft.com/office/drawing/2014/main" id="{29B54685-982F-E260-4698-1F7E9C4F91E8}"/>
                </a:ext>
              </a:extLst>
            </p:cNvPr>
            <p:cNvSpPr/>
            <p:nvPr/>
          </p:nvSpPr>
          <p:spPr>
            <a:xfrm>
              <a:off x="6204395" y="3789494"/>
              <a:ext cx="304519" cy="319506"/>
            </a:xfrm>
            <a:custGeom>
              <a:avLst/>
              <a:gdLst/>
              <a:ahLst/>
              <a:cxnLst/>
              <a:rect l="l" t="t" r="r" b="b"/>
              <a:pathLst>
                <a:path w="2235" h="2345" extrusionOk="0">
                  <a:moveTo>
                    <a:pt x="1" y="0"/>
                  </a:moveTo>
                  <a:lnTo>
                    <a:pt x="1" y="2345"/>
                  </a:lnTo>
                  <a:lnTo>
                    <a:pt x="2234" y="2345"/>
                  </a:lnTo>
                  <a:lnTo>
                    <a:pt x="22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2130;p43">
              <a:extLst>
                <a:ext uri="{FF2B5EF4-FFF2-40B4-BE49-F238E27FC236}">
                  <a16:creationId xmlns:a16="http://schemas.microsoft.com/office/drawing/2014/main" id="{73583D72-8A33-FC55-186F-A2D01E302C33}"/>
                </a:ext>
              </a:extLst>
            </p:cNvPr>
            <p:cNvSpPr/>
            <p:nvPr/>
          </p:nvSpPr>
          <p:spPr>
            <a:xfrm>
              <a:off x="7001461" y="3789494"/>
              <a:ext cx="367739" cy="319506"/>
            </a:xfrm>
            <a:custGeom>
              <a:avLst/>
              <a:gdLst/>
              <a:ahLst/>
              <a:cxnLst/>
              <a:rect l="l" t="t" r="r" b="b"/>
              <a:pathLst>
                <a:path w="2699" h="2345" extrusionOk="0">
                  <a:moveTo>
                    <a:pt x="0" y="0"/>
                  </a:moveTo>
                  <a:lnTo>
                    <a:pt x="0" y="2345"/>
                  </a:lnTo>
                  <a:lnTo>
                    <a:pt x="2698" y="2345"/>
                  </a:lnTo>
                  <a:lnTo>
                    <a:pt x="269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2131;p43">
              <a:extLst>
                <a:ext uri="{FF2B5EF4-FFF2-40B4-BE49-F238E27FC236}">
                  <a16:creationId xmlns:a16="http://schemas.microsoft.com/office/drawing/2014/main" id="{55B3EFA7-D71A-7538-8462-B147C691BA98}"/>
                </a:ext>
              </a:extLst>
            </p:cNvPr>
            <p:cNvSpPr/>
            <p:nvPr/>
          </p:nvSpPr>
          <p:spPr>
            <a:xfrm>
              <a:off x="6566005" y="4023027"/>
              <a:ext cx="378230" cy="85974"/>
            </a:xfrm>
            <a:custGeom>
              <a:avLst/>
              <a:gdLst/>
              <a:ahLst/>
              <a:cxnLst/>
              <a:rect l="l" t="t" r="r" b="b"/>
              <a:pathLst>
                <a:path w="2776" h="631" extrusionOk="0">
                  <a:moveTo>
                    <a:pt x="1" y="0"/>
                  </a:moveTo>
                  <a:lnTo>
                    <a:pt x="1" y="631"/>
                  </a:lnTo>
                  <a:lnTo>
                    <a:pt x="2776" y="631"/>
                  </a:lnTo>
                  <a:lnTo>
                    <a:pt x="277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2132;p43">
              <a:extLst>
                <a:ext uri="{FF2B5EF4-FFF2-40B4-BE49-F238E27FC236}">
                  <a16:creationId xmlns:a16="http://schemas.microsoft.com/office/drawing/2014/main" id="{AF3418F7-3398-22D1-7FB4-6FBE40A445AF}"/>
                </a:ext>
              </a:extLst>
            </p:cNvPr>
            <p:cNvSpPr/>
            <p:nvPr/>
          </p:nvSpPr>
          <p:spPr>
            <a:xfrm>
              <a:off x="6204395" y="4023027"/>
              <a:ext cx="304519" cy="85974"/>
            </a:xfrm>
            <a:custGeom>
              <a:avLst/>
              <a:gdLst/>
              <a:ahLst/>
              <a:cxnLst/>
              <a:rect l="l" t="t" r="r" b="b"/>
              <a:pathLst>
                <a:path w="2235" h="631" extrusionOk="0">
                  <a:moveTo>
                    <a:pt x="1" y="0"/>
                  </a:moveTo>
                  <a:lnTo>
                    <a:pt x="1" y="631"/>
                  </a:lnTo>
                  <a:lnTo>
                    <a:pt x="2234" y="631"/>
                  </a:lnTo>
                  <a:lnTo>
                    <a:pt x="22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2133;p43">
              <a:extLst>
                <a:ext uri="{FF2B5EF4-FFF2-40B4-BE49-F238E27FC236}">
                  <a16:creationId xmlns:a16="http://schemas.microsoft.com/office/drawing/2014/main" id="{328DD18B-7D75-8D7F-1F47-88717E1BC5CF}"/>
                </a:ext>
              </a:extLst>
            </p:cNvPr>
            <p:cNvSpPr/>
            <p:nvPr/>
          </p:nvSpPr>
          <p:spPr>
            <a:xfrm>
              <a:off x="7001461" y="4023027"/>
              <a:ext cx="367739" cy="85974"/>
            </a:xfrm>
            <a:custGeom>
              <a:avLst/>
              <a:gdLst/>
              <a:ahLst/>
              <a:cxnLst/>
              <a:rect l="l" t="t" r="r" b="b"/>
              <a:pathLst>
                <a:path w="2699" h="631" extrusionOk="0">
                  <a:moveTo>
                    <a:pt x="0" y="0"/>
                  </a:moveTo>
                  <a:lnTo>
                    <a:pt x="0" y="631"/>
                  </a:lnTo>
                  <a:lnTo>
                    <a:pt x="2698" y="631"/>
                  </a:lnTo>
                  <a:lnTo>
                    <a:pt x="269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2134;p43">
              <a:extLst>
                <a:ext uri="{FF2B5EF4-FFF2-40B4-BE49-F238E27FC236}">
                  <a16:creationId xmlns:a16="http://schemas.microsoft.com/office/drawing/2014/main" id="{9ECA76AC-413C-89F3-E80C-F7F6834AEDE7}"/>
                </a:ext>
              </a:extLst>
            </p:cNvPr>
            <p:cNvSpPr/>
            <p:nvPr/>
          </p:nvSpPr>
          <p:spPr>
            <a:xfrm>
              <a:off x="6956226" y="3774370"/>
              <a:ext cx="33245" cy="351253"/>
            </a:xfrm>
            <a:custGeom>
              <a:avLst/>
              <a:gdLst/>
              <a:ahLst/>
              <a:cxnLst/>
              <a:rect l="l" t="t" r="r" b="b"/>
              <a:pathLst>
                <a:path w="244" h="2578" extrusionOk="0">
                  <a:moveTo>
                    <a:pt x="56" y="1"/>
                  </a:moveTo>
                  <a:cubicBezTo>
                    <a:pt x="23" y="1"/>
                    <a:pt x="0" y="23"/>
                    <a:pt x="0" y="56"/>
                  </a:cubicBezTo>
                  <a:lnTo>
                    <a:pt x="0" y="2511"/>
                  </a:lnTo>
                  <a:cubicBezTo>
                    <a:pt x="0" y="2544"/>
                    <a:pt x="23" y="2577"/>
                    <a:pt x="56" y="2577"/>
                  </a:cubicBezTo>
                  <a:lnTo>
                    <a:pt x="188" y="2577"/>
                  </a:lnTo>
                  <a:cubicBezTo>
                    <a:pt x="222" y="2577"/>
                    <a:pt x="244" y="2544"/>
                    <a:pt x="244" y="2511"/>
                  </a:cubicBezTo>
                  <a:lnTo>
                    <a:pt x="244" y="56"/>
                  </a:lnTo>
                  <a:cubicBezTo>
                    <a:pt x="244" y="23"/>
                    <a:pt x="222" y="1"/>
                    <a:pt x="18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2135;p43">
              <a:extLst>
                <a:ext uri="{FF2B5EF4-FFF2-40B4-BE49-F238E27FC236}">
                  <a16:creationId xmlns:a16="http://schemas.microsoft.com/office/drawing/2014/main" id="{CC967E91-E90B-2DC7-15E4-E4ADF973826B}"/>
                </a:ext>
              </a:extLst>
            </p:cNvPr>
            <p:cNvSpPr/>
            <p:nvPr/>
          </p:nvSpPr>
          <p:spPr>
            <a:xfrm>
              <a:off x="6520769" y="3774370"/>
              <a:ext cx="33381" cy="351253"/>
            </a:xfrm>
            <a:custGeom>
              <a:avLst/>
              <a:gdLst/>
              <a:ahLst/>
              <a:cxnLst/>
              <a:rect l="l" t="t" r="r" b="b"/>
              <a:pathLst>
                <a:path w="245" h="2578" extrusionOk="0">
                  <a:moveTo>
                    <a:pt x="56" y="1"/>
                  </a:moveTo>
                  <a:cubicBezTo>
                    <a:pt x="23" y="1"/>
                    <a:pt x="1" y="23"/>
                    <a:pt x="1" y="56"/>
                  </a:cubicBezTo>
                  <a:lnTo>
                    <a:pt x="1" y="2511"/>
                  </a:lnTo>
                  <a:cubicBezTo>
                    <a:pt x="1" y="2544"/>
                    <a:pt x="23" y="2577"/>
                    <a:pt x="56" y="2577"/>
                  </a:cubicBezTo>
                  <a:lnTo>
                    <a:pt x="189" y="2577"/>
                  </a:lnTo>
                  <a:cubicBezTo>
                    <a:pt x="222" y="2577"/>
                    <a:pt x="244" y="2544"/>
                    <a:pt x="244" y="2511"/>
                  </a:cubicBezTo>
                  <a:lnTo>
                    <a:pt x="244" y="56"/>
                  </a:lnTo>
                  <a:cubicBezTo>
                    <a:pt x="244" y="23"/>
                    <a:pt x="222" y="1"/>
                    <a:pt x="18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2136;p43">
              <a:extLst>
                <a:ext uri="{FF2B5EF4-FFF2-40B4-BE49-F238E27FC236}">
                  <a16:creationId xmlns:a16="http://schemas.microsoft.com/office/drawing/2014/main" id="{EDB992A5-646A-E54A-ACB7-3DC73184490C}"/>
                </a:ext>
              </a:extLst>
            </p:cNvPr>
            <p:cNvSpPr/>
            <p:nvPr/>
          </p:nvSpPr>
          <p:spPr>
            <a:xfrm>
              <a:off x="6117059" y="3825600"/>
              <a:ext cx="75482" cy="247294"/>
            </a:xfrm>
            <a:custGeom>
              <a:avLst/>
              <a:gdLst/>
              <a:ahLst/>
              <a:cxnLst/>
              <a:rect l="l" t="t" r="r" b="b"/>
              <a:pathLst>
                <a:path w="554" h="1815" extrusionOk="0">
                  <a:moveTo>
                    <a:pt x="553" y="1"/>
                  </a:moveTo>
                  <a:cubicBezTo>
                    <a:pt x="0" y="476"/>
                    <a:pt x="0" y="1339"/>
                    <a:pt x="553" y="1814"/>
                  </a:cubicBezTo>
                  <a:lnTo>
                    <a:pt x="55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2137;p43">
              <a:extLst>
                <a:ext uri="{FF2B5EF4-FFF2-40B4-BE49-F238E27FC236}">
                  <a16:creationId xmlns:a16="http://schemas.microsoft.com/office/drawing/2014/main" id="{C2E469E3-2394-C0D4-2AC2-3729C72C2AC6}"/>
                </a:ext>
              </a:extLst>
            </p:cNvPr>
            <p:cNvSpPr/>
            <p:nvPr/>
          </p:nvSpPr>
          <p:spPr>
            <a:xfrm>
              <a:off x="7448908" y="3477616"/>
              <a:ext cx="399349" cy="39240"/>
            </a:xfrm>
            <a:custGeom>
              <a:avLst/>
              <a:gdLst/>
              <a:ahLst/>
              <a:cxnLst/>
              <a:rect l="l" t="t" r="r" b="b"/>
              <a:pathLst>
                <a:path w="2931" h="288" extrusionOk="0">
                  <a:moveTo>
                    <a:pt x="0" y="0"/>
                  </a:moveTo>
                  <a:lnTo>
                    <a:pt x="0" y="288"/>
                  </a:lnTo>
                  <a:lnTo>
                    <a:pt x="2931" y="288"/>
                  </a:lnTo>
                  <a:lnTo>
                    <a:pt x="2931" y="0"/>
                  </a:lnTo>
                  <a:close/>
                </a:path>
              </a:pathLst>
            </a:custGeom>
            <a:solidFill>
              <a:srgbClr val="FB63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2138;p43">
              <a:extLst>
                <a:ext uri="{FF2B5EF4-FFF2-40B4-BE49-F238E27FC236}">
                  <a16:creationId xmlns:a16="http://schemas.microsoft.com/office/drawing/2014/main" id="{EBF3C3E1-DC47-751C-EA2E-73A824BE27F0}"/>
                </a:ext>
              </a:extLst>
            </p:cNvPr>
            <p:cNvSpPr/>
            <p:nvPr/>
          </p:nvSpPr>
          <p:spPr>
            <a:xfrm>
              <a:off x="7381056" y="3506229"/>
              <a:ext cx="535054" cy="72485"/>
            </a:xfrm>
            <a:custGeom>
              <a:avLst/>
              <a:gdLst/>
              <a:ahLst/>
              <a:cxnLst/>
              <a:rect l="l" t="t" r="r" b="b"/>
              <a:pathLst>
                <a:path w="3927" h="532" extrusionOk="0">
                  <a:moveTo>
                    <a:pt x="1" y="1"/>
                  </a:moveTo>
                  <a:lnTo>
                    <a:pt x="1" y="531"/>
                  </a:lnTo>
                  <a:lnTo>
                    <a:pt x="3926" y="531"/>
                  </a:lnTo>
                  <a:lnTo>
                    <a:pt x="3926" y="1"/>
                  </a:lnTo>
                  <a:lnTo>
                    <a:pt x="3628" y="1"/>
                  </a:lnTo>
                  <a:lnTo>
                    <a:pt x="3628" y="266"/>
                  </a:lnTo>
                  <a:lnTo>
                    <a:pt x="299" y="266"/>
                  </a:lnTo>
                  <a:lnTo>
                    <a:pt x="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2139;p43">
              <a:extLst>
                <a:ext uri="{FF2B5EF4-FFF2-40B4-BE49-F238E27FC236}">
                  <a16:creationId xmlns:a16="http://schemas.microsoft.com/office/drawing/2014/main" id="{EE3D3131-568E-2238-F106-80F8E3B45C56}"/>
                </a:ext>
              </a:extLst>
            </p:cNvPr>
            <p:cNvSpPr/>
            <p:nvPr/>
          </p:nvSpPr>
          <p:spPr>
            <a:xfrm>
              <a:off x="7381056" y="3913073"/>
              <a:ext cx="535054" cy="195928"/>
            </a:xfrm>
            <a:custGeom>
              <a:avLst/>
              <a:gdLst/>
              <a:ahLst/>
              <a:cxnLst/>
              <a:rect l="l" t="t" r="r" b="b"/>
              <a:pathLst>
                <a:path w="3927" h="1438" extrusionOk="0">
                  <a:moveTo>
                    <a:pt x="1" y="0"/>
                  </a:moveTo>
                  <a:lnTo>
                    <a:pt x="1" y="1438"/>
                  </a:lnTo>
                  <a:lnTo>
                    <a:pt x="3926" y="1438"/>
                  </a:lnTo>
                  <a:lnTo>
                    <a:pt x="3926" y="675"/>
                  </a:lnTo>
                  <a:lnTo>
                    <a:pt x="2920" y="675"/>
                  </a:lnTo>
                  <a:cubicBezTo>
                    <a:pt x="2621" y="675"/>
                    <a:pt x="2378" y="476"/>
                    <a:pt x="2378" y="221"/>
                  </a:cubicBezTo>
                  <a:lnTo>
                    <a:pt x="237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2140;p43">
              <a:extLst>
                <a:ext uri="{FF2B5EF4-FFF2-40B4-BE49-F238E27FC236}">
                  <a16:creationId xmlns:a16="http://schemas.microsoft.com/office/drawing/2014/main" id="{9F5FAF23-9FBC-932F-81A6-302AFA18EF77}"/>
                </a:ext>
              </a:extLst>
            </p:cNvPr>
            <p:cNvSpPr/>
            <p:nvPr/>
          </p:nvSpPr>
          <p:spPr>
            <a:xfrm>
              <a:off x="7381056" y="3590568"/>
              <a:ext cx="324139" cy="310514"/>
            </a:xfrm>
            <a:custGeom>
              <a:avLst/>
              <a:gdLst/>
              <a:ahLst/>
              <a:cxnLst/>
              <a:rect l="l" t="t" r="r" b="b"/>
              <a:pathLst>
                <a:path w="2379" h="2279" extrusionOk="0">
                  <a:moveTo>
                    <a:pt x="1" y="1"/>
                  </a:moveTo>
                  <a:lnTo>
                    <a:pt x="1" y="2279"/>
                  </a:lnTo>
                  <a:lnTo>
                    <a:pt x="2378" y="2279"/>
                  </a:lnTo>
                  <a:lnTo>
                    <a:pt x="237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2141;p43">
              <a:extLst>
                <a:ext uri="{FF2B5EF4-FFF2-40B4-BE49-F238E27FC236}">
                  <a16:creationId xmlns:a16="http://schemas.microsoft.com/office/drawing/2014/main" id="{354BF1F5-2927-0C32-9300-23C680BAD3FB}"/>
                </a:ext>
              </a:extLst>
            </p:cNvPr>
            <p:cNvSpPr/>
            <p:nvPr/>
          </p:nvSpPr>
          <p:spPr>
            <a:xfrm>
              <a:off x="6707569" y="3735266"/>
              <a:ext cx="84611" cy="55863"/>
            </a:xfrm>
            <a:custGeom>
              <a:avLst/>
              <a:gdLst/>
              <a:ahLst/>
              <a:cxnLst/>
              <a:rect l="l" t="t" r="r" b="b"/>
              <a:pathLst>
                <a:path w="621" h="410" extrusionOk="0">
                  <a:moveTo>
                    <a:pt x="1" y="0"/>
                  </a:moveTo>
                  <a:lnTo>
                    <a:pt x="1" y="409"/>
                  </a:lnTo>
                  <a:lnTo>
                    <a:pt x="620" y="409"/>
                  </a:lnTo>
                  <a:lnTo>
                    <a:pt x="62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2142;p43">
              <a:extLst>
                <a:ext uri="{FF2B5EF4-FFF2-40B4-BE49-F238E27FC236}">
                  <a16:creationId xmlns:a16="http://schemas.microsoft.com/office/drawing/2014/main" id="{F3CF15B5-C0E0-F7DE-B1C3-E872B6CD6D91}"/>
                </a:ext>
              </a:extLst>
            </p:cNvPr>
            <p:cNvSpPr/>
            <p:nvPr/>
          </p:nvSpPr>
          <p:spPr>
            <a:xfrm>
              <a:off x="6716700" y="3608674"/>
              <a:ext cx="66350" cy="31750"/>
            </a:xfrm>
            <a:custGeom>
              <a:avLst/>
              <a:gdLst/>
              <a:ahLst/>
              <a:cxnLst/>
              <a:rect l="l" t="t" r="r" b="b"/>
              <a:pathLst>
                <a:path w="487" h="189" extrusionOk="0">
                  <a:moveTo>
                    <a:pt x="0" y="1"/>
                  </a:moveTo>
                  <a:lnTo>
                    <a:pt x="0" y="189"/>
                  </a:lnTo>
                  <a:lnTo>
                    <a:pt x="487" y="189"/>
                  </a:lnTo>
                  <a:lnTo>
                    <a:pt x="4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2143;p43">
              <a:extLst>
                <a:ext uri="{FF2B5EF4-FFF2-40B4-BE49-F238E27FC236}">
                  <a16:creationId xmlns:a16="http://schemas.microsoft.com/office/drawing/2014/main" id="{D9A77343-9886-5170-C11C-9016FA494F33}"/>
                </a:ext>
              </a:extLst>
            </p:cNvPr>
            <p:cNvSpPr/>
            <p:nvPr/>
          </p:nvSpPr>
          <p:spPr>
            <a:xfrm>
              <a:off x="6716698" y="3564284"/>
              <a:ext cx="66354" cy="40875"/>
            </a:xfrm>
            <a:custGeom>
              <a:avLst/>
              <a:gdLst/>
              <a:ahLst/>
              <a:cxnLst/>
              <a:rect l="l" t="t" r="r" b="b"/>
              <a:pathLst>
                <a:path w="487" h="300" extrusionOk="0">
                  <a:moveTo>
                    <a:pt x="0" y="1"/>
                  </a:moveTo>
                  <a:lnTo>
                    <a:pt x="0" y="299"/>
                  </a:lnTo>
                  <a:lnTo>
                    <a:pt x="487" y="299"/>
                  </a:lnTo>
                  <a:lnTo>
                    <a:pt x="4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2144;p43">
              <a:extLst>
                <a:ext uri="{FF2B5EF4-FFF2-40B4-BE49-F238E27FC236}">
                  <a16:creationId xmlns:a16="http://schemas.microsoft.com/office/drawing/2014/main" id="{0248FB8F-ABC0-C8E8-008A-8DC9BCBDE08E}"/>
                </a:ext>
              </a:extLst>
            </p:cNvPr>
            <p:cNvSpPr/>
            <p:nvPr/>
          </p:nvSpPr>
          <p:spPr>
            <a:xfrm>
              <a:off x="6285737" y="3735266"/>
              <a:ext cx="131209" cy="55863"/>
            </a:xfrm>
            <a:custGeom>
              <a:avLst/>
              <a:gdLst/>
              <a:ahLst/>
              <a:cxnLst/>
              <a:rect l="l" t="t" r="r" b="b"/>
              <a:pathLst>
                <a:path w="963" h="410" extrusionOk="0">
                  <a:moveTo>
                    <a:pt x="1" y="0"/>
                  </a:moveTo>
                  <a:lnTo>
                    <a:pt x="1" y="409"/>
                  </a:lnTo>
                  <a:lnTo>
                    <a:pt x="963" y="409"/>
                  </a:lnTo>
                  <a:lnTo>
                    <a:pt x="96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2145;p43">
              <a:extLst>
                <a:ext uri="{FF2B5EF4-FFF2-40B4-BE49-F238E27FC236}">
                  <a16:creationId xmlns:a16="http://schemas.microsoft.com/office/drawing/2014/main" id="{380C69DE-D5B2-31F8-EC59-5D7A512EC711}"/>
                </a:ext>
              </a:extLst>
            </p:cNvPr>
            <p:cNvSpPr/>
            <p:nvPr/>
          </p:nvSpPr>
          <p:spPr>
            <a:xfrm>
              <a:off x="6285737" y="3530345"/>
              <a:ext cx="131209" cy="55863"/>
            </a:xfrm>
            <a:custGeom>
              <a:avLst/>
              <a:gdLst/>
              <a:ahLst/>
              <a:cxnLst/>
              <a:rect l="l" t="t" r="r" b="b"/>
              <a:pathLst>
                <a:path w="963" h="410" extrusionOk="0">
                  <a:moveTo>
                    <a:pt x="1" y="0"/>
                  </a:moveTo>
                  <a:lnTo>
                    <a:pt x="1" y="410"/>
                  </a:lnTo>
                  <a:lnTo>
                    <a:pt x="963" y="410"/>
                  </a:lnTo>
                  <a:lnTo>
                    <a:pt x="96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2146;p43">
              <a:extLst>
                <a:ext uri="{FF2B5EF4-FFF2-40B4-BE49-F238E27FC236}">
                  <a16:creationId xmlns:a16="http://schemas.microsoft.com/office/drawing/2014/main" id="{38103765-ABA9-EFD9-2796-A072F6759BD3}"/>
                </a:ext>
              </a:extLst>
            </p:cNvPr>
            <p:cNvSpPr/>
            <p:nvPr/>
          </p:nvSpPr>
          <p:spPr>
            <a:xfrm>
              <a:off x="6257124" y="3453500"/>
              <a:ext cx="188434" cy="55863"/>
            </a:xfrm>
            <a:custGeom>
              <a:avLst/>
              <a:gdLst/>
              <a:ahLst/>
              <a:cxnLst/>
              <a:rect l="l" t="t" r="r" b="b"/>
              <a:pathLst>
                <a:path w="1383" h="410" extrusionOk="0">
                  <a:moveTo>
                    <a:pt x="1" y="1"/>
                  </a:moveTo>
                  <a:lnTo>
                    <a:pt x="211" y="410"/>
                  </a:lnTo>
                  <a:lnTo>
                    <a:pt x="1173" y="410"/>
                  </a:lnTo>
                  <a:lnTo>
                    <a:pt x="138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2147;p43">
              <a:extLst>
                <a:ext uri="{FF2B5EF4-FFF2-40B4-BE49-F238E27FC236}">
                  <a16:creationId xmlns:a16="http://schemas.microsoft.com/office/drawing/2014/main" id="{893BD446-2981-2ED8-312C-521537FCE96B}"/>
                </a:ext>
              </a:extLst>
            </p:cNvPr>
            <p:cNvSpPr/>
            <p:nvPr/>
          </p:nvSpPr>
          <p:spPr>
            <a:xfrm>
              <a:off x="7094793" y="3736765"/>
              <a:ext cx="191568" cy="54364"/>
            </a:xfrm>
            <a:custGeom>
              <a:avLst/>
              <a:gdLst/>
              <a:ahLst/>
              <a:cxnLst/>
              <a:rect l="l" t="t" r="r" b="b"/>
              <a:pathLst>
                <a:path w="1406" h="399" extrusionOk="0">
                  <a:moveTo>
                    <a:pt x="1" y="0"/>
                  </a:moveTo>
                  <a:lnTo>
                    <a:pt x="1" y="398"/>
                  </a:lnTo>
                  <a:lnTo>
                    <a:pt x="1405" y="398"/>
                  </a:lnTo>
                  <a:lnTo>
                    <a:pt x="140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2148;p43">
              <a:extLst>
                <a:ext uri="{FF2B5EF4-FFF2-40B4-BE49-F238E27FC236}">
                  <a16:creationId xmlns:a16="http://schemas.microsoft.com/office/drawing/2014/main" id="{19CF8E7D-4088-6653-4203-AC9219B7DB90}"/>
                </a:ext>
              </a:extLst>
            </p:cNvPr>
            <p:cNvSpPr/>
            <p:nvPr/>
          </p:nvSpPr>
          <p:spPr>
            <a:xfrm>
              <a:off x="6566005" y="3789494"/>
              <a:ext cx="378230" cy="85974"/>
            </a:xfrm>
            <a:custGeom>
              <a:avLst/>
              <a:gdLst/>
              <a:ahLst/>
              <a:cxnLst/>
              <a:rect l="l" t="t" r="r" b="b"/>
              <a:pathLst>
                <a:path w="2776" h="631" extrusionOk="0">
                  <a:moveTo>
                    <a:pt x="1" y="0"/>
                  </a:moveTo>
                  <a:lnTo>
                    <a:pt x="1" y="631"/>
                  </a:lnTo>
                  <a:lnTo>
                    <a:pt x="2776" y="631"/>
                  </a:lnTo>
                  <a:lnTo>
                    <a:pt x="277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2149;p43">
              <a:extLst>
                <a:ext uri="{FF2B5EF4-FFF2-40B4-BE49-F238E27FC236}">
                  <a16:creationId xmlns:a16="http://schemas.microsoft.com/office/drawing/2014/main" id="{AFFFA5A1-8395-80F1-CD58-DFF88278DC14}"/>
                </a:ext>
              </a:extLst>
            </p:cNvPr>
            <p:cNvSpPr/>
            <p:nvPr/>
          </p:nvSpPr>
          <p:spPr>
            <a:xfrm>
              <a:off x="6204395" y="3789494"/>
              <a:ext cx="304519" cy="85974"/>
            </a:xfrm>
            <a:custGeom>
              <a:avLst/>
              <a:gdLst/>
              <a:ahLst/>
              <a:cxnLst/>
              <a:rect l="l" t="t" r="r" b="b"/>
              <a:pathLst>
                <a:path w="2235" h="631" extrusionOk="0">
                  <a:moveTo>
                    <a:pt x="1" y="0"/>
                  </a:moveTo>
                  <a:lnTo>
                    <a:pt x="1" y="631"/>
                  </a:lnTo>
                  <a:lnTo>
                    <a:pt x="2234" y="631"/>
                  </a:lnTo>
                  <a:lnTo>
                    <a:pt x="22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2150;p43">
              <a:extLst>
                <a:ext uri="{FF2B5EF4-FFF2-40B4-BE49-F238E27FC236}">
                  <a16:creationId xmlns:a16="http://schemas.microsoft.com/office/drawing/2014/main" id="{D3C6BA2E-DE77-4A7A-DB7F-54078A94DF9F}"/>
                </a:ext>
              </a:extLst>
            </p:cNvPr>
            <p:cNvSpPr/>
            <p:nvPr/>
          </p:nvSpPr>
          <p:spPr>
            <a:xfrm>
              <a:off x="7001461" y="3789494"/>
              <a:ext cx="367739" cy="85974"/>
            </a:xfrm>
            <a:custGeom>
              <a:avLst/>
              <a:gdLst/>
              <a:ahLst/>
              <a:cxnLst/>
              <a:rect l="l" t="t" r="r" b="b"/>
              <a:pathLst>
                <a:path w="2699" h="631" extrusionOk="0">
                  <a:moveTo>
                    <a:pt x="0" y="0"/>
                  </a:moveTo>
                  <a:lnTo>
                    <a:pt x="0" y="631"/>
                  </a:lnTo>
                  <a:lnTo>
                    <a:pt x="2698" y="631"/>
                  </a:lnTo>
                  <a:lnTo>
                    <a:pt x="269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2151;p43">
              <a:extLst>
                <a:ext uri="{FF2B5EF4-FFF2-40B4-BE49-F238E27FC236}">
                  <a16:creationId xmlns:a16="http://schemas.microsoft.com/office/drawing/2014/main" id="{63A9708F-0357-84A6-8A06-0B73EE13161A}"/>
                </a:ext>
              </a:extLst>
            </p:cNvPr>
            <p:cNvSpPr/>
            <p:nvPr/>
          </p:nvSpPr>
          <p:spPr>
            <a:xfrm>
              <a:off x="7094793" y="3622178"/>
              <a:ext cx="191568" cy="36379"/>
            </a:xfrm>
            <a:custGeom>
              <a:avLst/>
              <a:gdLst/>
              <a:ahLst/>
              <a:cxnLst/>
              <a:rect l="l" t="t" r="r" b="b"/>
              <a:pathLst>
                <a:path w="1406" h="267" extrusionOk="0">
                  <a:moveTo>
                    <a:pt x="1" y="1"/>
                  </a:moveTo>
                  <a:lnTo>
                    <a:pt x="1" y="266"/>
                  </a:lnTo>
                  <a:lnTo>
                    <a:pt x="1405" y="266"/>
                  </a:lnTo>
                  <a:lnTo>
                    <a:pt x="14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2152;p43">
              <a:extLst>
                <a:ext uri="{FF2B5EF4-FFF2-40B4-BE49-F238E27FC236}">
                  <a16:creationId xmlns:a16="http://schemas.microsoft.com/office/drawing/2014/main" id="{198D319B-945E-61B1-43A0-088F760724A8}"/>
                </a:ext>
              </a:extLst>
            </p:cNvPr>
            <p:cNvSpPr/>
            <p:nvPr/>
          </p:nvSpPr>
          <p:spPr>
            <a:xfrm>
              <a:off x="7094793" y="3598198"/>
              <a:ext cx="191568" cy="49731"/>
            </a:xfrm>
            <a:custGeom>
              <a:avLst/>
              <a:gdLst/>
              <a:ahLst/>
              <a:cxnLst/>
              <a:rect l="l" t="t" r="r" b="b"/>
              <a:pathLst>
                <a:path w="1406" h="365" extrusionOk="0">
                  <a:moveTo>
                    <a:pt x="189" y="0"/>
                  </a:moveTo>
                  <a:cubicBezTo>
                    <a:pt x="89" y="0"/>
                    <a:pt x="1" y="77"/>
                    <a:pt x="1" y="177"/>
                  </a:cubicBezTo>
                  <a:cubicBezTo>
                    <a:pt x="1" y="276"/>
                    <a:pt x="89" y="365"/>
                    <a:pt x="189" y="365"/>
                  </a:cubicBezTo>
                  <a:lnTo>
                    <a:pt x="1217" y="365"/>
                  </a:lnTo>
                  <a:cubicBezTo>
                    <a:pt x="1317" y="365"/>
                    <a:pt x="1405" y="276"/>
                    <a:pt x="1405" y="177"/>
                  </a:cubicBezTo>
                  <a:cubicBezTo>
                    <a:pt x="1405" y="77"/>
                    <a:pt x="1317" y="0"/>
                    <a:pt x="12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2153;p43">
              <a:extLst>
                <a:ext uri="{FF2B5EF4-FFF2-40B4-BE49-F238E27FC236}">
                  <a16:creationId xmlns:a16="http://schemas.microsoft.com/office/drawing/2014/main" id="{FF80FB88-0A02-3682-E53E-6F80B2E00639}"/>
                </a:ext>
              </a:extLst>
            </p:cNvPr>
            <p:cNvSpPr/>
            <p:nvPr/>
          </p:nvSpPr>
          <p:spPr>
            <a:xfrm>
              <a:off x="6148669" y="4128485"/>
              <a:ext cx="1862265" cy="57361"/>
            </a:xfrm>
            <a:custGeom>
              <a:avLst/>
              <a:gdLst/>
              <a:ahLst/>
              <a:cxnLst/>
              <a:rect l="l" t="t" r="r" b="b"/>
              <a:pathLst>
                <a:path w="13668" h="421" extrusionOk="0">
                  <a:moveTo>
                    <a:pt x="1" y="0"/>
                  </a:moveTo>
                  <a:lnTo>
                    <a:pt x="1" y="420"/>
                  </a:lnTo>
                  <a:lnTo>
                    <a:pt x="13668" y="420"/>
                  </a:lnTo>
                  <a:lnTo>
                    <a:pt x="1366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2154;p43">
              <a:extLst>
                <a:ext uri="{FF2B5EF4-FFF2-40B4-BE49-F238E27FC236}">
                  <a16:creationId xmlns:a16="http://schemas.microsoft.com/office/drawing/2014/main" id="{54EB2EB7-3ABF-A698-2448-F656B183BC3F}"/>
                </a:ext>
              </a:extLst>
            </p:cNvPr>
            <p:cNvSpPr/>
            <p:nvPr/>
          </p:nvSpPr>
          <p:spPr>
            <a:xfrm>
              <a:off x="6148669" y="4206830"/>
              <a:ext cx="1789916" cy="55863"/>
            </a:xfrm>
            <a:custGeom>
              <a:avLst/>
              <a:gdLst/>
              <a:ahLst/>
              <a:cxnLst/>
              <a:rect l="l" t="t" r="r" b="b"/>
              <a:pathLst>
                <a:path w="13137" h="410" extrusionOk="0">
                  <a:moveTo>
                    <a:pt x="1" y="0"/>
                  </a:moveTo>
                  <a:lnTo>
                    <a:pt x="1" y="409"/>
                  </a:lnTo>
                  <a:lnTo>
                    <a:pt x="13137" y="409"/>
                  </a:lnTo>
                  <a:lnTo>
                    <a:pt x="13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2155;p43">
              <a:extLst>
                <a:ext uri="{FF2B5EF4-FFF2-40B4-BE49-F238E27FC236}">
                  <a16:creationId xmlns:a16="http://schemas.microsoft.com/office/drawing/2014/main" id="{B69182F0-0E73-9859-6B89-1A6D434B3AD8}"/>
                </a:ext>
              </a:extLst>
            </p:cNvPr>
            <p:cNvSpPr/>
            <p:nvPr/>
          </p:nvSpPr>
          <p:spPr>
            <a:xfrm>
              <a:off x="7534746" y="4307655"/>
              <a:ext cx="345121" cy="295526"/>
            </a:xfrm>
            <a:custGeom>
              <a:avLst/>
              <a:gdLst/>
              <a:ahLst/>
              <a:cxnLst/>
              <a:rect l="l" t="t" r="r" b="b"/>
              <a:pathLst>
                <a:path w="2533" h="2169" extrusionOk="0">
                  <a:moveTo>
                    <a:pt x="1064" y="1"/>
                  </a:moveTo>
                  <a:cubicBezTo>
                    <a:pt x="476" y="1"/>
                    <a:pt x="1" y="483"/>
                    <a:pt x="1" y="1074"/>
                  </a:cubicBezTo>
                  <a:cubicBezTo>
                    <a:pt x="1" y="1733"/>
                    <a:pt x="538" y="2168"/>
                    <a:pt x="1094" y="2168"/>
                  </a:cubicBezTo>
                  <a:cubicBezTo>
                    <a:pt x="1360" y="2168"/>
                    <a:pt x="1629" y="2069"/>
                    <a:pt x="1847" y="1848"/>
                  </a:cubicBezTo>
                  <a:cubicBezTo>
                    <a:pt x="2533" y="1162"/>
                    <a:pt x="2057" y="1"/>
                    <a:pt x="1084" y="1"/>
                  </a:cubicBezTo>
                  <a:cubicBezTo>
                    <a:pt x="1078" y="1"/>
                    <a:pt x="1071" y="1"/>
                    <a:pt x="10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2156;p43">
              <a:extLst>
                <a:ext uri="{FF2B5EF4-FFF2-40B4-BE49-F238E27FC236}">
                  <a16:creationId xmlns:a16="http://schemas.microsoft.com/office/drawing/2014/main" id="{0491A21F-0CE7-B3AA-CE70-BE6C516F2385}"/>
                </a:ext>
              </a:extLst>
            </p:cNvPr>
            <p:cNvSpPr/>
            <p:nvPr/>
          </p:nvSpPr>
          <p:spPr>
            <a:xfrm>
              <a:off x="7590473" y="4362291"/>
              <a:ext cx="214049" cy="183665"/>
            </a:xfrm>
            <a:custGeom>
              <a:avLst/>
              <a:gdLst/>
              <a:ahLst/>
              <a:cxnLst/>
              <a:rect l="l" t="t" r="r" b="b"/>
              <a:pathLst>
                <a:path w="1571" h="1348" extrusionOk="0">
                  <a:moveTo>
                    <a:pt x="685" y="1"/>
                  </a:moveTo>
                  <a:cubicBezTo>
                    <a:pt x="341" y="1"/>
                    <a:pt x="12" y="268"/>
                    <a:pt x="12" y="673"/>
                  </a:cubicBezTo>
                  <a:cubicBezTo>
                    <a:pt x="1" y="1049"/>
                    <a:pt x="310" y="1347"/>
                    <a:pt x="675" y="1347"/>
                  </a:cubicBezTo>
                  <a:cubicBezTo>
                    <a:pt x="1272" y="1347"/>
                    <a:pt x="1571" y="628"/>
                    <a:pt x="1151" y="197"/>
                  </a:cubicBezTo>
                  <a:cubicBezTo>
                    <a:pt x="1015" y="62"/>
                    <a:pt x="848" y="1"/>
                    <a:pt x="68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2157;p43">
              <a:extLst>
                <a:ext uri="{FF2B5EF4-FFF2-40B4-BE49-F238E27FC236}">
                  <a16:creationId xmlns:a16="http://schemas.microsoft.com/office/drawing/2014/main" id="{B0E96B8A-75D8-543E-032A-A9F1F4204446}"/>
                </a:ext>
              </a:extLst>
            </p:cNvPr>
            <p:cNvSpPr/>
            <p:nvPr/>
          </p:nvSpPr>
          <p:spPr>
            <a:xfrm>
              <a:off x="7629713" y="4401123"/>
              <a:ext cx="123579" cy="106275"/>
            </a:xfrm>
            <a:custGeom>
              <a:avLst/>
              <a:gdLst/>
              <a:ahLst/>
              <a:cxnLst/>
              <a:rect l="l" t="t" r="r" b="b"/>
              <a:pathLst>
                <a:path w="907" h="780" extrusionOk="0">
                  <a:moveTo>
                    <a:pt x="387" y="1"/>
                  </a:moveTo>
                  <a:cubicBezTo>
                    <a:pt x="177" y="1"/>
                    <a:pt x="0" y="178"/>
                    <a:pt x="0" y="388"/>
                  </a:cubicBezTo>
                  <a:cubicBezTo>
                    <a:pt x="0" y="626"/>
                    <a:pt x="191" y="779"/>
                    <a:pt x="390" y="779"/>
                  </a:cubicBezTo>
                  <a:cubicBezTo>
                    <a:pt x="486" y="779"/>
                    <a:pt x="584" y="743"/>
                    <a:pt x="664" y="664"/>
                  </a:cubicBezTo>
                  <a:cubicBezTo>
                    <a:pt x="907" y="421"/>
                    <a:pt x="741" y="1"/>
                    <a:pt x="3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2158;p43">
              <a:extLst>
                <a:ext uri="{FF2B5EF4-FFF2-40B4-BE49-F238E27FC236}">
                  <a16:creationId xmlns:a16="http://schemas.microsoft.com/office/drawing/2014/main" id="{3F560E80-889F-40BF-899A-80A922C0EE21}"/>
                </a:ext>
              </a:extLst>
            </p:cNvPr>
            <p:cNvSpPr/>
            <p:nvPr/>
          </p:nvSpPr>
          <p:spPr>
            <a:xfrm>
              <a:off x="7160057" y="4307655"/>
              <a:ext cx="346211" cy="295526"/>
            </a:xfrm>
            <a:custGeom>
              <a:avLst/>
              <a:gdLst/>
              <a:ahLst/>
              <a:cxnLst/>
              <a:rect l="l" t="t" r="r" b="b"/>
              <a:pathLst>
                <a:path w="2541" h="2169" extrusionOk="0">
                  <a:moveTo>
                    <a:pt x="1072" y="1"/>
                  </a:moveTo>
                  <a:cubicBezTo>
                    <a:pt x="473" y="1"/>
                    <a:pt x="8" y="483"/>
                    <a:pt x="8" y="1074"/>
                  </a:cubicBezTo>
                  <a:cubicBezTo>
                    <a:pt x="1" y="1733"/>
                    <a:pt x="536" y="2168"/>
                    <a:pt x="1095" y="2168"/>
                  </a:cubicBezTo>
                  <a:cubicBezTo>
                    <a:pt x="1361" y="2168"/>
                    <a:pt x="1633" y="2069"/>
                    <a:pt x="1855" y="1848"/>
                  </a:cubicBezTo>
                  <a:cubicBezTo>
                    <a:pt x="2540" y="1162"/>
                    <a:pt x="2054" y="1"/>
                    <a:pt x="1092" y="1"/>
                  </a:cubicBezTo>
                  <a:cubicBezTo>
                    <a:pt x="1085" y="1"/>
                    <a:pt x="1078" y="1"/>
                    <a:pt x="10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2159;p43">
              <a:extLst>
                <a:ext uri="{FF2B5EF4-FFF2-40B4-BE49-F238E27FC236}">
                  <a16:creationId xmlns:a16="http://schemas.microsoft.com/office/drawing/2014/main" id="{7980F506-0FD2-49B3-A067-E8ACB865ABB7}"/>
                </a:ext>
              </a:extLst>
            </p:cNvPr>
            <p:cNvSpPr/>
            <p:nvPr/>
          </p:nvSpPr>
          <p:spPr>
            <a:xfrm>
              <a:off x="7216874" y="4362291"/>
              <a:ext cx="214049" cy="183665"/>
            </a:xfrm>
            <a:custGeom>
              <a:avLst/>
              <a:gdLst/>
              <a:ahLst/>
              <a:cxnLst/>
              <a:rect l="l" t="t" r="r" b="b"/>
              <a:pathLst>
                <a:path w="1571" h="1348" extrusionOk="0">
                  <a:moveTo>
                    <a:pt x="673" y="1"/>
                  </a:moveTo>
                  <a:cubicBezTo>
                    <a:pt x="330" y="1"/>
                    <a:pt x="0" y="268"/>
                    <a:pt x="0" y="673"/>
                  </a:cubicBezTo>
                  <a:cubicBezTo>
                    <a:pt x="0" y="1049"/>
                    <a:pt x="299" y="1347"/>
                    <a:pt x="675" y="1347"/>
                  </a:cubicBezTo>
                  <a:cubicBezTo>
                    <a:pt x="1272" y="1347"/>
                    <a:pt x="1571" y="628"/>
                    <a:pt x="1139" y="197"/>
                  </a:cubicBezTo>
                  <a:cubicBezTo>
                    <a:pt x="1004" y="62"/>
                    <a:pt x="837" y="1"/>
                    <a:pt x="6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2160;p43">
              <a:extLst>
                <a:ext uri="{FF2B5EF4-FFF2-40B4-BE49-F238E27FC236}">
                  <a16:creationId xmlns:a16="http://schemas.microsoft.com/office/drawing/2014/main" id="{CCCBA3E1-0E2B-7C3C-8E92-810CA022DEBF}"/>
                </a:ext>
              </a:extLst>
            </p:cNvPr>
            <p:cNvSpPr/>
            <p:nvPr/>
          </p:nvSpPr>
          <p:spPr>
            <a:xfrm>
              <a:off x="7254479" y="4401123"/>
              <a:ext cx="123715" cy="106275"/>
            </a:xfrm>
            <a:custGeom>
              <a:avLst/>
              <a:gdLst/>
              <a:ahLst/>
              <a:cxnLst/>
              <a:rect l="l" t="t" r="r" b="b"/>
              <a:pathLst>
                <a:path w="908" h="780" extrusionOk="0">
                  <a:moveTo>
                    <a:pt x="399" y="1"/>
                  </a:moveTo>
                  <a:cubicBezTo>
                    <a:pt x="178" y="1"/>
                    <a:pt x="1" y="178"/>
                    <a:pt x="1" y="388"/>
                  </a:cubicBezTo>
                  <a:cubicBezTo>
                    <a:pt x="1" y="626"/>
                    <a:pt x="192" y="779"/>
                    <a:pt x="391" y="779"/>
                  </a:cubicBezTo>
                  <a:cubicBezTo>
                    <a:pt x="487" y="779"/>
                    <a:pt x="585" y="743"/>
                    <a:pt x="664" y="664"/>
                  </a:cubicBezTo>
                  <a:cubicBezTo>
                    <a:pt x="908" y="421"/>
                    <a:pt x="742" y="1"/>
                    <a:pt x="3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2161;p43">
              <a:extLst>
                <a:ext uri="{FF2B5EF4-FFF2-40B4-BE49-F238E27FC236}">
                  <a16:creationId xmlns:a16="http://schemas.microsoft.com/office/drawing/2014/main" id="{F11EC260-8FB4-6DD6-2D67-B9784AEC411E}"/>
                </a:ext>
              </a:extLst>
            </p:cNvPr>
            <p:cNvSpPr/>
            <p:nvPr/>
          </p:nvSpPr>
          <p:spPr>
            <a:xfrm>
              <a:off x="6785913" y="4307791"/>
              <a:ext cx="344713" cy="295390"/>
            </a:xfrm>
            <a:custGeom>
              <a:avLst/>
              <a:gdLst/>
              <a:ahLst/>
              <a:cxnLst/>
              <a:rect l="l" t="t" r="r" b="b"/>
              <a:pathLst>
                <a:path w="2530" h="2168" extrusionOk="0">
                  <a:moveTo>
                    <a:pt x="1098" y="0"/>
                  </a:moveTo>
                  <a:cubicBezTo>
                    <a:pt x="1094" y="0"/>
                    <a:pt x="1089" y="0"/>
                    <a:pt x="1085" y="0"/>
                  </a:cubicBezTo>
                  <a:cubicBezTo>
                    <a:pt x="487" y="0"/>
                    <a:pt x="1" y="476"/>
                    <a:pt x="1" y="1073"/>
                  </a:cubicBezTo>
                  <a:cubicBezTo>
                    <a:pt x="1" y="1732"/>
                    <a:pt x="533" y="2167"/>
                    <a:pt x="1090" y="2167"/>
                  </a:cubicBezTo>
                  <a:cubicBezTo>
                    <a:pt x="1355" y="2167"/>
                    <a:pt x="1626" y="2068"/>
                    <a:pt x="1848" y="1847"/>
                  </a:cubicBezTo>
                  <a:cubicBezTo>
                    <a:pt x="2530" y="1164"/>
                    <a:pt x="2051" y="0"/>
                    <a:pt x="1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2162;p43">
              <a:extLst>
                <a:ext uri="{FF2B5EF4-FFF2-40B4-BE49-F238E27FC236}">
                  <a16:creationId xmlns:a16="http://schemas.microsoft.com/office/drawing/2014/main" id="{80A86A8C-133F-AAC8-E0A6-DCA700F15AE8}"/>
                </a:ext>
              </a:extLst>
            </p:cNvPr>
            <p:cNvSpPr/>
            <p:nvPr/>
          </p:nvSpPr>
          <p:spPr>
            <a:xfrm>
              <a:off x="6841776" y="4362291"/>
              <a:ext cx="214049" cy="183665"/>
            </a:xfrm>
            <a:custGeom>
              <a:avLst/>
              <a:gdLst/>
              <a:ahLst/>
              <a:cxnLst/>
              <a:rect l="l" t="t" r="r" b="b"/>
              <a:pathLst>
                <a:path w="1571" h="1348" extrusionOk="0">
                  <a:moveTo>
                    <a:pt x="676" y="1"/>
                  </a:moveTo>
                  <a:cubicBezTo>
                    <a:pt x="330" y="1"/>
                    <a:pt x="0" y="268"/>
                    <a:pt x="0" y="673"/>
                  </a:cubicBezTo>
                  <a:cubicBezTo>
                    <a:pt x="0" y="1049"/>
                    <a:pt x="299" y="1347"/>
                    <a:pt x="675" y="1347"/>
                  </a:cubicBezTo>
                  <a:cubicBezTo>
                    <a:pt x="1272" y="1347"/>
                    <a:pt x="1570" y="628"/>
                    <a:pt x="1150" y="197"/>
                  </a:cubicBezTo>
                  <a:cubicBezTo>
                    <a:pt x="1011" y="62"/>
                    <a:pt x="842" y="1"/>
                    <a:pt x="6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2163;p43">
              <a:extLst>
                <a:ext uri="{FF2B5EF4-FFF2-40B4-BE49-F238E27FC236}">
                  <a16:creationId xmlns:a16="http://schemas.microsoft.com/office/drawing/2014/main" id="{DCF5ECC7-8F06-6F47-7268-AB46796F1F63}"/>
                </a:ext>
              </a:extLst>
            </p:cNvPr>
            <p:cNvSpPr/>
            <p:nvPr/>
          </p:nvSpPr>
          <p:spPr>
            <a:xfrm>
              <a:off x="6879926" y="4401123"/>
              <a:ext cx="124669" cy="106956"/>
            </a:xfrm>
            <a:custGeom>
              <a:avLst/>
              <a:gdLst/>
              <a:ahLst/>
              <a:cxnLst/>
              <a:rect l="l" t="t" r="r" b="b"/>
              <a:pathLst>
                <a:path w="915" h="785" extrusionOk="0">
                  <a:moveTo>
                    <a:pt x="395" y="1"/>
                  </a:moveTo>
                  <a:cubicBezTo>
                    <a:pt x="173" y="1"/>
                    <a:pt x="8" y="178"/>
                    <a:pt x="8" y="388"/>
                  </a:cubicBezTo>
                  <a:cubicBezTo>
                    <a:pt x="0" y="626"/>
                    <a:pt x="188" y="784"/>
                    <a:pt x="390" y="784"/>
                  </a:cubicBezTo>
                  <a:cubicBezTo>
                    <a:pt x="487" y="784"/>
                    <a:pt x="588" y="747"/>
                    <a:pt x="671" y="664"/>
                  </a:cubicBezTo>
                  <a:cubicBezTo>
                    <a:pt x="914" y="421"/>
                    <a:pt x="737" y="1"/>
                    <a:pt x="3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2164;p43">
              <a:extLst>
                <a:ext uri="{FF2B5EF4-FFF2-40B4-BE49-F238E27FC236}">
                  <a16:creationId xmlns:a16="http://schemas.microsoft.com/office/drawing/2014/main" id="{533C3833-6A91-CACB-CDE0-163760A2CE9E}"/>
                </a:ext>
              </a:extLst>
            </p:cNvPr>
            <p:cNvSpPr/>
            <p:nvPr/>
          </p:nvSpPr>
          <p:spPr>
            <a:xfrm>
              <a:off x="6410815" y="4307791"/>
              <a:ext cx="344713" cy="295390"/>
            </a:xfrm>
            <a:custGeom>
              <a:avLst/>
              <a:gdLst/>
              <a:ahLst/>
              <a:cxnLst/>
              <a:rect l="l" t="t" r="r" b="b"/>
              <a:pathLst>
                <a:path w="2530" h="2168" extrusionOk="0">
                  <a:moveTo>
                    <a:pt x="1098" y="0"/>
                  </a:moveTo>
                  <a:cubicBezTo>
                    <a:pt x="1093" y="0"/>
                    <a:pt x="1089" y="0"/>
                    <a:pt x="1084" y="0"/>
                  </a:cubicBezTo>
                  <a:cubicBezTo>
                    <a:pt x="487" y="0"/>
                    <a:pt x="1" y="476"/>
                    <a:pt x="1" y="1073"/>
                  </a:cubicBezTo>
                  <a:cubicBezTo>
                    <a:pt x="1" y="1732"/>
                    <a:pt x="538" y="2167"/>
                    <a:pt x="1094" y="2167"/>
                  </a:cubicBezTo>
                  <a:cubicBezTo>
                    <a:pt x="1360" y="2167"/>
                    <a:pt x="1629" y="2068"/>
                    <a:pt x="1847" y="1847"/>
                  </a:cubicBezTo>
                  <a:cubicBezTo>
                    <a:pt x="2530" y="1164"/>
                    <a:pt x="2051" y="0"/>
                    <a:pt x="1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2165;p43">
              <a:extLst>
                <a:ext uri="{FF2B5EF4-FFF2-40B4-BE49-F238E27FC236}">
                  <a16:creationId xmlns:a16="http://schemas.microsoft.com/office/drawing/2014/main" id="{E56039FA-7FDB-00E2-E22B-61A5B71627C4}"/>
                </a:ext>
              </a:extLst>
            </p:cNvPr>
            <p:cNvSpPr/>
            <p:nvPr/>
          </p:nvSpPr>
          <p:spPr>
            <a:xfrm>
              <a:off x="6466542" y="4362291"/>
              <a:ext cx="214049" cy="183665"/>
            </a:xfrm>
            <a:custGeom>
              <a:avLst/>
              <a:gdLst/>
              <a:ahLst/>
              <a:cxnLst/>
              <a:rect l="l" t="t" r="r" b="b"/>
              <a:pathLst>
                <a:path w="1571" h="1348" extrusionOk="0">
                  <a:moveTo>
                    <a:pt x="682" y="1"/>
                  </a:moveTo>
                  <a:cubicBezTo>
                    <a:pt x="335" y="1"/>
                    <a:pt x="1" y="268"/>
                    <a:pt x="1" y="673"/>
                  </a:cubicBezTo>
                  <a:cubicBezTo>
                    <a:pt x="1" y="1049"/>
                    <a:pt x="299" y="1347"/>
                    <a:pt x="675" y="1347"/>
                  </a:cubicBezTo>
                  <a:cubicBezTo>
                    <a:pt x="1272" y="1347"/>
                    <a:pt x="1571" y="628"/>
                    <a:pt x="1151" y="197"/>
                  </a:cubicBezTo>
                  <a:cubicBezTo>
                    <a:pt x="1015" y="62"/>
                    <a:pt x="847" y="1"/>
                    <a:pt x="68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2166;p43">
              <a:extLst>
                <a:ext uri="{FF2B5EF4-FFF2-40B4-BE49-F238E27FC236}">
                  <a16:creationId xmlns:a16="http://schemas.microsoft.com/office/drawing/2014/main" id="{F0685726-E123-8C80-14DA-5D8BE01BF0D4}"/>
                </a:ext>
              </a:extLst>
            </p:cNvPr>
            <p:cNvSpPr/>
            <p:nvPr/>
          </p:nvSpPr>
          <p:spPr>
            <a:xfrm>
              <a:off x="6505782" y="4401123"/>
              <a:ext cx="123579" cy="106275"/>
            </a:xfrm>
            <a:custGeom>
              <a:avLst/>
              <a:gdLst/>
              <a:ahLst/>
              <a:cxnLst/>
              <a:rect l="l" t="t" r="r" b="b"/>
              <a:pathLst>
                <a:path w="907" h="780" extrusionOk="0">
                  <a:moveTo>
                    <a:pt x="387" y="1"/>
                  </a:moveTo>
                  <a:cubicBezTo>
                    <a:pt x="166" y="1"/>
                    <a:pt x="0" y="178"/>
                    <a:pt x="0" y="388"/>
                  </a:cubicBezTo>
                  <a:cubicBezTo>
                    <a:pt x="0" y="626"/>
                    <a:pt x="191" y="779"/>
                    <a:pt x="390" y="779"/>
                  </a:cubicBezTo>
                  <a:cubicBezTo>
                    <a:pt x="486" y="779"/>
                    <a:pt x="584" y="743"/>
                    <a:pt x="664" y="664"/>
                  </a:cubicBezTo>
                  <a:cubicBezTo>
                    <a:pt x="907" y="421"/>
                    <a:pt x="730" y="1"/>
                    <a:pt x="3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2167;p43">
              <a:extLst>
                <a:ext uri="{FF2B5EF4-FFF2-40B4-BE49-F238E27FC236}">
                  <a16:creationId xmlns:a16="http://schemas.microsoft.com/office/drawing/2014/main" id="{48308105-7452-F75F-8CA2-1507104C3C87}"/>
                </a:ext>
              </a:extLst>
            </p:cNvPr>
            <p:cNvSpPr/>
            <p:nvPr/>
          </p:nvSpPr>
          <p:spPr>
            <a:xfrm>
              <a:off x="5561503" y="4251918"/>
              <a:ext cx="513441" cy="351247"/>
            </a:xfrm>
            <a:custGeom>
              <a:avLst/>
              <a:gdLst/>
              <a:ahLst/>
              <a:cxnLst/>
              <a:rect l="l" t="t" r="r" b="b"/>
              <a:pathLst>
                <a:path w="1925" h="1317" extrusionOk="0">
                  <a:moveTo>
                    <a:pt x="1637" y="1"/>
                  </a:moveTo>
                  <a:lnTo>
                    <a:pt x="1" y="1316"/>
                  </a:lnTo>
                  <a:lnTo>
                    <a:pt x="1925" y="1316"/>
                  </a:lnTo>
                  <a:lnTo>
                    <a:pt x="19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2168;p43">
              <a:extLst>
                <a:ext uri="{FF2B5EF4-FFF2-40B4-BE49-F238E27FC236}">
                  <a16:creationId xmlns:a16="http://schemas.microsoft.com/office/drawing/2014/main" id="{48A0F674-E1B8-9919-CF25-89B6ED063585}"/>
                </a:ext>
              </a:extLst>
            </p:cNvPr>
            <p:cNvSpPr/>
            <p:nvPr/>
          </p:nvSpPr>
          <p:spPr>
            <a:xfrm>
              <a:off x="5794620" y="4293257"/>
              <a:ext cx="236049" cy="206694"/>
            </a:xfrm>
            <a:custGeom>
              <a:avLst/>
              <a:gdLst/>
              <a:ahLst/>
              <a:cxnLst/>
              <a:rect l="l" t="t" r="r" b="b"/>
              <a:pathLst>
                <a:path w="885" h="775" extrusionOk="0">
                  <a:moveTo>
                    <a:pt x="819" y="0"/>
                  </a:moveTo>
                  <a:lnTo>
                    <a:pt x="0" y="774"/>
                  </a:lnTo>
                  <a:lnTo>
                    <a:pt x="465" y="774"/>
                  </a:lnTo>
                  <a:lnTo>
                    <a:pt x="88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2169;p43">
              <a:extLst>
                <a:ext uri="{FF2B5EF4-FFF2-40B4-BE49-F238E27FC236}">
                  <a16:creationId xmlns:a16="http://schemas.microsoft.com/office/drawing/2014/main" id="{C678FC2D-27A7-7279-B185-4FF316C7A4BE}"/>
                </a:ext>
              </a:extLst>
            </p:cNvPr>
            <p:cNvSpPr/>
            <p:nvPr/>
          </p:nvSpPr>
          <p:spPr>
            <a:xfrm>
              <a:off x="5561503" y="4529024"/>
              <a:ext cx="513441" cy="74143"/>
            </a:xfrm>
            <a:custGeom>
              <a:avLst/>
              <a:gdLst/>
              <a:ahLst/>
              <a:cxnLst/>
              <a:rect l="l" t="t" r="r" b="b"/>
              <a:pathLst>
                <a:path w="1925" h="278" extrusionOk="0">
                  <a:moveTo>
                    <a:pt x="1" y="1"/>
                  </a:moveTo>
                  <a:lnTo>
                    <a:pt x="1" y="277"/>
                  </a:lnTo>
                  <a:lnTo>
                    <a:pt x="1925" y="277"/>
                  </a:lnTo>
                  <a:lnTo>
                    <a:pt x="192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2170;p43">
              <a:extLst>
                <a:ext uri="{FF2B5EF4-FFF2-40B4-BE49-F238E27FC236}">
                  <a16:creationId xmlns:a16="http://schemas.microsoft.com/office/drawing/2014/main" id="{2C661B37-B0CA-3121-62E1-D0237CBC8D35}"/>
                </a:ext>
              </a:extLst>
            </p:cNvPr>
            <p:cNvSpPr/>
            <p:nvPr/>
          </p:nvSpPr>
          <p:spPr>
            <a:xfrm>
              <a:off x="6916986" y="4312287"/>
              <a:ext cx="61994" cy="53001"/>
            </a:xfrm>
            <a:custGeom>
              <a:avLst/>
              <a:gdLst/>
              <a:ahLst/>
              <a:cxnLst/>
              <a:rect l="l" t="t" r="r" b="b"/>
              <a:pathLst>
                <a:path w="455" h="389" extrusionOk="0">
                  <a:moveTo>
                    <a:pt x="189" y="0"/>
                  </a:moveTo>
                  <a:cubicBezTo>
                    <a:pt x="89" y="0"/>
                    <a:pt x="1" y="89"/>
                    <a:pt x="1" y="199"/>
                  </a:cubicBezTo>
                  <a:cubicBezTo>
                    <a:pt x="1" y="312"/>
                    <a:pt x="97" y="389"/>
                    <a:pt x="198" y="389"/>
                  </a:cubicBezTo>
                  <a:cubicBezTo>
                    <a:pt x="245" y="389"/>
                    <a:pt x="293" y="371"/>
                    <a:pt x="333" y="332"/>
                  </a:cubicBezTo>
                  <a:cubicBezTo>
                    <a:pt x="454" y="210"/>
                    <a:pt x="366" y="0"/>
                    <a:pt x="1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2171;p43">
              <a:extLst>
                <a:ext uri="{FF2B5EF4-FFF2-40B4-BE49-F238E27FC236}">
                  <a16:creationId xmlns:a16="http://schemas.microsoft.com/office/drawing/2014/main" id="{379DA603-21D8-19D6-313D-3C79384C3FA9}"/>
                </a:ext>
              </a:extLst>
            </p:cNvPr>
            <p:cNvSpPr/>
            <p:nvPr/>
          </p:nvSpPr>
          <p:spPr>
            <a:xfrm>
              <a:off x="6466542" y="4422242"/>
              <a:ext cx="183938" cy="88971"/>
            </a:xfrm>
            <a:custGeom>
              <a:avLst/>
              <a:gdLst/>
              <a:ahLst/>
              <a:cxnLst/>
              <a:rect l="l" t="t" r="r" b="b"/>
              <a:pathLst>
                <a:path w="1350" h="653" extrusionOk="0">
                  <a:moveTo>
                    <a:pt x="1306" y="1"/>
                  </a:moveTo>
                  <a:lnTo>
                    <a:pt x="1" y="288"/>
                  </a:lnTo>
                  <a:cubicBezTo>
                    <a:pt x="12" y="421"/>
                    <a:pt x="67" y="542"/>
                    <a:pt x="144" y="653"/>
                  </a:cubicBezTo>
                  <a:lnTo>
                    <a:pt x="1328" y="388"/>
                  </a:lnTo>
                  <a:cubicBezTo>
                    <a:pt x="1339" y="343"/>
                    <a:pt x="1350" y="288"/>
                    <a:pt x="1350" y="233"/>
                  </a:cubicBezTo>
                  <a:cubicBezTo>
                    <a:pt x="1350" y="155"/>
                    <a:pt x="1328" y="78"/>
                    <a:pt x="13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2172;p43">
              <a:extLst>
                <a:ext uri="{FF2B5EF4-FFF2-40B4-BE49-F238E27FC236}">
                  <a16:creationId xmlns:a16="http://schemas.microsoft.com/office/drawing/2014/main" id="{71841F23-F2F3-2156-F3BF-2710019BF711}"/>
                </a:ext>
              </a:extLst>
            </p:cNvPr>
            <p:cNvSpPr/>
            <p:nvPr/>
          </p:nvSpPr>
          <p:spPr>
            <a:xfrm>
              <a:off x="6259168" y="4312969"/>
              <a:ext cx="721989" cy="196881"/>
            </a:xfrm>
            <a:custGeom>
              <a:avLst/>
              <a:gdLst/>
              <a:ahLst/>
              <a:cxnLst/>
              <a:rect l="l" t="t" r="r" b="b"/>
              <a:pathLst>
                <a:path w="5299" h="1445" extrusionOk="0">
                  <a:moveTo>
                    <a:pt x="5031" y="1"/>
                  </a:moveTo>
                  <a:cubicBezTo>
                    <a:pt x="5016" y="1"/>
                    <a:pt x="5000" y="3"/>
                    <a:pt x="4984" y="6"/>
                  </a:cubicBezTo>
                  <a:lnTo>
                    <a:pt x="218" y="1068"/>
                  </a:lnTo>
                  <a:cubicBezTo>
                    <a:pt x="0" y="1111"/>
                    <a:pt x="29" y="1444"/>
                    <a:pt x="251" y="1444"/>
                  </a:cubicBezTo>
                  <a:cubicBezTo>
                    <a:pt x="255" y="1444"/>
                    <a:pt x="259" y="1444"/>
                    <a:pt x="262" y="1444"/>
                  </a:cubicBezTo>
                  <a:lnTo>
                    <a:pt x="306" y="1444"/>
                  </a:lnTo>
                  <a:lnTo>
                    <a:pt x="5061" y="382"/>
                  </a:lnTo>
                  <a:cubicBezTo>
                    <a:pt x="5298" y="331"/>
                    <a:pt x="5238" y="1"/>
                    <a:pt x="50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2173;p43">
              <a:extLst>
                <a:ext uri="{FF2B5EF4-FFF2-40B4-BE49-F238E27FC236}">
                  <a16:creationId xmlns:a16="http://schemas.microsoft.com/office/drawing/2014/main" id="{A8FF8961-E360-CD98-F60E-AC37AACA1CAB}"/>
                </a:ext>
              </a:extLst>
            </p:cNvPr>
            <p:cNvSpPr/>
            <p:nvPr/>
          </p:nvSpPr>
          <p:spPr>
            <a:xfrm>
              <a:off x="6073322" y="4252065"/>
              <a:ext cx="271410" cy="263780"/>
            </a:xfrm>
            <a:custGeom>
              <a:avLst/>
              <a:gdLst/>
              <a:ahLst/>
              <a:cxnLst/>
              <a:rect l="l" t="t" r="r" b="b"/>
              <a:pathLst>
                <a:path w="1992" h="1936" extrusionOk="0">
                  <a:moveTo>
                    <a:pt x="399" y="0"/>
                  </a:moveTo>
                  <a:cubicBezTo>
                    <a:pt x="178" y="0"/>
                    <a:pt x="1" y="177"/>
                    <a:pt x="12" y="398"/>
                  </a:cubicBezTo>
                  <a:lnTo>
                    <a:pt x="12" y="1548"/>
                  </a:lnTo>
                  <a:cubicBezTo>
                    <a:pt x="12" y="1758"/>
                    <a:pt x="178" y="1935"/>
                    <a:pt x="399" y="1935"/>
                  </a:cubicBezTo>
                  <a:lnTo>
                    <a:pt x="1991" y="1935"/>
                  </a:lnTo>
                  <a:lnTo>
                    <a:pt x="199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2174;p43">
              <a:extLst>
                <a:ext uri="{FF2B5EF4-FFF2-40B4-BE49-F238E27FC236}">
                  <a16:creationId xmlns:a16="http://schemas.microsoft.com/office/drawing/2014/main" id="{54A02950-F929-07CC-4F93-597178D54F22}"/>
                </a:ext>
              </a:extLst>
            </p:cNvPr>
            <p:cNvSpPr/>
            <p:nvPr/>
          </p:nvSpPr>
          <p:spPr>
            <a:xfrm>
              <a:off x="6900500" y="4496090"/>
              <a:ext cx="816682" cy="49868"/>
            </a:xfrm>
            <a:custGeom>
              <a:avLst/>
              <a:gdLst/>
              <a:ahLst/>
              <a:cxnLst/>
              <a:rect l="l" t="t" r="r" b="b"/>
              <a:pathLst>
                <a:path w="5994" h="366" extrusionOk="0">
                  <a:moveTo>
                    <a:pt x="244" y="0"/>
                  </a:moveTo>
                  <a:cubicBezTo>
                    <a:pt x="0" y="0"/>
                    <a:pt x="0" y="365"/>
                    <a:pt x="244" y="365"/>
                  </a:cubicBezTo>
                  <a:lnTo>
                    <a:pt x="5750" y="365"/>
                  </a:lnTo>
                  <a:cubicBezTo>
                    <a:pt x="5994" y="365"/>
                    <a:pt x="5994" y="0"/>
                    <a:pt x="575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2175;p43">
              <a:extLst>
                <a:ext uri="{FF2B5EF4-FFF2-40B4-BE49-F238E27FC236}">
                  <a16:creationId xmlns:a16="http://schemas.microsoft.com/office/drawing/2014/main" id="{43A821E5-E124-D024-5ACD-A1C65AD80ED8}"/>
                </a:ext>
              </a:extLst>
            </p:cNvPr>
            <p:cNvSpPr/>
            <p:nvPr/>
          </p:nvSpPr>
          <p:spPr>
            <a:xfrm>
              <a:off x="6285737" y="3509226"/>
              <a:ext cx="131209" cy="21255"/>
            </a:xfrm>
            <a:custGeom>
              <a:avLst/>
              <a:gdLst/>
              <a:ahLst/>
              <a:cxnLst/>
              <a:rect l="l" t="t" r="r" b="b"/>
              <a:pathLst>
                <a:path w="963" h="156" extrusionOk="0">
                  <a:moveTo>
                    <a:pt x="1" y="1"/>
                  </a:moveTo>
                  <a:lnTo>
                    <a:pt x="1" y="155"/>
                  </a:lnTo>
                  <a:lnTo>
                    <a:pt x="963" y="155"/>
                  </a:lnTo>
                  <a:lnTo>
                    <a:pt x="9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2176;p43">
              <a:extLst>
                <a:ext uri="{FF2B5EF4-FFF2-40B4-BE49-F238E27FC236}">
                  <a16:creationId xmlns:a16="http://schemas.microsoft.com/office/drawing/2014/main" id="{06E35E78-F730-AD46-1FA0-39D074A66BE0}"/>
                </a:ext>
              </a:extLst>
            </p:cNvPr>
            <p:cNvSpPr/>
            <p:nvPr/>
          </p:nvSpPr>
          <p:spPr>
            <a:xfrm>
              <a:off x="6716698" y="3599697"/>
              <a:ext cx="66354" cy="15124"/>
            </a:xfrm>
            <a:custGeom>
              <a:avLst/>
              <a:gdLst/>
              <a:ahLst/>
              <a:cxnLst/>
              <a:rect l="l" t="t" r="r" b="b"/>
              <a:pathLst>
                <a:path w="487" h="111" extrusionOk="0">
                  <a:moveTo>
                    <a:pt x="0" y="0"/>
                  </a:moveTo>
                  <a:lnTo>
                    <a:pt x="0" y="111"/>
                  </a:lnTo>
                  <a:lnTo>
                    <a:pt x="487" y="111"/>
                  </a:lnTo>
                  <a:lnTo>
                    <a:pt x="48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2177;p43">
              <a:extLst>
                <a:ext uri="{FF2B5EF4-FFF2-40B4-BE49-F238E27FC236}">
                  <a16:creationId xmlns:a16="http://schemas.microsoft.com/office/drawing/2014/main" id="{8747B25B-DF8D-6498-08B1-A64958C70F4C}"/>
                </a:ext>
              </a:extLst>
            </p:cNvPr>
            <p:cNvSpPr/>
            <p:nvPr/>
          </p:nvSpPr>
          <p:spPr>
            <a:xfrm>
              <a:off x="7447410" y="3671910"/>
              <a:ext cx="185436" cy="173446"/>
            </a:xfrm>
            <a:custGeom>
              <a:avLst/>
              <a:gdLst/>
              <a:ahLst/>
              <a:cxnLst/>
              <a:rect l="l" t="t" r="r" b="b"/>
              <a:pathLst>
                <a:path w="1361" h="1273" extrusionOk="0">
                  <a:moveTo>
                    <a:pt x="0" y="1"/>
                  </a:moveTo>
                  <a:lnTo>
                    <a:pt x="0" y="1272"/>
                  </a:lnTo>
                  <a:lnTo>
                    <a:pt x="1360" y="1272"/>
                  </a:lnTo>
                  <a:lnTo>
                    <a:pt x="136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2178;p43">
              <a:extLst>
                <a:ext uri="{FF2B5EF4-FFF2-40B4-BE49-F238E27FC236}">
                  <a16:creationId xmlns:a16="http://schemas.microsoft.com/office/drawing/2014/main" id="{3AA21602-08EA-E107-94A0-06CD3ECBCD3F}"/>
                </a:ext>
              </a:extLst>
            </p:cNvPr>
            <p:cNvSpPr/>
            <p:nvPr/>
          </p:nvSpPr>
          <p:spPr>
            <a:xfrm>
              <a:off x="7439780" y="3664416"/>
              <a:ext cx="200560" cy="188434"/>
            </a:xfrm>
            <a:custGeom>
              <a:avLst/>
              <a:gdLst/>
              <a:ahLst/>
              <a:cxnLst/>
              <a:rect l="l" t="t" r="r" b="b"/>
              <a:pathLst>
                <a:path w="1472" h="1383" extrusionOk="0">
                  <a:moveTo>
                    <a:pt x="1361" y="111"/>
                  </a:moveTo>
                  <a:lnTo>
                    <a:pt x="1361" y="1272"/>
                  </a:lnTo>
                  <a:lnTo>
                    <a:pt x="112" y="1272"/>
                  </a:lnTo>
                  <a:lnTo>
                    <a:pt x="112" y="111"/>
                  </a:lnTo>
                  <a:close/>
                  <a:moveTo>
                    <a:pt x="1" y="1"/>
                  </a:moveTo>
                  <a:lnTo>
                    <a:pt x="1" y="1383"/>
                  </a:lnTo>
                  <a:lnTo>
                    <a:pt x="1472" y="1383"/>
                  </a:lnTo>
                  <a:lnTo>
                    <a:pt x="14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2179;p43">
              <a:extLst>
                <a:ext uri="{FF2B5EF4-FFF2-40B4-BE49-F238E27FC236}">
                  <a16:creationId xmlns:a16="http://schemas.microsoft.com/office/drawing/2014/main" id="{46D48F38-9CC2-8681-5214-4922E7763001}"/>
                </a:ext>
              </a:extLst>
            </p:cNvPr>
            <p:cNvSpPr/>
            <p:nvPr/>
          </p:nvSpPr>
          <p:spPr>
            <a:xfrm>
              <a:off x="8113266" y="4206830"/>
              <a:ext cx="2110921" cy="55863"/>
            </a:xfrm>
            <a:custGeom>
              <a:avLst/>
              <a:gdLst/>
              <a:ahLst/>
              <a:cxnLst/>
              <a:rect l="l" t="t" r="r" b="b"/>
              <a:pathLst>
                <a:path w="15493" h="410" extrusionOk="0">
                  <a:moveTo>
                    <a:pt x="1" y="0"/>
                  </a:moveTo>
                  <a:lnTo>
                    <a:pt x="1" y="409"/>
                  </a:lnTo>
                  <a:lnTo>
                    <a:pt x="15492" y="409"/>
                  </a:lnTo>
                  <a:lnTo>
                    <a:pt x="1549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2180;p43">
              <a:extLst>
                <a:ext uri="{FF2B5EF4-FFF2-40B4-BE49-F238E27FC236}">
                  <a16:creationId xmlns:a16="http://schemas.microsoft.com/office/drawing/2014/main" id="{D86C7D2B-65EC-8EB1-F319-B9A2ADF572AD}"/>
                </a:ext>
              </a:extLst>
            </p:cNvPr>
            <p:cNvSpPr/>
            <p:nvPr/>
          </p:nvSpPr>
          <p:spPr>
            <a:xfrm>
              <a:off x="8260962" y="4223316"/>
              <a:ext cx="1832154" cy="232170"/>
            </a:xfrm>
            <a:custGeom>
              <a:avLst/>
              <a:gdLst/>
              <a:ahLst/>
              <a:cxnLst/>
              <a:rect l="l" t="t" r="r" b="b"/>
              <a:pathLst>
                <a:path w="13447" h="1704" extrusionOk="0">
                  <a:moveTo>
                    <a:pt x="0" y="1"/>
                  </a:moveTo>
                  <a:lnTo>
                    <a:pt x="0" y="1704"/>
                  </a:lnTo>
                  <a:lnTo>
                    <a:pt x="13446" y="1704"/>
                  </a:lnTo>
                  <a:lnTo>
                    <a:pt x="1344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2181;p43">
              <a:extLst>
                <a:ext uri="{FF2B5EF4-FFF2-40B4-BE49-F238E27FC236}">
                  <a16:creationId xmlns:a16="http://schemas.microsoft.com/office/drawing/2014/main" id="{3FA278AD-5172-DC9B-DF31-3C31FD823663}"/>
                </a:ext>
              </a:extLst>
            </p:cNvPr>
            <p:cNvSpPr/>
            <p:nvPr/>
          </p:nvSpPr>
          <p:spPr>
            <a:xfrm>
              <a:off x="9026281" y="3533343"/>
              <a:ext cx="274407" cy="60359"/>
            </a:xfrm>
            <a:custGeom>
              <a:avLst/>
              <a:gdLst/>
              <a:ahLst/>
              <a:cxnLst/>
              <a:rect l="l" t="t" r="r" b="b"/>
              <a:pathLst>
                <a:path w="2014" h="443" extrusionOk="0">
                  <a:moveTo>
                    <a:pt x="1" y="1"/>
                  </a:moveTo>
                  <a:lnTo>
                    <a:pt x="1" y="443"/>
                  </a:lnTo>
                  <a:lnTo>
                    <a:pt x="2013" y="443"/>
                  </a:lnTo>
                  <a:lnTo>
                    <a:pt x="20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2182;p43">
              <a:extLst>
                <a:ext uri="{FF2B5EF4-FFF2-40B4-BE49-F238E27FC236}">
                  <a16:creationId xmlns:a16="http://schemas.microsoft.com/office/drawing/2014/main" id="{3CFC4632-D4E5-8F1D-50E3-A7CB54516EC1}"/>
                </a:ext>
              </a:extLst>
            </p:cNvPr>
            <p:cNvSpPr/>
            <p:nvPr/>
          </p:nvSpPr>
          <p:spPr>
            <a:xfrm>
              <a:off x="9921175" y="3533343"/>
              <a:ext cx="274407" cy="60359"/>
            </a:xfrm>
            <a:custGeom>
              <a:avLst/>
              <a:gdLst/>
              <a:ahLst/>
              <a:cxnLst/>
              <a:rect l="l" t="t" r="r" b="b"/>
              <a:pathLst>
                <a:path w="2014" h="443" extrusionOk="0">
                  <a:moveTo>
                    <a:pt x="1" y="1"/>
                  </a:moveTo>
                  <a:lnTo>
                    <a:pt x="1" y="443"/>
                  </a:lnTo>
                  <a:lnTo>
                    <a:pt x="2013" y="443"/>
                  </a:lnTo>
                  <a:lnTo>
                    <a:pt x="20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2183;p43">
              <a:extLst>
                <a:ext uri="{FF2B5EF4-FFF2-40B4-BE49-F238E27FC236}">
                  <a16:creationId xmlns:a16="http://schemas.microsoft.com/office/drawing/2014/main" id="{82481AC2-E7AA-5336-B7FA-F26B6AB1812C}"/>
                </a:ext>
              </a:extLst>
            </p:cNvPr>
            <p:cNvSpPr/>
            <p:nvPr/>
          </p:nvSpPr>
          <p:spPr>
            <a:xfrm>
              <a:off x="8160000" y="3533343"/>
              <a:ext cx="274271" cy="60359"/>
            </a:xfrm>
            <a:custGeom>
              <a:avLst/>
              <a:gdLst/>
              <a:ahLst/>
              <a:cxnLst/>
              <a:rect l="l" t="t" r="r" b="b"/>
              <a:pathLst>
                <a:path w="2013" h="443" extrusionOk="0">
                  <a:moveTo>
                    <a:pt x="0" y="1"/>
                  </a:moveTo>
                  <a:lnTo>
                    <a:pt x="0" y="443"/>
                  </a:lnTo>
                  <a:lnTo>
                    <a:pt x="2013" y="443"/>
                  </a:lnTo>
                  <a:lnTo>
                    <a:pt x="20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2184;p43">
              <a:extLst>
                <a:ext uri="{FF2B5EF4-FFF2-40B4-BE49-F238E27FC236}">
                  <a16:creationId xmlns:a16="http://schemas.microsoft.com/office/drawing/2014/main" id="{72E1E6E2-D49F-42D4-6FBA-43475D76B530}"/>
                </a:ext>
              </a:extLst>
            </p:cNvPr>
            <p:cNvSpPr/>
            <p:nvPr/>
          </p:nvSpPr>
          <p:spPr>
            <a:xfrm>
              <a:off x="8068031" y="3563454"/>
              <a:ext cx="2219376" cy="659995"/>
            </a:xfrm>
            <a:custGeom>
              <a:avLst/>
              <a:gdLst/>
              <a:ahLst/>
              <a:cxnLst/>
              <a:rect l="l" t="t" r="r" b="b"/>
              <a:pathLst>
                <a:path w="16289" h="4844" extrusionOk="0">
                  <a:moveTo>
                    <a:pt x="1" y="1"/>
                  </a:moveTo>
                  <a:lnTo>
                    <a:pt x="1" y="4844"/>
                  </a:lnTo>
                  <a:lnTo>
                    <a:pt x="16289" y="4844"/>
                  </a:lnTo>
                  <a:lnTo>
                    <a:pt x="162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2185;p43">
              <a:extLst>
                <a:ext uri="{FF2B5EF4-FFF2-40B4-BE49-F238E27FC236}">
                  <a16:creationId xmlns:a16="http://schemas.microsoft.com/office/drawing/2014/main" id="{3A7396E2-E6F4-4CC7-10ED-214C1BDF3FEC}"/>
                </a:ext>
              </a:extLst>
            </p:cNvPr>
            <p:cNvSpPr/>
            <p:nvPr/>
          </p:nvSpPr>
          <p:spPr>
            <a:xfrm>
              <a:off x="8068031" y="3619181"/>
              <a:ext cx="2219376" cy="13761"/>
            </a:xfrm>
            <a:custGeom>
              <a:avLst/>
              <a:gdLst/>
              <a:ahLst/>
              <a:cxnLst/>
              <a:rect l="l" t="t" r="r" b="b"/>
              <a:pathLst>
                <a:path w="16289" h="101" extrusionOk="0">
                  <a:moveTo>
                    <a:pt x="1" y="1"/>
                  </a:moveTo>
                  <a:lnTo>
                    <a:pt x="1" y="100"/>
                  </a:lnTo>
                  <a:lnTo>
                    <a:pt x="16289" y="100"/>
                  </a:lnTo>
                  <a:lnTo>
                    <a:pt x="162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2186;p43">
              <a:extLst>
                <a:ext uri="{FF2B5EF4-FFF2-40B4-BE49-F238E27FC236}">
                  <a16:creationId xmlns:a16="http://schemas.microsoft.com/office/drawing/2014/main" id="{E2BFFCEA-F60B-31E7-55AA-727CEF8846FD}"/>
                </a:ext>
              </a:extLst>
            </p:cNvPr>
            <p:cNvSpPr/>
            <p:nvPr/>
          </p:nvSpPr>
          <p:spPr>
            <a:xfrm>
              <a:off x="8068031" y="3708152"/>
              <a:ext cx="2219376" cy="13625"/>
            </a:xfrm>
            <a:custGeom>
              <a:avLst/>
              <a:gdLst/>
              <a:ahLst/>
              <a:cxnLst/>
              <a:rect l="l" t="t" r="r" b="b"/>
              <a:pathLst>
                <a:path w="16289" h="100"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2187;p43">
              <a:extLst>
                <a:ext uri="{FF2B5EF4-FFF2-40B4-BE49-F238E27FC236}">
                  <a16:creationId xmlns:a16="http://schemas.microsoft.com/office/drawing/2014/main" id="{ED3A35DC-A385-62DD-EBB9-69A8C32D89BE}"/>
                </a:ext>
              </a:extLst>
            </p:cNvPr>
            <p:cNvSpPr/>
            <p:nvPr/>
          </p:nvSpPr>
          <p:spPr>
            <a:xfrm>
              <a:off x="8068031" y="3796988"/>
              <a:ext cx="2219376" cy="13761"/>
            </a:xfrm>
            <a:custGeom>
              <a:avLst/>
              <a:gdLst/>
              <a:ahLst/>
              <a:cxnLst/>
              <a:rect l="l" t="t" r="r" b="b"/>
              <a:pathLst>
                <a:path w="16289" h="101" extrusionOk="0">
                  <a:moveTo>
                    <a:pt x="1" y="1"/>
                  </a:moveTo>
                  <a:lnTo>
                    <a:pt x="1" y="100"/>
                  </a:lnTo>
                  <a:lnTo>
                    <a:pt x="16289" y="100"/>
                  </a:lnTo>
                  <a:lnTo>
                    <a:pt x="162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2188;p43">
              <a:extLst>
                <a:ext uri="{FF2B5EF4-FFF2-40B4-BE49-F238E27FC236}">
                  <a16:creationId xmlns:a16="http://schemas.microsoft.com/office/drawing/2014/main" id="{793B26CA-C22A-802F-8416-001409C6EEB5}"/>
                </a:ext>
              </a:extLst>
            </p:cNvPr>
            <p:cNvSpPr/>
            <p:nvPr/>
          </p:nvSpPr>
          <p:spPr>
            <a:xfrm>
              <a:off x="8068031" y="3976294"/>
              <a:ext cx="2219376" cy="13761"/>
            </a:xfrm>
            <a:custGeom>
              <a:avLst/>
              <a:gdLst/>
              <a:ahLst/>
              <a:cxnLst/>
              <a:rect l="l" t="t" r="r" b="b"/>
              <a:pathLst>
                <a:path w="16289" h="101"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2189;p43">
              <a:extLst>
                <a:ext uri="{FF2B5EF4-FFF2-40B4-BE49-F238E27FC236}">
                  <a16:creationId xmlns:a16="http://schemas.microsoft.com/office/drawing/2014/main" id="{5AC316E3-E482-E0F8-E37A-FBA947F81D5B}"/>
                </a:ext>
              </a:extLst>
            </p:cNvPr>
            <p:cNvSpPr/>
            <p:nvPr/>
          </p:nvSpPr>
          <p:spPr>
            <a:xfrm>
              <a:off x="8068031" y="3887458"/>
              <a:ext cx="2219376" cy="13625"/>
            </a:xfrm>
            <a:custGeom>
              <a:avLst/>
              <a:gdLst/>
              <a:ahLst/>
              <a:cxnLst/>
              <a:rect l="l" t="t" r="r" b="b"/>
              <a:pathLst>
                <a:path w="16289" h="100"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2190;p43">
              <a:extLst>
                <a:ext uri="{FF2B5EF4-FFF2-40B4-BE49-F238E27FC236}">
                  <a16:creationId xmlns:a16="http://schemas.microsoft.com/office/drawing/2014/main" id="{22DE263D-5112-862B-619A-928254D57CD2}"/>
                </a:ext>
              </a:extLst>
            </p:cNvPr>
            <p:cNvSpPr/>
            <p:nvPr/>
          </p:nvSpPr>
          <p:spPr>
            <a:xfrm>
              <a:off x="8068031" y="4065129"/>
              <a:ext cx="2219376" cy="13761"/>
            </a:xfrm>
            <a:custGeom>
              <a:avLst/>
              <a:gdLst/>
              <a:ahLst/>
              <a:cxnLst/>
              <a:rect l="l" t="t" r="r" b="b"/>
              <a:pathLst>
                <a:path w="16289" h="101" extrusionOk="0">
                  <a:moveTo>
                    <a:pt x="1" y="1"/>
                  </a:moveTo>
                  <a:lnTo>
                    <a:pt x="1" y="100"/>
                  </a:lnTo>
                  <a:lnTo>
                    <a:pt x="16289" y="100"/>
                  </a:lnTo>
                  <a:lnTo>
                    <a:pt x="162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2191;p43">
              <a:extLst>
                <a:ext uri="{FF2B5EF4-FFF2-40B4-BE49-F238E27FC236}">
                  <a16:creationId xmlns:a16="http://schemas.microsoft.com/office/drawing/2014/main" id="{C87E6EA0-C0C5-2048-D8F8-2053F319D3FE}"/>
                </a:ext>
              </a:extLst>
            </p:cNvPr>
            <p:cNvSpPr/>
            <p:nvPr/>
          </p:nvSpPr>
          <p:spPr>
            <a:xfrm>
              <a:off x="8068031" y="4154101"/>
              <a:ext cx="2219376" cy="13625"/>
            </a:xfrm>
            <a:custGeom>
              <a:avLst/>
              <a:gdLst/>
              <a:ahLst/>
              <a:cxnLst/>
              <a:rect l="l" t="t" r="r" b="b"/>
              <a:pathLst>
                <a:path w="16289" h="100"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2192;p43">
              <a:extLst>
                <a:ext uri="{FF2B5EF4-FFF2-40B4-BE49-F238E27FC236}">
                  <a16:creationId xmlns:a16="http://schemas.microsoft.com/office/drawing/2014/main" id="{EE2A84A8-F32E-B271-7753-D0650C3D93D7}"/>
                </a:ext>
              </a:extLst>
            </p:cNvPr>
            <p:cNvSpPr/>
            <p:nvPr/>
          </p:nvSpPr>
          <p:spPr>
            <a:xfrm>
              <a:off x="9006661" y="4252065"/>
              <a:ext cx="340625" cy="78480"/>
            </a:xfrm>
            <a:custGeom>
              <a:avLst/>
              <a:gdLst/>
              <a:ahLst/>
              <a:cxnLst/>
              <a:rect l="l" t="t" r="r" b="b"/>
              <a:pathLst>
                <a:path w="2500" h="576" extrusionOk="0">
                  <a:moveTo>
                    <a:pt x="1" y="0"/>
                  </a:moveTo>
                  <a:lnTo>
                    <a:pt x="1" y="575"/>
                  </a:lnTo>
                  <a:lnTo>
                    <a:pt x="2500" y="575"/>
                  </a:lnTo>
                  <a:lnTo>
                    <a:pt x="25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2193;p43">
              <a:extLst>
                <a:ext uri="{FF2B5EF4-FFF2-40B4-BE49-F238E27FC236}">
                  <a16:creationId xmlns:a16="http://schemas.microsoft.com/office/drawing/2014/main" id="{4BE0559E-3DA3-AC1F-3856-722107202040}"/>
                </a:ext>
              </a:extLst>
            </p:cNvPr>
            <p:cNvSpPr/>
            <p:nvPr/>
          </p:nvSpPr>
          <p:spPr>
            <a:xfrm>
              <a:off x="8068031" y="4250430"/>
              <a:ext cx="325638" cy="39376"/>
            </a:xfrm>
            <a:custGeom>
              <a:avLst/>
              <a:gdLst/>
              <a:ahLst/>
              <a:cxnLst/>
              <a:rect l="l" t="t" r="r" b="b"/>
              <a:pathLst>
                <a:path w="2390" h="289" extrusionOk="0">
                  <a:moveTo>
                    <a:pt x="1" y="1"/>
                  </a:moveTo>
                  <a:lnTo>
                    <a:pt x="1" y="288"/>
                  </a:lnTo>
                  <a:lnTo>
                    <a:pt x="2389" y="288"/>
                  </a:lnTo>
                  <a:lnTo>
                    <a:pt x="238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2194;p43">
              <a:extLst>
                <a:ext uri="{FF2B5EF4-FFF2-40B4-BE49-F238E27FC236}">
                  <a16:creationId xmlns:a16="http://schemas.microsoft.com/office/drawing/2014/main" id="{E548DF8D-0EDE-7E61-788C-611F3C247E03}"/>
                </a:ext>
              </a:extLst>
            </p:cNvPr>
            <p:cNvSpPr/>
            <p:nvPr/>
          </p:nvSpPr>
          <p:spPr>
            <a:xfrm>
              <a:off x="9960416" y="4250430"/>
              <a:ext cx="327000" cy="39376"/>
            </a:xfrm>
            <a:custGeom>
              <a:avLst/>
              <a:gdLst/>
              <a:ahLst/>
              <a:cxnLst/>
              <a:rect l="l" t="t" r="r" b="b"/>
              <a:pathLst>
                <a:path w="2400" h="289" extrusionOk="0">
                  <a:moveTo>
                    <a:pt x="0" y="1"/>
                  </a:moveTo>
                  <a:lnTo>
                    <a:pt x="0" y="288"/>
                  </a:lnTo>
                  <a:lnTo>
                    <a:pt x="2400" y="288"/>
                  </a:lnTo>
                  <a:lnTo>
                    <a:pt x="240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2195;p43">
              <a:extLst>
                <a:ext uri="{FF2B5EF4-FFF2-40B4-BE49-F238E27FC236}">
                  <a16:creationId xmlns:a16="http://schemas.microsoft.com/office/drawing/2014/main" id="{96108B65-E6EA-DA8C-9A84-4617AA4A555C}"/>
                </a:ext>
              </a:extLst>
            </p:cNvPr>
            <p:cNvSpPr/>
            <p:nvPr/>
          </p:nvSpPr>
          <p:spPr>
            <a:xfrm>
              <a:off x="8420648" y="4239938"/>
              <a:ext cx="134206" cy="60359"/>
            </a:xfrm>
            <a:custGeom>
              <a:avLst/>
              <a:gdLst/>
              <a:ahLst/>
              <a:cxnLst/>
              <a:rect l="l" t="t" r="r" b="b"/>
              <a:pathLst>
                <a:path w="985" h="443" extrusionOk="0">
                  <a:moveTo>
                    <a:pt x="0" y="1"/>
                  </a:moveTo>
                  <a:lnTo>
                    <a:pt x="0" y="443"/>
                  </a:lnTo>
                  <a:lnTo>
                    <a:pt x="985" y="443"/>
                  </a:lnTo>
                  <a:lnTo>
                    <a:pt x="98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2196;p43">
              <a:extLst>
                <a:ext uri="{FF2B5EF4-FFF2-40B4-BE49-F238E27FC236}">
                  <a16:creationId xmlns:a16="http://schemas.microsoft.com/office/drawing/2014/main" id="{61326094-6D9A-9F7A-170C-05DA0DE48DAD}"/>
                </a:ext>
              </a:extLst>
            </p:cNvPr>
            <p:cNvSpPr/>
            <p:nvPr/>
          </p:nvSpPr>
          <p:spPr>
            <a:xfrm>
              <a:off x="8773673" y="4307791"/>
              <a:ext cx="346211" cy="296207"/>
            </a:xfrm>
            <a:custGeom>
              <a:avLst/>
              <a:gdLst/>
              <a:ahLst/>
              <a:cxnLst/>
              <a:rect l="l" t="t" r="r" b="b"/>
              <a:pathLst>
                <a:path w="2541" h="2174" extrusionOk="0">
                  <a:moveTo>
                    <a:pt x="1081" y="0"/>
                  </a:moveTo>
                  <a:cubicBezTo>
                    <a:pt x="483" y="0"/>
                    <a:pt x="8" y="487"/>
                    <a:pt x="8" y="1084"/>
                  </a:cubicBezTo>
                  <a:cubicBezTo>
                    <a:pt x="0" y="1743"/>
                    <a:pt x="536" y="2173"/>
                    <a:pt x="1095" y="2173"/>
                  </a:cubicBezTo>
                  <a:cubicBezTo>
                    <a:pt x="1361" y="2173"/>
                    <a:pt x="1633" y="2076"/>
                    <a:pt x="1855" y="1858"/>
                  </a:cubicBezTo>
                  <a:cubicBezTo>
                    <a:pt x="2540" y="1172"/>
                    <a:pt x="2054" y="0"/>
                    <a:pt x="10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2197;p43">
              <a:extLst>
                <a:ext uri="{FF2B5EF4-FFF2-40B4-BE49-F238E27FC236}">
                  <a16:creationId xmlns:a16="http://schemas.microsoft.com/office/drawing/2014/main" id="{39050C1A-288B-73A9-EDD7-516309820B2A}"/>
                </a:ext>
              </a:extLst>
            </p:cNvPr>
            <p:cNvSpPr/>
            <p:nvPr/>
          </p:nvSpPr>
          <p:spPr>
            <a:xfrm>
              <a:off x="8830489" y="4363790"/>
              <a:ext cx="214049" cy="183665"/>
            </a:xfrm>
            <a:custGeom>
              <a:avLst/>
              <a:gdLst/>
              <a:ahLst/>
              <a:cxnLst/>
              <a:rect l="l" t="t" r="r" b="b"/>
              <a:pathLst>
                <a:path w="1571" h="1348" extrusionOk="0">
                  <a:moveTo>
                    <a:pt x="673" y="1"/>
                  </a:moveTo>
                  <a:cubicBezTo>
                    <a:pt x="330" y="1"/>
                    <a:pt x="0" y="268"/>
                    <a:pt x="0" y="673"/>
                  </a:cubicBezTo>
                  <a:cubicBezTo>
                    <a:pt x="0" y="1049"/>
                    <a:pt x="299" y="1347"/>
                    <a:pt x="664" y="1347"/>
                  </a:cubicBezTo>
                  <a:cubicBezTo>
                    <a:pt x="1272" y="1347"/>
                    <a:pt x="1570" y="629"/>
                    <a:pt x="1139" y="197"/>
                  </a:cubicBezTo>
                  <a:cubicBezTo>
                    <a:pt x="1003" y="62"/>
                    <a:pt x="837" y="1"/>
                    <a:pt x="6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2198;p43">
              <a:extLst>
                <a:ext uri="{FF2B5EF4-FFF2-40B4-BE49-F238E27FC236}">
                  <a16:creationId xmlns:a16="http://schemas.microsoft.com/office/drawing/2014/main" id="{5459B4C9-6E77-C5E2-9148-F3BF0DD9821D}"/>
                </a:ext>
              </a:extLst>
            </p:cNvPr>
            <p:cNvSpPr/>
            <p:nvPr/>
          </p:nvSpPr>
          <p:spPr>
            <a:xfrm>
              <a:off x="8113266" y="4307791"/>
              <a:ext cx="345121" cy="296207"/>
            </a:xfrm>
            <a:custGeom>
              <a:avLst/>
              <a:gdLst/>
              <a:ahLst/>
              <a:cxnLst/>
              <a:rect l="l" t="t" r="r" b="b"/>
              <a:pathLst>
                <a:path w="2533" h="2174" extrusionOk="0">
                  <a:moveTo>
                    <a:pt x="1084" y="0"/>
                  </a:moveTo>
                  <a:cubicBezTo>
                    <a:pt x="487" y="0"/>
                    <a:pt x="1" y="487"/>
                    <a:pt x="1" y="1084"/>
                  </a:cubicBezTo>
                  <a:cubicBezTo>
                    <a:pt x="1" y="1743"/>
                    <a:pt x="538" y="2173"/>
                    <a:pt x="1095" y="2173"/>
                  </a:cubicBezTo>
                  <a:cubicBezTo>
                    <a:pt x="1360" y="2173"/>
                    <a:pt x="1630" y="2076"/>
                    <a:pt x="1847" y="1858"/>
                  </a:cubicBezTo>
                  <a:cubicBezTo>
                    <a:pt x="2533" y="1172"/>
                    <a:pt x="2057" y="0"/>
                    <a:pt x="10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2199;p43">
              <a:extLst>
                <a:ext uri="{FF2B5EF4-FFF2-40B4-BE49-F238E27FC236}">
                  <a16:creationId xmlns:a16="http://schemas.microsoft.com/office/drawing/2014/main" id="{6F69E88E-4DF5-1305-15E6-7331E5B9E4B2}"/>
                </a:ext>
              </a:extLst>
            </p:cNvPr>
            <p:cNvSpPr/>
            <p:nvPr/>
          </p:nvSpPr>
          <p:spPr>
            <a:xfrm>
              <a:off x="8170491" y="4363790"/>
              <a:ext cx="212550" cy="183665"/>
            </a:xfrm>
            <a:custGeom>
              <a:avLst/>
              <a:gdLst/>
              <a:ahLst/>
              <a:cxnLst/>
              <a:rect l="l" t="t" r="r" b="b"/>
              <a:pathLst>
                <a:path w="1560" h="1348" extrusionOk="0">
                  <a:moveTo>
                    <a:pt x="674" y="1"/>
                  </a:moveTo>
                  <a:cubicBezTo>
                    <a:pt x="331" y="1"/>
                    <a:pt x="1" y="268"/>
                    <a:pt x="1" y="673"/>
                  </a:cubicBezTo>
                  <a:cubicBezTo>
                    <a:pt x="1" y="1049"/>
                    <a:pt x="299" y="1347"/>
                    <a:pt x="664" y="1347"/>
                  </a:cubicBezTo>
                  <a:cubicBezTo>
                    <a:pt x="1261" y="1347"/>
                    <a:pt x="1560" y="629"/>
                    <a:pt x="1140" y="197"/>
                  </a:cubicBezTo>
                  <a:cubicBezTo>
                    <a:pt x="1004" y="62"/>
                    <a:pt x="837" y="1"/>
                    <a:pt x="67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2200;p43">
              <a:extLst>
                <a:ext uri="{FF2B5EF4-FFF2-40B4-BE49-F238E27FC236}">
                  <a16:creationId xmlns:a16="http://schemas.microsoft.com/office/drawing/2014/main" id="{3616A327-CD2F-46EE-D9C1-7729DD64A7E4}"/>
                </a:ext>
              </a:extLst>
            </p:cNvPr>
            <p:cNvSpPr/>
            <p:nvPr/>
          </p:nvSpPr>
          <p:spPr>
            <a:xfrm>
              <a:off x="8420648" y="4336404"/>
              <a:ext cx="342124" cy="168814"/>
            </a:xfrm>
            <a:custGeom>
              <a:avLst/>
              <a:gdLst/>
              <a:ahLst/>
              <a:cxnLst/>
              <a:rect l="l" t="t" r="r" b="b"/>
              <a:pathLst>
                <a:path w="2511" h="1239" extrusionOk="0">
                  <a:moveTo>
                    <a:pt x="111" y="0"/>
                  </a:moveTo>
                  <a:lnTo>
                    <a:pt x="111" y="255"/>
                  </a:lnTo>
                  <a:lnTo>
                    <a:pt x="620" y="255"/>
                  </a:lnTo>
                  <a:lnTo>
                    <a:pt x="620" y="0"/>
                  </a:lnTo>
                  <a:close/>
                  <a:moveTo>
                    <a:pt x="996" y="0"/>
                  </a:moveTo>
                  <a:lnTo>
                    <a:pt x="996" y="255"/>
                  </a:lnTo>
                  <a:lnTo>
                    <a:pt x="1504" y="255"/>
                  </a:lnTo>
                  <a:lnTo>
                    <a:pt x="1504" y="0"/>
                  </a:lnTo>
                  <a:close/>
                  <a:moveTo>
                    <a:pt x="1891" y="0"/>
                  </a:moveTo>
                  <a:lnTo>
                    <a:pt x="1891" y="255"/>
                  </a:lnTo>
                  <a:lnTo>
                    <a:pt x="2400" y="255"/>
                  </a:lnTo>
                  <a:lnTo>
                    <a:pt x="2400" y="0"/>
                  </a:lnTo>
                  <a:close/>
                  <a:moveTo>
                    <a:pt x="0" y="420"/>
                  </a:moveTo>
                  <a:lnTo>
                    <a:pt x="0" y="796"/>
                  </a:lnTo>
                  <a:cubicBezTo>
                    <a:pt x="0" y="1040"/>
                    <a:pt x="199" y="1239"/>
                    <a:pt x="454" y="1239"/>
                  </a:cubicBezTo>
                  <a:lnTo>
                    <a:pt x="2068" y="1239"/>
                  </a:lnTo>
                  <a:cubicBezTo>
                    <a:pt x="2311" y="1239"/>
                    <a:pt x="2511" y="1040"/>
                    <a:pt x="2511" y="796"/>
                  </a:cubicBezTo>
                  <a:lnTo>
                    <a:pt x="2511" y="42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2201;p43">
              <a:extLst>
                <a:ext uri="{FF2B5EF4-FFF2-40B4-BE49-F238E27FC236}">
                  <a16:creationId xmlns:a16="http://schemas.microsoft.com/office/drawing/2014/main" id="{C15CC0B4-517E-A3B2-7265-990EAE35178B}"/>
                </a:ext>
              </a:extLst>
            </p:cNvPr>
            <p:cNvSpPr/>
            <p:nvPr/>
          </p:nvSpPr>
          <p:spPr>
            <a:xfrm>
              <a:off x="8584830" y="4250430"/>
              <a:ext cx="753463" cy="39376"/>
            </a:xfrm>
            <a:custGeom>
              <a:avLst/>
              <a:gdLst/>
              <a:ahLst/>
              <a:cxnLst/>
              <a:rect l="l" t="t" r="r" b="b"/>
              <a:pathLst>
                <a:path w="5530" h="289" extrusionOk="0">
                  <a:moveTo>
                    <a:pt x="1" y="1"/>
                  </a:moveTo>
                  <a:lnTo>
                    <a:pt x="1" y="288"/>
                  </a:lnTo>
                  <a:lnTo>
                    <a:pt x="5530" y="288"/>
                  </a:lnTo>
                  <a:lnTo>
                    <a:pt x="553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2202;p43">
              <a:extLst>
                <a:ext uri="{FF2B5EF4-FFF2-40B4-BE49-F238E27FC236}">
                  <a16:creationId xmlns:a16="http://schemas.microsoft.com/office/drawing/2014/main" id="{C314AABA-1E98-A41F-4B22-B9B25F643087}"/>
                </a:ext>
              </a:extLst>
            </p:cNvPr>
            <p:cNvSpPr/>
            <p:nvPr/>
          </p:nvSpPr>
          <p:spPr>
            <a:xfrm>
              <a:off x="8209732" y="4404120"/>
              <a:ext cx="102596" cy="102596"/>
            </a:xfrm>
            <a:custGeom>
              <a:avLst/>
              <a:gdLst/>
              <a:ahLst/>
              <a:cxnLst/>
              <a:rect l="l" t="t" r="r" b="b"/>
              <a:pathLst>
                <a:path w="753" h="753" extrusionOk="0">
                  <a:moveTo>
                    <a:pt x="376" y="188"/>
                  </a:moveTo>
                  <a:cubicBezTo>
                    <a:pt x="473" y="188"/>
                    <a:pt x="564" y="264"/>
                    <a:pt x="564" y="377"/>
                  </a:cubicBezTo>
                  <a:cubicBezTo>
                    <a:pt x="564" y="487"/>
                    <a:pt x="487" y="576"/>
                    <a:pt x="376" y="576"/>
                  </a:cubicBezTo>
                  <a:cubicBezTo>
                    <a:pt x="210" y="576"/>
                    <a:pt x="122" y="366"/>
                    <a:pt x="244" y="244"/>
                  </a:cubicBezTo>
                  <a:cubicBezTo>
                    <a:pt x="283" y="205"/>
                    <a:pt x="330" y="188"/>
                    <a:pt x="376" y="188"/>
                  </a:cubicBezTo>
                  <a:close/>
                  <a:moveTo>
                    <a:pt x="100" y="1"/>
                  </a:moveTo>
                  <a:cubicBezTo>
                    <a:pt x="45" y="1"/>
                    <a:pt x="0" y="45"/>
                    <a:pt x="0" y="100"/>
                  </a:cubicBezTo>
                  <a:lnTo>
                    <a:pt x="0" y="653"/>
                  </a:lnTo>
                  <a:cubicBezTo>
                    <a:pt x="0" y="709"/>
                    <a:pt x="45" y="753"/>
                    <a:pt x="100" y="753"/>
                  </a:cubicBezTo>
                  <a:lnTo>
                    <a:pt x="653" y="753"/>
                  </a:lnTo>
                  <a:cubicBezTo>
                    <a:pt x="708" y="753"/>
                    <a:pt x="752" y="709"/>
                    <a:pt x="752" y="653"/>
                  </a:cubicBezTo>
                  <a:lnTo>
                    <a:pt x="752" y="100"/>
                  </a:lnTo>
                  <a:cubicBezTo>
                    <a:pt x="752"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2203;p43">
              <a:extLst>
                <a:ext uri="{FF2B5EF4-FFF2-40B4-BE49-F238E27FC236}">
                  <a16:creationId xmlns:a16="http://schemas.microsoft.com/office/drawing/2014/main" id="{F490BF98-D1CC-5EF9-EAF9-64D9208C5EED}"/>
                </a:ext>
              </a:extLst>
            </p:cNvPr>
            <p:cNvSpPr/>
            <p:nvPr/>
          </p:nvSpPr>
          <p:spPr>
            <a:xfrm>
              <a:off x="8869593" y="4404120"/>
              <a:ext cx="102596" cy="102596"/>
            </a:xfrm>
            <a:custGeom>
              <a:avLst/>
              <a:gdLst/>
              <a:ahLst/>
              <a:cxnLst/>
              <a:rect l="l" t="t" r="r" b="b"/>
              <a:pathLst>
                <a:path w="753" h="753" extrusionOk="0">
                  <a:moveTo>
                    <a:pt x="377" y="188"/>
                  </a:moveTo>
                  <a:cubicBezTo>
                    <a:pt x="474" y="188"/>
                    <a:pt x="568" y="264"/>
                    <a:pt x="576" y="377"/>
                  </a:cubicBezTo>
                  <a:cubicBezTo>
                    <a:pt x="576" y="487"/>
                    <a:pt x="487" y="565"/>
                    <a:pt x="377" y="576"/>
                  </a:cubicBezTo>
                  <a:cubicBezTo>
                    <a:pt x="211" y="576"/>
                    <a:pt x="122" y="366"/>
                    <a:pt x="244" y="244"/>
                  </a:cubicBezTo>
                  <a:cubicBezTo>
                    <a:pt x="283" y="205"/>
                    <a:pt x="330" y="188"/>
                    <a:pt x="377" y="188"/>
                  </a:cubicBezTo>
                  <a:close/>
                  <a:moveTo>
                    <a:pt x="100" y="1"/>
                  </a:moveTo>
                  <a:cubicBezTo>
                    <a:pt x="45" y="1"/>
                    <a:pt x="1" y="45"/>
                    <a:pt x="1" y="100"/>
                  </a:cubicBezTo>
                  <a:lnTo>
                    <a:pt x="1" y="653"/>
                  </a:lnTo>
                  <a:cubicBezTo>
                    <a:pt x="1" y="709"/>
                    <a:pt x="45" y="753"/>
                    <a:pt x="100" y="753"/>
                  </a:cubicBezTo>
                  <a:lnTo>
                    <a:pt x="653" y="753"/>
                  </a:lnTo>
                  <a:cubicBezTo>
                    <a:pt x="708" y="753"/>
                    <a:pt x="753" y="709"/>
                    <a:pt x="753" y="653"/>
                  </a:cubicBezTo>
                  <a:lnTo>
                    <a:pt x="753" y="100"/>
                  </a:lnTo>
                  <a:cubicBezTo>
                    <a:pt x="753"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2204;p43">
              <a:extLst>
                <a:ext uri="{FF2B5EF4-FFF2-40B4-BE49-F238E27FC236}">
                  <a16:creationId xmlns:a16="http://schemas.microsoft.com/office/drawing/2014/main" id="{BEF3DB09-9C8E-A65F-B63D-98D622D40A86}"/>
                </a:ext>
              </a:extLst>
            </p:cNvPr>
            <p:cNvSpPr/>
            <p:nvPr/>
          </p:nvSpPr>
          <p:spPr>
            <a:xfrm>
              <a:off x="9799231" y="4239938"/>
              <a:ext cx="134206" cy="60359"/>
            </a:xfrm>
            <a:custGeom>
              <a:avLst/>
              <a:gdLst/>
              <a:ahLst/>
              <a:cxnLst/>
              <a:rect l="l" t="t" r="r" b="b"/>
              <a:pathLst>
                <a:path w="985" h="443" extrusionOk="0">
                  <a:moveTo>
                    <a:pt x="0" y="1"/>
                  </a:moveTo>
                  <a:lnTo>
                    <a:pt x="0" y="443"/>
                  </a:lnTo>
                  <a:lnTo>
                    <a:pt x="984" y="443"/>
                  </a:lnTo>
                  <a:lnTo>
                    <a:pt x="98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2205;p43">
              <a:extLst>
                <a:ext uri="{FF2B5EF4-FFF2-40B4-BE49-F238E27FC236}">
                  <a16:creationId xmlns:a16="http://schemas.microsoft.com/office/drawing/2014/main" id="{871042EE-0ABB-5CDE-4A00-62633DD8AF9D}"/>
                </a:ext>
              </a:extLst>
            </p:cNvPr>
            <p:cNvSpPr/>
            <p:nvPr/>
          </p:nvSpPr>
          <p:spPr>
            <a:xfrm>
              <a:off x="9235699" y="4307791"/>
              <a:ext cx="345121" cy="296207"/>
            </a:xfrm>
            <a:custGeom>
              <a:avLst/>
              <a:gdLst/>
              <a:ahLst/>
              <a:cxnLst/>
              <a:rect l="l" t="t" r="r" b="b"/>
              <a:pathLst>
                <a:path w="2533" h="2174" extrusionOk="0">
                  <a:moveTo>
                    <a:pt x="1449" y="0"/>
                  </a:moveTo>
                  <a:cubicBezTo>
                    <a:pt x="487" y="0"/>
                    <a:pt x="1" y="1172"/>
                    <a:pt x="686" y="1858"/>
                  </a:cubicBezTo>
                  <a:cubicBezTo>
                    <a:pt x="904" y="2076"/>
                    <a:pt x="1174" y="2173"/>
                    <a:pt x="1439" y="2173"/>
                  </a:cubicBezTo>
                  <a:cubicBezTo>
                    <a:pt x="1995" y="2173"/>
                    <a:pt x="2533" y="1743"/>
                    <a:pt x="2533" y="1084"/>
                  </a:cubicBezTo>
                  <a:cubicBezTo>
                    <a:pt x="2533" y="487"/>
                    <a:pt x="2046" y="0"/>
                    <a:pt x="14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2206;p43">
              <a:extLst>
                <a:ext uri="{FF2B5EF4-FFF2-40B4-BE49-F238E27FC236}">
                  <a16:creationId xmlns:a16="http://schemas.microsoft.com/office/drawing/2014/main" id="{23701331-5BFC-E647-8934-C9ADFB2376C5}"/>
                </a:ext>
              </a:extLst>
            </p:cNvPr>
            <p:cNvSpPr/>
            <p:nvPr/>
          </p:nvSpPr>
          <p:spPr>
            <a:xfrm>
              <a:off x="9311045" y="4363790"/>
              <a:ext cx="214049" cy="183665"/>
            </a:xfrm>
            <a:custGeom>
              <a:avLst/>
              <a:gdLst/>
              <a:ahLst/>
              <a:cxnLst/>
              <a:rect l="l" t="t" r="r" b="b"/>
              <a:pathLst>
                <a:path w="1571" h="1348" extrusionOk="0">
                  <a:moveTo>
                    <a:pt x="889" y="1"/>
                  </a:moveTo>
                  <a:cubicBezTo>
                    <a:pt x="724" y="1"/>
                    <a:pt x="556" y="62"/>
                    <a:pt x="421" y="197"/>
                  </a:cubicBezTo>
                  <a:cubicBezTo>
                    <a:pt x="0" y="629"/>
                    <a:pt x="299" y="1347"/>
                    <a:pt x="896" y="1347"/>
                  </a:cubicBezTo>
                  <a:cubicBezTo>
                    <a:pt x="1272" y="1347"/>
                    <a:pt x="1571" y="1049"/>
                    <a:pt x="1571" y="673"/>
                  </a:cubicBezTo>
                  <a:cubicBezTo>
                    <a:pt x="1571" y="268"/>
                    <a:pt x="1236" y="1"/>
                    <a:pt x="8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2207;p43">
              <a:extLst>
                <a:ext uri="{FF2B5EF4-FFF2-40B4-BE49-F238E27FC236}">
                  <a16:creationId xmlns:a16="http://schemas.microsoft.com/office/drawing/2014/main" id="{BDAEB4D3-3F30-0041-0F38-7ADABA3F3345}"/>
                </a:ext>
              </a:extLst>
            </p:cNvPr>
            <p:cNvSpPr/>
            <p:nvPr/>
          </p:nvSpPr>
          <p:spPr>
            <a:xfrm>
              <a:off x="9895560" y="4307791"/>
              <a:ext cx="345121" cy="296207"/>
            </a:xfrm>
            <a:custGeom>
              <a:avLst/>
              <a:gdLst/>
              <a:ahLst/>
              <a:cxnLst/>
              <a:rect l="l" t="t" r="r" b="b"/>
              <a:pathLst>
                <a:path w="2533" h="2174" extrusionOk="0">
                  <a:moveTo>
                    <a:pt x="1449" y="0"/>
                  </a:moveTo>
                  <a:cubicBezTo>
                    <a:pt x="487" y="0"/>
                    <a:pt x="1" y="1172"/>
                    <a:pt x="686" y="1858"/>
                  </a:cubicBezTo>
                  <a:cubicBezTo>
                    <a:pt x="908" y="2076"/>
                    <a:pt x="1179" y="2173"/>
                    <a:pt x="1444" y="2173"/>
                  </a:cubicBezTo>
                  <a:cubicBezTo>
                    <a:pt x="2001" y="2173"/>
                    <a:pt x="2533" y="1743"/>
                    <a:pt x="2533" y="1084"/>
                  </a:cubicBezTo>
                  <a:cubicBezTo>
                    <a:pt x="2533" y="487"/>
                    <a:pt x="2046" y="0"/>
                    <a:pt x="14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2208;p43">
              <a:extLst>
                <a:ext uri="{FF2B5EF4-FFF2-40B4-BE49-F238E27FC236}">
                  <a16:creationId xmlns:a16="http://schemas.microsoft.com/office/drawing/2014/main" id="{18282679-E758-A450-CADD-440015057D93}"/>
                </a:ext>
              </a:extLst>
            </p:cNvPr>
            <p:cNvSpPr/>
            <p:nvPr/>
          </p:nvSpPr>
          <p:spPr>
            <a:xfrm>
              <a:off x="9970907" y="4363790"/>
              <a:ext cx="214049" cy="183665"/>
            </a:xfrm>
            <a:custGeom>
              <a:avLst/>
              <a:gdLst/>
              <a:ahLst/>
              <a:cxnLst/>
              <a:rect l="l" t="t" r="r" b="b"/>
              <a:pathLst>
                <a:path w="1571" h="1348" extrusionOk="0">
                  <a:moveTo>
                    <a:pt x="894" y="1"/>
                  </a:moveTo>
                  <a:cubicBezTo>
                    <a:pt x="729" y="1"/>
                    <a:pt x="560" y="62"/>
                    <a:pt x="421" y="197"/>
                  </a:cubicBezTo>
                  <a:cubicBezTo>
                    <a:pt x="1" y="629"/>
                    <a:pt x="299" y="1347"/>
                    <a:pt x="896" y="1347"/>
                  </a:cubicBezTo>
                  <a:cubicBezTo>
                    <a:pt x="1272" y="1347"/>
                    <a:pt x="1571" y="1049"/>
                    <a:pt x="1571" y="673"/>
                  </a:cubicBezTo>
                  <a:cubicBezTo>
                    <a:pt x="1571" y="268"/>
                    <a:pt x="1241" y="1"/>
                    <a:pt x="89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2209;p43">
              <a:extLst>
                <a:ext uri="{FF2B5EF4-FFF2-40B4-BE49-F238E27FC236}">
                  <a16:creationId xmlns:a16="http://schemas.microsoft.com/office/drawing/2014/main" id="{2E49758A-C9AB-3794-BE69-0A9BDE8A02F3}"/>
                </a:ext>
              </a:extLst>
            </p:cNvPr>
            <p:cNvSpPr/>
            <p:nvPr/>
          </p:nvSpPr>
          <p:spPr>
            <a:xfrm>
              <a:off x="9592811" y="4336404"/>
              <a:ext cx="342124" cy="168814"/>
            </a:xfrm>
            <a:custGeom>
              <a:avLst/>
              <a:gdLst/>
              <a:ahLst/>
              <a:cxnLst/>
              <a:rect l="l" t="t" r="r" b="b"/>
              <a:pathLst>
                <a:path w="2511" h="1239" extrusionOk="0">
                  <a:moveTo>
                    <a:pt x="111" y="0"/>
                  </a:moveTo>
                  <a:lnTo>
                    <a:pt x="111" y="255"/>
                  </a:lnTo>
                  <a:lnTo>
                    <a:pt x="619" y="255"/>
                  </a:lnTo>
                  <a:lnTo>
                    <a:pt x="619" y="0"/>
                  </a:lnTo>
                  <a:close/>
                  <a:moveTo>
                    <a:pt x="1006" y="0"/>
                  </a:moveTo>
                  <a:lnTo>
                    <a:pt x="1006" y="255"/>
                  </a:lnTo>
                  <a:lnTo>
                    <a:pt x="1515" y="255"/>
                  </a:lnTo>
                  <a:lnTo>
                    <a:pt x="1515" y="0"/>
                  </a:lnTo>
                  <a:close/>
                  <a:moveTo>
                    <a:pt x="1891" y="0"/>
                  </a:moveTo>
                  <a:lnTo>
                    <a:pt x="1891" y="255"/>
                  </a:lnTo>
                  <a:lnTo>
                    <a:pt x="2400" y="255"/>
                  </a:lnTo>
                  <a:lnTo>
                    <a:pt x="2400" y="0"/>
                  </a:lnTo>
                  <a:close/>
                  <a:moveTo>
                    <a:pt x="0" y="420"/>
                  </a:moveTo>
                  <a:lnTo>
                    <a:pt x="0" y="796"/>
                  </a:lnTo>
                  <a:cubicBezTo>
                    <a:pt x="0" y="1040"/>
                    <a:pt x="199" y="1239"/>
                    <a:pt x="443" y="1239"/>
                  </a:cubicBezTo>
                  <a:lnTo>
                    <a:pt x="2057" y="1239"/>
                  </a:lnTo>
                  <a:cubicBezTo>
                    <a:pt x="2300" y="1239"/>
                    <a:pt x="2510" y="1040"/>
                    <a:pt x="2510" y="796"/>
                  </a:cubicBezTo>
                  <a:lnTo>
                    <a:pt x="2510" y="42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2210;p43">
              <a:extLst>
                <a:ext uri="{FF2B5EF4-FFF2-40B4-BE49-F238E27FC236}">
                  <a16:creationId xmlns:a16="http://schemas.microsoft.com/office/drawing/2014/main" id="{DE0A0406-97A7-38FC-BF0D-D50706FBF082}"/>
                </a:ext>
              </a:extLst>
            </p:cNvPr>
            <p:cNvSpPr/>
            <p:nvPr/>
          </p:nvSpPr>
          <p:spPr>
            <a:xfrm>
              <a:off x="9017289" y="4250430"/>
              <a:ext cx="753326" cy="39376"/>
            </a:xfrm>
            <a:custGeom>
              <a:avLst/>
              <a:gdLst/>
              <a:ahLst/>
              <a:cxnLst/>
              <a:rect l="l" t="t" r="r" b="b"/>
              <a:pathLst>
                <a:path w="5529" h="289" extrusionOk="0">
                  <a:moveTo>
                    <a:pt x="0" y="1"/>
                  </a:moveTo>
                  <a:lnTo>
                    <a:pt x="0" y="288"/>
                  </a:lnTo>
                  <a:lnTo>
                    <a:pt x="5529" y="288"/>
                  </a:lnTo>
                  <a:lnTo>
                    <a:pt x="55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2211;p43">
              <a:extLst>
                <a:ext uri="{FF2B5EF4-FFF2-40B4-BE49-F238E27FC236}">
                  <a16:creationId xmlns:a16="http://schemas.microsoft.com/office/drawing/2014/main" id="{B526A844-7B2A-4E22-A85F-B6280401CC7A}"/>
                </a:ext>
              </a:extLst>
            </p:cNvPr>
            <p:cNvSpPr/>
            <p:nvPr/>
          </p:nvSpPr>
          <p:spPr>
            <a:xfrm>
              <a:off x="10041757" y="4404120"/>
              <a:ext cx="104095" cy="102596"/>
            </a:xfrm>
            <a:custGeom>
              <a:avLst/>
              <a:gdLst/>
              <a:ahLst/>
              <a:cxnLst/>
              <a:rect l="l" t="t" r="r" b="b"/>
              <a:pathLst>
                <a:path w="764" h="753" extrusionOk="0">
                  <a:moveTo>
                    <a:pt x="382" y="192"/>
                  </a:moveTo>
                  <a:cubicBezTo>
                    <a:pt x="428" y="192"/>
                    <a:pt x="473" y="209"/>
                    <a:pt x="509" y="244"/>
                  </a:cubicBezTo>
                  <a:cubicBezTo>
                    <a:pt x="631" y="366"/>
                    <a:pt x="542" y="565"/>
                    <a:pt x="376" y="576"/>
                  </a:cubicBezTo>
                  <a:cubicBezTo>
                    <a:pt x="277" y="576"/>
                    <a:pt x="188" y="487"/>
                    <a:pt x="188" y="377"/>
                  </a:cubicBezTo>
                  <a:cubicBezTo>
                    <a:pt x="188" y="264"/>
                    <a:pt x="285" y="192"/>
                    <a:pt x="382" y="192"/>
                  </a:cubicBezTo>
                  <a:close/>
                  <a:moveTo>
                    <a:pt x="100" y="1"/>
                  </a:moveTo>
                  <a:cubicBezTo>
                    <a:pt x="45" y="1"/>
                    <a:pt x="0" y="45"/>
                    <a:pt x="0" y="100"/>
                  </a:cubicBezTo>
                  <a:lnTo>
                    <a:pt x="0" y="653"/>
                  </a:lnTo>
                  <a:cubicBezTo>
                    <a:pt x="0" y="709"/>
                    <a:pt x="45" y="753"/>
                    <a:pt x="100" y="753"/>
                  </a:cubicBezTo>
                  <a:lnTo>
                    <a:pt x="653" y="753"/>
                  </a:lnTo>
                  <a:cubicBezTo>
                    <a:pt x="708" y="753"/>
                    <a:pt x="763" y="709"/>
                    <a:pt x="763" y="653"/>
                  </a:cubicBezTo>
                  <a:lnTo>
                    <a:pt x="763" y="100"/>
                  </a:lnTo>
                  <a:cubicBezTo>
                    <a:pt x="763"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2212;p43">
              <a:extLst>
                <a:ext uri="{FF2B5EF4-FFF2-40B4-BE49-F238E27FC236}">
                  <a16:creationId xmlns:a16="http://schemas.microsoft.com/office/drawing/2014/main" id="{32F3C790-8879-495C-940C-9EB72B80C7BD}"/>
                </a:ext>
              </a:extLst>
            </p:cNvPr>
            <p:cNvSpPr/>
            <p:nvPr/>
          </p:nvSpPr>
          <p:spPr>
            <a:xfrm>
              <a:off x="9381896" y="4404120"/>
              <a:ext cx="102596" cy="102596"/>
            </a:xfrm>
            <a:custGeom>
              <a:avLst/>
              <a:gdLst/>
              <a:ahLst/>
              <a:cxnLst/>
              <a:rect l="l" t="t" r="r" b="b"/>
              <a:pathLst>
                <a:path w="753" h="753" extrusionOk="0">
                  <a:moveTo>
                    <a:pt x="382" y="192"/>
                  </a:moveTo>
                  <a:cubicBezTo>
                    <a:pt x="427" y="192"/>
                    <a:pt x="473" y="209"/>
                    <a:pt x="509" y="244"/>
                  </a:cubicBezTo>
                  <a:cubicBezTo>
                    <a:pt x="630" y="366"/>
                    <a:pt x="542" y="565"/>
                    <a:pt x="376" y="576"/>
                  </a:cubicBezTo>
                  <a:cubicBezTo>
                    <a:pt x="266" y="576"/>
                    <a:pt x="177" y="487"/>
                    <a:pt x="188" y="377"/>
                  </a:cubicBezTo>
                  <a:cubicBezTo>
                    <a:pt x="188" y="264"/>
                    <a:pt x="285" y="192"/>
                    <a:pt x="382" y="192"/>
                  </a:cubicBezTo>
                  <a:close/>
                  <a:moveTo>
                    <a:pt x="100" y="1"/>
                  </a:moveTo>
                  <a:cubicBezTo>
                    <a:pt x="44" y="1"/>
                    <a:pt x="0" y="45"/>
                    <a:pt x="0" y="100"/>
                  </a:cubicBezTo>
                  <a:lnTo>
                    <a:pt x="0" y="653"/>
                  </a:lnTo>
                  <a:cubicBezTo>
                    <a:pt x="0" y="709"/>
                    <a:pt x="44" y="753"/>
                    <a:pt x="100" y="753"/>
                  </a:cubicBezTo>
                  <a:lnTo>
                    <a:pt x="653" y="753"/>
                  </a:lnTo>
                  <a:cubicBezTo>
                    <a:pt x="708" y="753"/>
                    <a:pt x="752" y="709"/>
                    <a:pt x="752" y="653"/>
                  </a:cubicBezTo>
                  <a:lnTo>
                    <a:pt x="752" y="100"/>
                  </a:lnTo>
                  <a:cubicBezTo>
                    <a:pt x="752"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2213;p43">
              <a:extLst>
                <a:ext uri="{FF2B5EF4-FFF2-40B4-BE49-F238E27FC236}">
                  <a16:creationId xmlns:a16="http://schemas.microsoft.com/office/drawing/2014/main" id="{3626789A-FF5C-14E2-CE46-1A389BA2ACBF}"/>
                </a:ext>
              </a:extLst>
            </p:cNvPr>
            <p:cNvSpPr/>
            <p:nvPr/>
          </p:nvSpPr>
          <p:spPr>
            <a:xfrm>
              <a:off x="8610445" y="3607191"/>
              <a:ext cx="1105941" cy="616259"/>
            </a:xfrm>
            <a:custGeom>
              <a:avLst/>
              <a:gdLst/>
              <a:ahLst/>
              <a:cxnLst/>
              <a:rect l="l" t="t" r="r" b="b"/>
              <a:pathLst>
                <a:path w="8117" h="4523" extrusionOk="0">
                  <a:moveTo>
                    <a:pt x="1" y="0"/>
                  </a:moveTo>
                  <a:lnTo>
                    <a:pt x="1" y="4523"/>
                  </a:lnTo>
                  <a:lnTo>
                    <a:pt x="8117" y="4523"/>
                  </a:lnTo>
                  <a:lnTo>
                    <a:pt x="811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2214;p43">
              <a:extLst>
                <a:ext uri="{FF2B5EF4-FFF2-40B4-BE49-F238E27FC236}">
                  <a16:creationId xmlns:a16="http://schemas.microsoft.com/office/drawing/2014/main" id="{A8AB9CF6-644A-5C37-3229-6116723056B8}"/>
                </a:ext>
              </a:extLst>
            </p:cNvPr>
            <p:cNvSpPr/>
            <p:nvPr/>
          </p:nvSpPr>
          <p:spPr>
            <a:xfrm>
              <a:off x="9188965" y="3640300"/>
              <a:ext cx="500310" cy="550041"/>
            </a:xfrm>
            <a:custGeom>
              <a:avLst/>
              <a:gdLst/>
              <a:ahLst/>
              <a:cxnLst/>
              <a:rect l="l" t="t" r="r" b="b"/>
              <a:pathLst>
                <a:path w="3672" h="4037" extrusionOk="0">
                  <a:moveTo>
                    <a:pt x="1" y="1"/>
                  </a:moveTo>
                  <a:lnTo>
                    <a:pt x="1" y="4037"/>
                  </a:lnTo>
                  <a:lnTo>
                    <a:pt x="3672" y="4037"/>
                  </a:lnTo>
                  <a:lnTo>
                    <a:pt x="367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2215;p43">
              <a:extLst>
                <a:ext uri="{FF2B5EF4-FFF2-40B4-BE49-F238E27FC236}">
                  <a16:creationId xmlns:a16="http://schemas.microsoft.com/office/drawing/2014/main" id="{0FB23EF4-3917-974E-5B2E-9CAFD8846591}"/>
                </a:ext>
              </a:extLst>
            </p:cNvPr>
            <p:cNvSpPr/>
            <p:nvPr/>
          </p:nvSpPr>
          <p:spPr>
            <a:xfrm>
              <a:off x="8637559" y="3640300"/>
              <a:ext cx="515434" cy="550041"/>
            </a:xfrm>
            <a:custGeom>
              <a:avLst/>
              <a:gdLst/>
              <a:ahLst/>
              <a:cxnLst/>
              <a:rect l="l" t="t" r="r" b="b"/>
              <a:pathLst>
                <a:path w="3783" h="4037" extrusionOk="0">
                  <a:moveTo>
                    <a:pt x="1" y="1"/>
                  </a:moveTo>
                  <a:lnTo>
                    <a:pt x="1" y="4037"/>
                  </a:lnTo>
                  <a:lnTo>
                    <a:pt x="3782" y="4037"/>
                  </a:lnTo>
                  <a:lnTo>
                    <a:pt x="378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2216;p43">
              <a:extLst>
                <a:ext uri="{FF2B5EF4-FFF2-40B4-BE49-F238E27FC236}">
                  <a16:creationId xmlns:a16="http://schemas.microsoft.com/office/drawing/2014/main" id="{3B7D6124-B1D7-1D88-E50F-57CEC5F5E511}"/>
                </a:ext>
              </a:extLst>
            </p:cNvPr>
            <p:cNvSpPr/>
            <p:nvPr/>
          </p:nvSpPr>
          <p:spPr>
            <a:xfrm>
              <a:off x="8883218" y="3721641"/>
              <a:ext cx="269775" cy="48369"/>
            </a:xfrm>
            <a:custGeom>
              <a:avLst/>
              <a:gdLst/>
              <a:ahLst/>
              <a:cxnLst/>
              <a:rect l="l" t="t" r="r" b="b"/>
              <a:pathLst>
                <a:path w="1980" h="355" extrusionOk="0">
                  <a:moveTo>
                    <a:pt x="0" y="1"/>
                  </a:moveTo>
                  <a:lnTo>
                    <a:pt x="0" y="355"/>
                  </a:lnTo>
                  <a:lnTo>
                    <a:pt x="1979" y="355"/>
                  </a:lnTo>
                  <a:lnTo>
                    <a:pt x="19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2217;p43">
              <a:extLst>
                <a:ext uri="{FF2B5EF4-FFF2-40B4-BE49-F238E27FC236}">
                  <a16:creationId xmlns:a16="http://schemas.microsoft.com/office/drawing/2014/main" id="{4A9B0DD4-D03B-3437-B7CF-0ECD5CE528E5}"/>
                </a:ext>
              </a:extLst>
            </p:cNvPr>
            <p:cNvSpPr/>
            <p:nvPr/>
          </p:nvSpPr>
          <p:spPr>
            <a:xfrm>
              <a:off x="9188965" y="3721641"/>
              <a:ext cx="269911" cy="48369"/>
            </a:xfrm>
            <a:custGeom>
              <a:avLst/>
              <a:gdLst/>
              <a:ahLst/>
              <a:cxnLst/>
              <a:rect l="l" t="t" r="r" b="b"/>
              <a:pathLst>
                <a:path w="1981" h="355" extrusionOk="0">
                  <a:moveTo>
                    <a:pt x="1" y="1"/>
                  </a:moveTo>
                  <a:lnTo>
                    <a:pt x="1" y="355"/>
                  </a:lnTo>
                  <a:lnTo>
                    <a:pt x="1980" y="355"/>
                  </a:lnTo>
                  <a:lnTo>
                    <a:pt x="198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2218;p43">
              <a:extLst>
                <a:ext uri="{FF2B5EF4-FFF2-40B4-BE49-F238E27FC236}">
                  <a16:creationId xmlns:a16="http://schemas.microsoft.com/office/drawing/2014/main" id="{3152EF81-48C2-0332-BC8A-60F26DE6A03F}"/>
                </a:ext>
              </a:extLst>
            </p:cNvPr>
            <p:cNvSpPr/>
            <p:nvPr/>
          </p:nvSpPr>
          <p:spPr>
            <a:xfrm>
              <a:off x="8883218" y="3706654"/>
              <a:ext cx="574157" cy="48369"/>
            </a:xfrm>
            <a:custGeom>
              <a:avLst/>
              <a:gdLst/>
              <a:ahLst/>
              <a:cxnLst/>
              <a:rect l="l" t="t" r="r" b="b"/>
              <a:pathLst>
                <a:path w="4214" h="355" extrusionOk="0">
                  <a:moveTo>
                    <a:pt x="0" y="0"/>
                  </a:moveTo>
                  <a:lnTo>
                    <a:pt x="0" y="354"/>
                  </a:lnTo>
                  <a:lnTo>
                    <a:pt x="4213" y="354"/>
                  </a:lnTo>
                  <a:lnTo>
                    <a:pt x="421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2219;p43">
              <a:extLst>
                <a:ext uri="{FF2B5EF4-FFF2-40B4-BE49-F238E27FC236}">
                  <a16:creationId xmlns:a16="http://schemas.microsoft.com/office/drawing/2014/main" id="{5D059504-92A1-5B73-60F9-4956FEFB8994}"/>
                </a:ext>
              </a:extLst>
            </p:cNvPr>
            <p:cNvSpPr/>
            <p:nvPr/>
          </p:nvSpPr>
          <p:spPr>
            <a:xfrm>
              <a:off x="8901203" y="3718235"/>
              <a:ext cx="34880" cy="54772"/>
            </a:xfrm>
            <a:custGeom>
              <a:avLst/>
              <a:gdLst/>
              <a:ahLst/>
              <a:cxnLst/>
              <a:rect l="l" t="t" r="r" b="b"/>
              <a:pathLst>
                <a:path w="256" h="402" extrusionOk="0">
                  <a:moveTo>
                    <a:pt x="133" y="48"/>
                  </a:moveTo>
                  <a:cubicBezTo>
                    <a:pt x="167" y="48"/>
                    <a:pt x="200" y="81"/>
                    <a:pt x="200" y="125"/>
                  </a:cubicBezTo>
                  <a:lnTo>
                    <a:pt x="200" y="280"/>
                  </a:lnTo>
                  <a:cubicBezTo>
                    <a:pt x="200" y="324"/>
                    <a:pt x="167" y="357"/>
                    <a:pt x="133" y="357"/>
                  </a:cubicBezTo>
                  <a:cubicBezTo>
                    <a:pt x="89" y="357"/>
                    <a:pt x="56" y="324"/>
                    <a:pt x="56" y="280"/>
                  </a:cubicBezTo>
                  <a:lnTo>
                    <a:pt x="56" y="125"/>
                  </a:lnTo>
                  <a:cubicBezTo>
                    <a:pt x="56" y="81"/>
                    <a:pt x="89" y="48"/>
                    <a:pt x="133" y="48"/>
                  </a:cubicBezTo>
                  <a:close/>
                  <a:moveTo>
                    <a:pt x="131" y="1"/>
                  </a:moveTo>
                  <a:cubicBezTo>
                    <a:pt x="70" y="1"/>
                    <a:pt x="6" y="42"/>
                    <a:pt x="1" y="125"/>
                  </a:cubicBezTo>
                  <a:lnTo>
                    <a:pt x="1" y="280"/>
                  </a:lnTo>
                  <a:cubicBezTo>
                    <a:pt x="1" y="346"/>
                    <a:pt x="56" y="402"/>
                    <a:pt x="133" y="402"/>
                  </a:cubicBezTo>
                  <a:cubicBezTo>
                    <a:pt x="200" y="402"/>
                    <a:pt x="255" y="346"/>
                    <a:pt x="244" y="280"/>
                  </a:cubicBezTo>
                  <a:lnTo>
                    <a:pt x="244" y="125"/>
                  </a:lnTo>
                  <a:cubicBezTo>
                    <a:pt x="250" y="42"/>
                    <a:pt x="192" y="1"/>
                    <a:pt x="1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2220;p43">
              <a:extLst>
                <a:ext uri="{FF2B5EF4-FFF2-40B4-BE49-F238E27FC236}">
                  <a16:creationId xmlns:a16="http://schemas.microsoft.com/office/drawing/2014/main" id="{3B1A28BA-BEBD-9464-4691-B40F00083049}"/>
                </a:ext>
              </a:extLst>
            </p:cNvPr>
            <p:cNvSpPr/>
            <p:nvPr/>
          </p:nvSpPr>
          <p:spPr>
            <a:xfrm>
              <a:off x="8893710" y="3742760"/>
              <a:ext cx="49868" cy="34744"/>
            </a:xfrm>
            <a:custGeom>
              <a:avLst/>
              <a:gdLst/>
              <a:ahLst/>
              <a:cxnLst/>
              <a:rect l="l" t="t" r="r" b="b"/>
              <a:pathLst>
                <a:path w="366" h="255" extrusionOk="0">
                  <a:moveTo>
                    <a:pt x="1" y="1"/>
                  </a:moveTo>
                  <a:lnTo>
                    <a:pt x="1" y="255"/>
                  </a:lnTo>
                  <a:lnTo>
                    <a:pt x="365" y="255"/>
                  </a:lnTo>
                  <a:lnTo>
                    <a:pt x="36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2221;p43">
              <a:extLst>
                <a:ext uri="{FF2B5EF4-FFF2-40B4-BE49-F238E27FC236}">
                  <a16:creationId xmlns:a16="http://schemas.microsoft.com/office/drawing/2014/main" id="{8922B698-9766-09C0-8C9B-EF9394621DE2}"/>
                </a:ext>
              </a:extLst>
            </p:cNvPr>
            <p:cNvSpPr/>
            <p:nvPr/>
          </p:nvSpPr>
          <p:spPr>
            <a:xfrm>
              <a:off x="9406012" y="3718235"/>
              <a:ext cx="34744" cy="54772"/>
            </a:xfrm>
            <a:custGeom>
              <a:avLst/>
              <a:gdLst/>
              <a:ahLst/>
              <a:cxnLst/>
              <a:rect l="l" t="t" r="r" b="b"/>
              <a:pathLst>
                <a:path w="255" h="402" extrusionOk="0">
                  <a:moveTo>
                    <a:pt x="122" y="48"/>
                  </a:moveTo>
                  <a:cubicBezTo>
                    <a:pt x="166" y="48"/>
                    <a:pt x="199" y="81"/>
                    <a:pt x="199" y="125"/>
                  </a:cubicBezTo>
                  <a:lnTo>
                    <a:pt x="199" y="280"/>
                  </a:lnTo>
                  <a:cubicBezTo>
                    <a:pt x="199" y="324"/>
                    <a:pt x="166" y="357"/>
                    <a:pt x="122" y="357"/>
                  </a:cubicBezTo>
                  <a:cubicBezTo>
                    <a:pt x="89" y="357"/>
                    <a:pt x="55" y="324"/>
                    <a:pt x="55" y="280"/>
                  </a:cubicBezTo>
                  <a:lnTo>
                    <a:pt x="55" y="125"/>
                  </a:lnTo>
                  <a:cubicBezTo>
                    <a:pt x="55" y="81"/>
                    <a:pt x="89" y="48"/>
                    <a:pt x="122" y="48"/>
                  </a:cubicBezTo>
                  <a:close/>
                  <a:moveTo>
                    <a:pt x="122" y="1"/>
                  </a:moveTo>
                  <a:cubicBezTo>
                    <a:pt x="61" y="1"/>
                    <a:pt x="0" y="42"/>
                    <a:pt x="0" y="125"/>
                  </a:cubicBezTo>
                  <a:lnTo>
                    <a:pt x="0" y="280"/>
                  </a:lnTo>
                  <a:cubicBezTo>
                    <a:pt x="0" y="346"/>
                    <a:pt x="55" y="402"/>
                    <a:pt x="122" y="402"/>
                  </a:cubicBezTo>
                  <a:cubicBezTo>
                    <a:pt x="199" y="402"/>
                    <a:pt x="254" y="346"/>
                    <a:pt x="243" y="280"/>
                  </a:cubicBezTo>
                  <a:lnTo>
                    <a:pt x="243" y="125"/>
                  </a:lnTo>
                  <a:cubicBezTo>
                    <a:pt x="243" y="42"/>
                    <a:pt x="183" y="1"/>
                    <a:pt x="1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2222;p43">
              <a:extLst>
                <a:ext uri="{FF2B5EF4-FFF2-40B4-BE49-F238E27FC236}">
                  <a16:creationId xmlns:a16="http://schemas.microsoft.com/office/drawing/2014/main" id="{E31B99BD-0346-4711-43F2-20DC1DEA4933}"/>
                </a:ext>
              </a:extLst>
            </p:cNvPr>
            <p:cNvSpPr/>
            <p:nvPr/>
          </p:nvSpPr>
          <p:spPr>
            <a:xfrm>
              <a:off x="9398382" y="3742760"/>
              <a:ext cx="48369" cy="34744"/>
            </a:xfrm>
            <a:custGeom>
              <a:avLst/>
              <a:gdLst/>
              <a:ahLst/>
              <a:cxnLst/>
              <a:rect l="l" t="t" r="r" b="b"/>
              <a:pathLst>
                <a:path w="355" h="255" extrusionOk="0">
                  <a:moveTo>
                    <a:pt x="1" y="1"/>
                  </a:moveTo>
                  <a:lnTo>
                    <a:pt x="1" y="255"/>
                  </a:lnTo>
                  <a:lnTo>
                    <a:pt x="355" y="255"/>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2223;p43">
              <a:extLst>
                <a:ext uri="{FF2B5EF4-FFF2-40B4-BE49-F238E27FC236}">
                  <a16:creationId xmlns:a16="http://schemas.microsoft.com/office/drawing/2014/main" id="{A5D581E2-63C3-CF73-B795-136F6D94CDAD}"/>
                </a:ext>
              </a:extLst>
            </p:cNvPr>
            <p:cNvSpPr/>
            <p:nvPr/>
          </p:nvSpPr>
          <p:spPr>
            <a:xfrm>
              <a:off x="8913330" y="3711150"/>
              <a:ext cx="12126" cy="31746"/>
            </a:xfrm>
            <a:custGeom>
              <a:avLst/>
              <a:gdLst/>
              <a:ahLst/>
              <a:cxnLst/>
              <a:rect l="l" t="t" r="r" b="b"/>
              <a:pathLst>
                <a:path w="89" h="233" extrusionOk="0">
                  <a:moveTo>
                    <a:pt x="44" y="0"/>
                  </a:moveTo>
                  <a:cubicBezTo>
                    <a:pt x="22" y="0"/>
                    <a:pt x="0" y="11"/>
                    <a:pt x="0" y="45"/>
                  </a:cubicBezTo>
                  <a:lnTo>
                    <a:pt x="0" y="199"/>
                  </a:lnTo>
                  <a:cubicBezTo>
                    <a:pt x="0" y="222"/>
                    <a:pt x="22" y="233"/>
                    <a:pt x="44" y="233"/>
                  </a:cubicBezTo>
                  <a:cubicBezTo>
                    <a:pt x="67" y="233"/>
                    <a:pt x="89" y="222"/>
                    <a:pt x="89" y="199"/>
                  </a:cubicBezTo>
                  <a:lnTo>
                    <a:pt x="89" y="45"/>
                  </a:lnTo>
                  <a:cubicBezTo>
                    <a:pt x="89" y="11"/>
                    <a:pt x="67" y="0"/>
                    <a:pt x="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2224;p43">
              <a:extLst>
                <a:ext uri="{FF2B5EF4-FFF2-40B4-BE49-F238E27FC236}">
                  <a16:creationId xmlns:a16="http://schemas.microsoft.com/office/drawing/2014/main" id="{AC0EF192-1DEB-08D3-857A-5C46C7CAA1BE}"/>
                </a:ext>
              </a:extLst>
            </p:cNvPr>
            <p:cNvSpPr/>
            <p:nvPr/>
          </p:nvSpPr>
          <p:spPr>
            <a:xfrm>
              <a:off x="9416503" y="3711150"/>
              <a:ext cx="12126" cy="31746"/>
            </a:xfrm>
            <a:custGeom>
              <a:avLst/>
              <a:gdLst/>
              <a:ahLst/>
              <a:cxnLst/>
              <a:rect l="l" t="t" r="r" b="b"/>
              <a:pathLst>
                <a:path w="89" h="233" extrusionOk="0">
                  <a:moveTo>
                    <a:pt x="45" y="0"/>
                  </a:moveTo>
                  <a:cubicBezTo>
                    <a:pt x="23" y="0"/>
                    <a:pt x="0" y="11"/>
                    <a:pt x="0" y="45"/>
                  </a:cubicBezTo>
                  <a:lnTo>
                    <a:pt x="0" y="199"/>
                  </a:lnTo>
                  <a:cubicBezTo>
                    <a:pt x="0" y="222"/>
                    <a:pt x="23" y="233"/>
                    <a:pt x="45" y="233"/>
                  </a:cubicBezTo>
                  <a:cubicBezTo>
                    <a:pt x="67" y="233"/>
                    <a:pt x="89" y="222"/>
                    <a:pt x="89" y="199"/>
                  </a:cubicBezTo>
                  <a:lnTo>
                    <a:pt x="89" y="45"/>
                  </a:lnTo>
                  <a:cubicBezTo>
                    <a:pt x="89" y="11"/>
                    <a:pt x="67" y="0"/>
                    <a:pt x="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2225;p43">
              <a:extLst>
                <a:ext uri="{FF2B5EF4-FFF2-40B4-BE49-F238E27FC236}">
                  <a16:creationId xmlns:a16="http://schemas.microsoft.com/office/drawing/2014/main" id="{3F38F897-2E88-31B8-C8DC-40FF430E3E14}"/>
                </a:ext>
              </a:extLst>
            </p:cNvPr>
            <p:cNvSpPr/>
            <p:nvPr/>
          </p:nvSpPr>
          <p:spPr>
            <a:xfrm>
              <a:off x="8883218" y="4083250"/>
              <a:ext cx="269775" cy="48369"/>
            </a:xfrm>
            <a:custGeom>
              <a:avLst/>
              <a:gdLst/>
              <a:ahLst/>
              <a:cxnLst/>
              <a:rect l="l" t="t" r="r" b="b"/>
              <a:pathLst>
                <a:path w="1980" h="355" extrusionOk="0">
                  <a:moveTo>
                    <a:pt x="0" y="1"/>
                  </a:moveTo>
                  <a:lnTo>
                    <a:pt x="0" y="354"/>
                  </a:lnTo>
                  <a:lnTo>
                    <a:pt x="1979" y="354"/>
                  </a:lnTo>
                  <a:lnTo>
                    <a:pt x="19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2226;p43">
              <a:extLst>
                <a:ext uri="{FF2B5EF4-FFF2-40B4-BE49-F238E27FC236}">
                  <a16:creationId xmlns:a16="http://schemas.microsoft.com/office/drawing/2014/main" id="{EB9BD45C-93B7-D836-BD47-BECE4082BFFA}"/>
                </a:ext>
              </a:extLst>
            </p:cNvPr>
            <p:cNvSpPr/>
            <p:nvPr/>
          </p:nvSpPr>
          <p:spPr>
            <a:xfrm>
              <a:off x="9188965" y="4083250"/>
              <a:ext cx="269911" cy="48369"/>
            </a:xfrm>
            <a:custGeom>
              <a:avLst/>
              <a:gdLst/>
              <a:ahLst/>
              <a:cxnLst/>
              <a:rect l="l" t="t" r="r" b="b"/>
              <a:pathLst>
                <a:path w="1981" h="355" extrusionOk="0">
                  <a:moveTo>
                    <a:pt x="1" y="1"/>
                  </a:moveTo>
                  <a:lnTo>
                    <a:pt x="1" y="354"/>
                  </a:lnTo>
                  <a:lnTo>
                    <a:pt x="1980" y="354"/>
                  </a:lnTo>
                  <a:lnTo>
                    <a:pt x="198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2227;p43">
              <a:extLst>
                <a:ext uri="{FF2B5EF4-FFF2-40B4-BE49-F238E27FC236}">
                  <a16:creationId xmlns:a16="http://schemas.microsoft.com/office/drawing/2014/main" id="{821FB176-CED1-B829-CC45-D942933F4038}"/>
                </a:ext>
              </a:extLst>
            </p:cNvPr>
            <p:cNvSpPr/>
            <p:nvPr/>
          </p:nvSpPr>
          <p:spPr>
            <a:xfrm>
              <a:off x="8883218" y="4068263"/>
              <a:ext cx="574157" cy="48232"/>
            </a:xfrm>
            <a:custGeom>
              <a:avLst/>
              <a:gdLst/>
              <a:ahLst/>
              <a:cxnLst/>
              <a:rect l="l" t="t" r="r" b="b"/>
              <a:pathLst>
                <a:path w="4214" h="354" extrusionOk="0">
                  <a:moveTo>
                    <a:pt x="0" y="0"/>
                  </a:moveTo>
                  <a:lnTo>
                    <a:pt x="0" y="354"/>
                  </a:lnTo>
                  <a:lnTo>
                    <a:pt x="4213" y="354"/>
                  </a:lnTo>
                  <a:lnTo>
                    <a:pt x="421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2228;p43">
              <a:extLst>
                <a:ext uri="{FF2B5EF4-FFF2-40B4-BE49-F238E27FC236}">
                  <a16:creationId xmlns:a16="http://schemas.microsoft.com/office/drawing/2014/main" id="{80430D89-3188-745D-110C-C2EC48AA68CE}"/>
                </a:ext>
              </a:extLst>
            </p:cNvPr>
            <p:cNvSpPr/>
            <p:nvPr/>
          </p:nvSpPr>
          <p:spPr>
            <a:xfrm>
              <a:off x="8901203" y="4080934"/>
              <a:ext cx="34880" cy="53682"/>
            </a:xfrm>
            <a:custGeom>
              <a:avLst/>
              <a:gdLst/>
              <a:ahLst/>
              <a:cxnLst/>
              <a:rect l="l" t="t" r="r" b="b"/>
              <a:pathLst>
                <a:path w="256" h="394" extrusionOk="0">
                  <a:moveTo>
                    <a:pt x="144" y="49"/>
                  </a:moveTo>
                  <a:cubicBezTo>
                    <a:pt x="173" y="49"/>
                    <a:pt x="200" y="87"/>
                    <a:pt x="200" y="117"/>
                  </a:cubicBezTo>
                  <a:lnTo>
                    <a:pt x="200" y="272"/>
                  </a:lnTo>
                  <a:cubicBezTo>
                    <a:pt x="200" y="316"/>
                    <a:pt x="167" y="349"/>
                    <a:pt x="133" y="349"/>
                  </a:cubicBezTo>
                  <a:cubicBezTo>
                    <a:pt x="89" y="349"/>
                    <a:pt x="56" y="316"/>
                    <a:pt x="56" y="272"/>
                  </a:cubicBezTo>
                  <a:lnTo>
                    <a:pt x="56" y="117"/>
                  </a:lnTo>
                  <a:cubicBezTo>
                    <a:pt x="56" y="84"/>
                    <a:pt x="89" y="51"/>
                    <a:pt x="133" y="51"/>
                  </a:cubicBezTo>
                  <a:cubicBezTo>
                    <a:pt x="137" y="50"/>
                    <a:pt x="141" y="49"/>
                    <a:pt x="144" y="49"/>
                  </a:cubicBezTo>
                  <a:close/>
                  <a:moveTo>
                    <a:pt x="131" y="1"/>
                  </a:moveTo>
                  <a:cubicBezTo>
                    <a:pt x="70" y="1"/>
                    <a:pt x="6" y="40"/>
                    <a:pt x="1" y="117"/>
                  </a:cubicBezTo>
                  <a:lnTo>
                    <a:pt x="1" y="272"/>
                  </a:lnTo>
                  <a:cubicBezTo>
                    <a:pt x="1" y="338"/>
                    <a:pt x="56" y="394"/>
                    <a:pt x="133" y="394"/>
                  </a:cubicBezTo>
                  <a:cubicBezTo>
                    <a:pt x="200" y="394"/>
                    <a:pt x="255" y="338"/>
                    <a:pt x="244" y="272"/>
                  </a:cubicBezTo>
                  <a:lnTo>
                    <a:pt x="244" y="117"/>
                  </a:lnTo>
                  <a:cubicBezTo>
                    <a:pt x="250" y="40"/>
                    <a:pt x="192" y="1"/>
                    <a:pt x="1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2229;p43">
              <a:extLst>
                <a:ext uri="{FF2B5EF4-FFF2-40B4-BE49-F238E27FC236}">
                  <a16:creationId xmlns:a16="http://schemas.microsoft.com/office/drawing/2014/main" id="{A0F41219-A013-FBAA-24D0-5D4C92E38BF8}"/>
                </a:ext>
              </a:extLst>
            </p:cNvPr>
            <p:cNvSpPr/>
            <p:nvPr/>
          </p:nvSpPr>
          <p:spPr>
            <a:xfrm>
              <a:off x="8893710" y="4104369"/>
              <a:ext cx="49868" cy="34744"/>
            </a:xfrm>
            <a:custGeom>
              <a:avLst/>
              <a:gdLst/>
              <a:ahLst/>
              <a:cxnLst/>
              <a:rect l="l" t="t" r="r" b="b"/>
              <a:pathLst>
                <a:path w="366" h="255" extrusionOk="0">
                  <a:moveTo>
                    <a:pt x="1" y="0"/>
                  </a:moveTo>
                  <a:lnTo>
                    <a:pt x="1" y="255"/>
                  </a:lnTo>
                  <a:lnTo>
                    <a:pt x="365" y="255"/>
                  </a:lnTo>
                  <a:lnTo>
                    <a:pt x="36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2230;p43">
              <a:extLst>
                <a:ext uri="{FF2B5EF4-FFF2-40B4-BE49-F238E27FC236}">
                  <a16:creationId xmlns:a16="http://schemas.microsoft.com/office/drawing/2014/main" id="{1A3CED1D-3B97-BF2E-1EB4-E5B8C5289201}"/>
                </a:ext>
              </a:extLst>
            </p:cNvPr>
            <p:cNvSpPr/>
            <p:nvPr/>
          </p:nvSpPr>
          <p:spPr>
            <a:xfrm>
              <a:off x="9406012" y="4080934"/>
              <a:ext cx="33245" cy="53682"/>
            </a:xfrm>
            <a:custGeom>
              <a:avLst/>
              <a:gdLst/>
              <a:ahLst/>
              <a:cxnLst/>
              <a:rect l="l" t="t" r="r" b="b"/>
              <a:pathLst>
                <a:path w="244" h="394" extrusionOk="0">
                  <a:moveTo>
                    <a:pt x="136" y="49"/>
                  </a:moveTo>
                  <a:cubicBezTo>
                    <a:pt x="173" y="49"/>
                    <a:pt x="199" y="87"/>
                    <a:pt x="199" y="117"/>
                  </a:cubicBezTo>
                  <a:lnTo>
                    <a:pt x="199" y="272"/>
                  </a:lnTo>
                  <a:cubicBezTo>
                    <a:pt x="199" y="316"/>
                    <a:pt x="166" y="349"/>
                    <a:pt x="122" y="349"/>
                  </a:cubicBezTo>
                  <a:cubicBezTo>
                    <a:pt x="89" y="349"/>
                    <a:pt x="55" y="316"/>
                    <a:pt x="55" y="272"/>
                  </a:cubicBezTo>
                  <a:lnTo>
                    <a:pt x="55" y="117"/>
                  </a:lnTo>
                  <a:cubicBezTo>
                    <a:pt x="55" y="84"/>
                    <a:pt x="89" y="51"/>
                    <a:pt x="122" y="51"/>
                  </a:cubicBezTo>
                  <a:cubicBezTo>
                    <a:pt x="126" y="50"/>
                    <a:pt x="131" y="49"/>
                    <a:pt x="136" y="49"/>
                  </a:cubicBezTo>
                  <a:close/>
                  <a:moveTo>
                    <a:pt x="122" y="1"/>
                  </a:moveTo>
                  <a:cubicBezTo>
                    <a:pt x="61" y="1"/>
                    <a:pt x="0" y="40"/>
                    <a:pt x="0" y="117"/>
                  </a:cubicBezTo>
                  <a:lnTo>
                    <a:pt x="0" y="272"/>
                  </a:lnTo>
                  <a:cubicBezTo>
                    <a:pt x="0" y="338"/>
                    <a:pt x="55" y="394"/>
                    <a:pt x="122" y="394"/>
                  </a:cubicBezTo>
                  <a:cubicBezTo>
                    <a:pt x="188" y="394"/>
                    <a:pt x="243" y="338"/>
                    <a:pt x="243" y="272"/>
                  </a:cubicBezTo>
                  <a:lnTo>
                    <a:pt x="243" y="117"/>
                  </a:lnTo>
                  <a:cubicBezTo>
                    <a:pt x="243" y="40"/>
                    <a:pt x="183" y="1"/>
                    <a:pt x="1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2231;p43">
              <a:extLst>
                <a:ext uri="{FF2B5EF4-FFF2-40B4-BE49-F238E27FC236}">
                  <a16:creationId xmlns:a16="http://schemas.microsoft.com/office/drawing/2014/main" id="{8D6CA8D6-4C25-6F96-A1FD-5EC818959A5E}"/>
                </a:ext>
              </a:extLst>
            </p:cNvPr>
            <p:cNvSpPr/>
            <p:nvPr/>
          </p:nvSpPr>
          <p:spPr>
            <a:xfrm>
              <a:off x="9398382" y="4104369"/>
              <a:ext cx="48369" cy="34744"/>
            </a:xfrm>
            <a:custGeom>
              <a:avLst/>
              <a:gdLst/>
              <a:ahLst/>
              <a:cxnLst/>
              <a:rect l="l" t="t" r="r" b="b"/>
              <a:pathLst>
                <a:path w="355" h="255" extrusionOk="0">
                  <a:moveTo>
                    <a:pt x="1" y="0"/>
                  </a:moveTo>
                  <a:lnTo>
                    <a:pt x="1" y="255"/>
                  </a:lnTo>
                  <a:lnTo>
                    <a:pt x="355" y="255"/>
                  </a:lnTo>
                  <a:lnTo>
                    <a:pt x="3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2232;p43">
              <a:extLst>
                <a:ext uri="{FF2B5EF4-FFF2-40B4-BE49-F238E27FC236}">
                  <a16:creationId xmlns:a16="http://schemas.microsoft.com/office/drawing/2014/main" id="{DE72ABE5-02DB-27A4-00AD-FCF5D580703B}"/>
                </a:ext>
              </a:extLst>
            </p:cNvPr>
            <p:cNvSpPr/>
            <p:nvPr/>
          </p:nvSpPr>
          <p:spPr>
            <a:xfrm>
              <a:off x="8913330" y="4072759"/>
              <a:ext cx="12126" cy="31746"/>
            </a:xfrm>
            <a:custGeom>
              <a:avLst/>
              <a:gdLst/>
              <a:ahLst/>
              <a:cxnLst/>
              <a:rect l="l" t="t" r="r" b="b"/>
              <a:pathLst>
                <a:path w="89" h="233" extrusionOk="0">
                  <a:moveTo>
                    <a:pt x="44" y="0"/>
                  </a:moveTo>
                  <a:cubicBezTo>
                    <a:pt x="22" y="0"/>
                    <a:pt x="0" y="11"/>
                    <a:pt x="0" y="44"/>
                  </a:cubicBezTo>
                  <a:lnTo>
                    <a:pt x="0" y="199"/>
                  </a:lnTo>
                  <a:cubicBezTo>
                    <a:pt x="0" y="221"/>
                    <a:pt x="22" y="232"/>
                    <a:pt x="44" y="232"/>
                  </a:cubicBezTo>
                  <a:cubicBezTo>
                    <a:pt x="67" y="232"/>
                    <a:pt x="89" y="221"/>
                    <a:pt x="89" y="199"/>
                  </a:cubicBezTo>
                  <a:lnTo>
                    <a:pt x="89" y="44"/>
                  </a:lnTo>
                  <a:cubicBezTo>
                    <a:pt x="89" y="11"/>
                    <a:pt x="67" y="0"/>
                    <a:pt x="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2233;p43">
              <a:extLst>
                <a:ext uri="{FF2B5EF4-FFF2-40B4-BE49-F238E27FC236}">
                  <a16:creationId xmlns:a16="http://schemas.microsoft.com/office/drawing/2014/main" id="{2431D8BB-D440-1239-B5A5-055AC9D44630}"/>
                </a:ext>
              </a:extLst>
            </p:cNvPr>
            <p:cNvSpPr/>
            <p:nvPr/>
          </p:nvSpPr>
          <p:spPr>
            <a:xfrm>
              <a:off x="9416503" y="4072759"/>
              <a:ext cx="12126" cy="31746"/>
            </a:xfrm>
            <a:custGeom>
              <a:avLst/>
              <a:gdLst/>
              <a:ahLst/>
              <a:cxnLst/>
              <a:rect l="l" t="t" r="r" b="b"/>
              <a:pathLst>
                <a:path w="89" h="233" extrusionOk="0">
                  <a:moveTo>
                    <a:pt x="45" y="0"/>
                  </a:moveTo>
                  <a:cubicBezTo>
                    <a:pt x="23" y="0"/>
                    <a:pt x="0" y="11"/>
                    <a:pt x="0" y="44"/>
                  </a:cubicBezTo>
                  <a:lnTo>
                    <a:pt x="0" y="199"/>
                  </a:lnTo>
                  <a:cubicBezTo>
                    <a:pt x="0" y="221"/>
                    <a:pt x="23" y="232"/>
                    <a:pt x="45" y="232"/>
                  </a:cubicBezTo>
                  <a:cubicBezTo>
                    <a:pt x="67" y="232"/>
                    <a:pt x="89" y="221"/>
                    <a:pt x="89" y="199"/>
                  </a:cubicBezTo>
                  <a:lnTo>
                    <a:pt x="89" y="44"/>
                  </a:lnTo>
                  <a:cubicBezTo>
                    <a:pt x="89" y="11"/>
                    <a:pt x="67" y="0"/>
                    <a:pt x="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692958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48"/>
                                        </p:tgtEl>
                                        <p:attrNameLst>
                                          <p:attrName>style.visibility</p:attrName>
                                        </p:attrNameLst>
                                      </p:cBhvr>
                                      <p:to>
                                        <p:strVal val="visible"/>
                                      </p:to>
                                    </p:set>
                                    <p:animEffect transition="in" filter="barn(inVertical)">
                                      <p:cBhvr>
                                        <p:cTn id="7" dur="500"/>
                                        <p:tgtEl>
                                          <p:spTgt spid="114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224"/>
                                        </p:tgtEl>
                                        <p:attrNameLst>
                                          <p:attrName>style.visibility</p:attrName>
                                        </p:attrNameLst>
                                      </p:cBhvr>
                                      <p:to>
                                        <p:strVal val="visible"/>
                                      </p:to>
                                    </p:set>
                                    <p:animEffect transition="in" filter="barn(inVertical)">
                                      <p:cBhvr>
                                        <p:cTn id="12" dur="500"/>
                                        <p:tgtEl>
                                          <p:spTgt spid="1224"/>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226"/>
                                        </p:tgtEl>
                                        <p:attrNameLst>
                                          <p:attrName>style.visibility</p:attrName>
                                        </p:attrNameLst>
                                      </p:cBhvr>
                                      <p:to>
                                        <p:strVal val="visible"/>
                                      </p:to>
                                    </p:set>
                                    <p:animEffect transition="in" filter="barn(inVertical)">
                                      <p:cBhvr>
                                        <p:cTn id="17" dur="500"/>
                                        <p:tgtEl>
                                          <p:spTgt spid="1226"/>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228"/>
                                        </p:tgtEl>
                                        <p:attrNameLst>
                                          <p:attrName>style.visibility</p:attrName>
                                        </p:attrNameLst>
                                      </p:cBhvr>
                                      <p:to>
                                        <p:strVal val="visible"/>
                                      </p:to>
                                    </p:set>
                                    <p:animEffect transition="in" filter="barn(inVertical)">
                                      <p:cBhvr>
                                        <p:cTn id="22" dur="500"/>
                                        <p:tgtEl>
                                          <p:spTgt spid="1228"/>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1230"/>
                                        </p:tgtEl>
                                        <p:attrNameLst>
                                          <p:attrName>style.visibility</p:attrName>
                                        </p:attrNameLst>
                                      </p:cBhvr>
                                      <p:to>
                                        <p:strVal val="visible"/>
                                      </p:to>
                                    </p:set>
                                    <p:animEffect transition="in" filter="barn(inVertical)">
                                      <p:cBhvr>
                                        <p:cTn id="27" dur="500"/>
                                        <p:tgtEl>
                                          <p:spTgt spid="12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8" grpId="0"/>
      <p:bldP spid="1224" grpId="0"/>
      <p:bldP spid="1226" grpId="0"/>
      <p:bldP spid="1228" grpId="0"/>
      <p:bldP spid="123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42">
          <a:extLst>
            <a:ext uri="{FF2B5EF4-FFF2-40B4-BE49-F238E27FC236}">
              <a16:creationId xmlns:a16="http://schemas.microsoft.com/office/drawing/2014/main" id="{FC0F8CFD-8AAA-F4CB-9CD7-729EF346F006}"/>
            </a:ext>
          </a:extLst>
        </p:cNvPr>
        <p:cNvGrpSpPr/>
        <p:nvPr/>
      </p:nvGrpSpPr>
      <p:grpSpPr>
        <a:xfrm>
          <a:off x="0" y="0"/>
          <a:ext cx="0" cy="0"/>
          <a:chOff x="0" y="0"/>
          <a:chExt cx="0" cy="0"/>
        </a:xfrm>
      </p:grpSpPr>
      <p:sp>
        <p:nvSpPr>
          <p:cNvPr id="1543" name="Google Shape;1543;p39">
            <a:extLst>
              <a:ext uri="{FF2B5EF4-FFF2-40B4-BE49-F238E27FC236}">
                <a16:creationId xmlns:a16="http://schemas.microsoft.com/office/drawing/2014/main" id="{8425BA47-20C0-AD27-30BA-E344151399DD}"/>
              </a:ext>
            </a:extLst>
          </p:cNvPr>
          <p:cNvSpPr txBox="1">
            <a:spLocks noGrp="1"/>
          </p:cNvSpPr>
          <p:nvPr>
            <p:ph type="title"/>
          </p:nvPr>
        </p:nvSpPr>
        <p:spPr>
          <a:xfrm>
            <a:off x="720000" y="334125"/>
            <a:ext cx="7704000" cy="683700"/>
          </a:xfrm>
          <a:prstGeom prst="rect">
            <a:avLst/>
          </a:prstGeom>
          <a:ln>
            <a:noFill/>
          </a:ln>
        </p:spPr>
        <p:txBody>
          <a:bodyPr spcFirstLastPara="1" wrap="square" lIns="91425" tIns="91425" rIns="91425" bIns="91425" anchor="t" anchorCtr="0">
            <a:noAutofit/>
          </a:bodyPr>
          <a:lstStyle/>
          <a:p>
            <a:pPr lvl="0"/>
            <a:r>
              <a:rPr lang="en-US" dirty="0"/>
              <a:t>Calculated Columns</a:t>
            </a:r>
            <a:endParaRPr dirty="0"/>
          </a:p>
        </p:txBody>
      </p:sp>
      <p:grpSp>
        <p:nvGrpSpPr>
          <p:cNvPr id="1559" name="Google Shape;1559;p39">
            <a:extLst>
              <a:ext uri="{FF2B5EF4-FFF2-40B4-BE49-F238E27FC236}">
                <a16:creationId xmlns:a16="http://schemas.microsoft.com/office/drawing/2014/main" id="{ACA9AC7B-5BCB-57B6-F7EC-3B6E9E70AB3D}"/>
              </a:ext>
            </a:extLst>
          </p:cNvPr>
          <p:cNvGrpSpPr/>
          <p:nvPr/>
        </p:nvGrpSpPr>
        <p:grpSpPr>
          <a:xfrm flipH="1">
            <a:off x="-1137503" y="3382971"/>
            <a:ext cx="4355263" cy="1068479"/>
            <a:chOff x="261325" y="2162222"/>
            <a:chExt cx="3789821" cy="929678"/>
          </a:xfrm>
        </p:grpSpPr>
        <p:sp>
          <p:nvSpPr>
            <p:cNvPr id="1560" name="Google Shape;1560;p39">
              <a:extLst>
                <a:ext uri="{FF2B5EF4-FFF2-40B4-BE49-F238E27FC236}">
                  <a16:creationId xmlns:a16="http://schemas.microsoft.com/office/drawing/2014/main" id="{CEDE6F49-A158-43B4-116D-85B5B4215509}"/>
                </a:ext>
              </a:extLst>
            </p:cNvPr>
            <p:cNvSpPr/>
            <p:nvPr/>
          </p:nvSpPr>
          <p:spPr>
            <a:xfrm>
              <a:off x="3106893" y="2922306"/>
              <a:ext cx="95691" cy="169595"/>
            </a:xfrm>
            <a:custGeom>
              <a:avLst/>
              <a:gdLst/>
              <a:ahLst/>
              <a:cxnLst/>
              <a:rect l="l" t="t" r="r" b="b"/>
              <a:pathLst>
                <a:path w="650" h="1152" extrusionOk="0">
                  <a:moveTo>
                    <a:pt x="21" y="1"/>
                  </a:moveTo>
                  <a:cubicBezTo>
                    <a:pt x="14" y="1"/>
                    <a:pt x="7" y="1"/>
                    <a:pt x="0" y="1"/>
                  </a:cubicBezTo>
                  <a:lnTo>
                    <a:pt x="42" y="1"/>
                  </a:lnTo>
                  <a:cubicBezTo>
                    <a:pt x="35" y="1"/>
                    <a:pt x="28" y="1"/>
                    <a:pt x="21" y="1"/>
                  </a:cubicBezTo>
                  <a:close/>
                  <a:moveTo>
                    <a:pt x="42" y="1"/>
                  </a:moveTo>
                  <a:lnTo>
                    <a:pt x="42" y="1"/>
                  </a:lnTo>
                  <a:cubicBezTo>
                    <a:pt x="48" y="1"/>
                    <a:pt x="54" y="2"/>
                    <a:pt x="60" y="2"/>
                  </a:cubicBezTo>
                  <a:lnTo>
                    <a:pt x="60" y="2"/>
                  </a:lnTo>
                  <a:cubicBezTo>
                    <a:pt x="55" y="2"/>
                    <a:pt x="50" y="1"/>
                    <a:pt x="45" y="1"/>
                  </a:cubicBezTo>
                  <a:close/>
                  <a:moveTo>
                    <a:pt x="60" y="2"/>
                  </a:moveTo>
                  <a:cubicBezTo>
                    <a:pt x="77" y="3"/>
                    <a:pt x="93" y="5"/>
                    <a:pt x="109" y="7"/>
                  </a:cubicBezTo>
                  <a:lnTo>
                    <a:pt x="109" y="7"/>
                  </a:lnTo>
                  <a:cubicBezTo>
                    <a:pt x="93" y="5"/>
                    <a:pt x="77" y="3"/>
                    <a:pt x="60" y="2"/>
                  </a:cubicBezTo>
                  <a:close/>
                  <a:moveTo>
                    <a:pt x="109" y="7"/>
                  </a:moveTo>
                  <a:cubicBezTo>
                    <a:pt x="214" y="22"/>
                    <a:pt x="309" y="65"/>
                    <a:pt x="386" y="128"/>
                  </a:cubicBezTo>
                  <a:lnTo>
                    <a:pt x="386" y="128"/>
                  </a:lnTo>
                  <a:cubicBezTo>
                    <a:pt x="314" y="66"/>
                    <a:pt x="221" y="23"/>
                    <a:pt x="109" y="7"/>
                  </a:cubicBezTo>
                  <a:close/>
                  <a:moveTo>
                    <a:pt x="386" y="128"/>
                  </a:moveTo>
                  <a:lnTo>
                    <a:pt x="386" y="128"/>
                  </a:lnTo>
                  <a:cubicBezTo>
                    <a:pt x="650" y="349"/>
                    <a:pt x="650" y="803"/>
                    <a:pt x="386" y="1025"/>
                  </a:cubicBezTo>
                  <a:lnTo>
                    <a:pt x="386" y="1025"/>
                  </a:lnTo>
                  <a:cubicBezTo>
                    <a:pt x="516" y="921"/>
                    <a:pt x="598" y="760"/>
                    <a:pt x="598" y="576"/>
                  </a:cubicBezTo>
                  <a:cubicBezTo>
                    <a:pt x="598" y="392"/>
                    <a:pt x="516" y="232"/>
                    <a:pt x="386" y="128"/>
                  </a:cubicBezTo>
                  <a:close/>
                  <a:moveTo>
                    <a:pt x="386" y="1025"/>
                  </a:moveTo>
                  <a:cubicBezTo>
                    <a:pt x="309" y="1087"/>
                    <a:pt x="214" y="1130"/>
                    <a:pt x="109" y="1145"/>
                  </a:cubicBezTo>
                  <a:lnTo>
                    <a:pt x="109" y="1145"/>
                  </a:lnTo>
                  <a:cubicBezTo>
                    <a:pt x="221" y="1129"/>
                    <a:pt x="314" y="1086"/>
                    <a:pt x="386" y="1025"/>
                  </a:cubicBezTo>
                  <a:close/>
                  <a:moveTo>
                    <a:pt x="109" y="1145"/>
                  </a:moveTo>
                  <a:lnTo>
                    <a:pt x="109" y="1145"/>
                  </a:lnTo>
                  <a:cubicBezTo>
                    <a:pt x="93" y="1147"/>
                    <a:pt x="77" y="1149"/>
                    <a:pt x="60" y="1150"/>
                  </a:cubicBezTo>
                  <a:lnTo>
                    <a:pt x="60" y="1150"/>
                  </a:lnTo>
                  <a:cubicBezTo>
                    <a:pt x="76" y="1149"/>
                    <a:pt x="93" y="1148"/>
                    <a:pt x="109" y="1145"/>
                  </a:cubicBezTo>
                  <a:close/>
                  <a:moveTo>
                    <a:pt x="60" y="1150"/>
                  </a:moveTo>
                  <a:lnTo>
                    <a:pt x="60" y="1150"/>
                  </a:lnTo>
                  <a:cubicBezTo>
                    <a:pt x="54" y="1151"/>
                    <a:pt x="48" y="1151"/>
                    <a:pt x="42" y="1151"/>
                  </a:cubicBezTo>
                  <a:lnTo>
                    <a:pt x="45" y="1151"/>
                  </a:lnTo>
                  <a:cubicBezTo>
                    <a:pt x="50" y="1151"/>
                    <a:pt x="55" y="1151"/>
                    <a:pt x="60" y="1150"/>
                  </a:cubicBezTo>
                  <a:close/>
                  <a:moveTo>
                    <a:pt x="0" y="1151"/>
                  </a:moveTo>
                  <a:cubicBezTo>
                    <a:pt x="7" y="1151"/>
                    <a:pt x="14" y="1152"/>
                    <a:pt x="21" y="1152"/>
                  </a:cubicBezTo>
                  <a:cubicBezTo>
                    <a:pt x="28" y="1152"/>
                    <a:pt x="35" y="1151"/>
                    <a:pt x="42" y="1151"/>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39">
              <a:extLst>
                <a:ext uri="{FF2B5EF4-FFF2-40B4-BE49-F238E27FC236}">
                  <a16:creationId xmlns:a16="http://schemas.microsoft.com/office/drawing/2014/main" id="{9DB04D94-B69F-C47C-A036-74539A43195A}"/>
                </a:ext>
              </a:extLst>
            </p:cNvPr>
            <p:cNvSpPr/>
            <p:nvPr/>
          </p:nvSpPr>
          <p:spPr>
            <a:xfrm>
              <a:off x="3085694" y="2922306"/>
              <a:ext cx="105997" cy="169595"/>
            </a:xfrm>
            <a:custGeom>
              <a:avLst/>
              <a:gdLst/>
              <a:ahLst/>
              <a:cxnLst/>
              <a:rect l="l" t="t" r="r" b="b"/>
              <a:pathLst>
                <a:path w="720" h="1152" extrusionOk="0">
                  <a:moveTo>
                    <a:pt x="21" y="1"/>
                  </a:moveTo>
                  <a:cubicBezTo>
                    <a:pt x="14" y="1"/>
                    <a:pt x="7" y="1"/>
                    <a:pt x="1" y="1"/>
                  </a:cubicBezTo>
                  <a:lnTo>
                    <a:pt x="41" y="1"/>
                  </a:lnTo>
                  <a:cubicBezTo>
                    <a:pt x="34" y="1"/>
                    <a:pt x="28" y="1"/>
                    <a:pt x="21" y="1"/>
                  </a:cubicBezTo>
                  <a:close/>
                  <a:moveTo>
                    <a:pt x="41" y="1"/>
                  </a:moveTo>
                  <a:cubicBezTo>
                    <a:pt x="344" y="12"/>
                    <a:pt x="598" y="258"/>
                    <a:pt x="598" y="576"/>
                  </a:cubicBezTo>
                  <a:cubicBezTo>
                    <a:pt x="598" y="894"/>
                    <a:pt x="344" y="1141"/>
                    <a:pt x="41" y="1151"/>
                  </a:cubicBezTo>
                  <a:lnTo>
                    <a:pt x="144" y="1151"/>
                  </a:lnTo>
                  <a:cubicBezTo>
                    <a:pt x="465" y="1151"/>
                    <a:pt x="719" y="897"/>
                    <a:pt x="719" y="576"/>
                  </a:cubicBezTo>
                  <a:cubicBezTo>
                    <a:pt x="719" y="255"/>
                    <a:pt x="465" y="1"/>
                    <a:pt x="144" y="1"/>
                  </a:cubicBezTo>
                  <a:close/>
                  <a:moveTo>
                    <a:pt x="1" y="1151"/>
                  </a:moveTo>
                  <a:cubicBezTo>
                    <a:pt x="7" y="1151"/>
                    <a:pt x="14" y="1152"/>
                    <a:pt x="21" y="1152"/>
                  </a:cubicBezTo>
                  <a:cubicBezTo>
                    <a:pt x="28" y="1152"/>
                    <a:pt x="34" y="1151"/>
                    <a:pt x="41" y="1151"/>
                  </a:cubicBezTo>
                  <a:close/>
                </a:path>
              </a:pathLst>
            </a:custGeom>
            <a:solidFill>
              <a:srgbClr val="6A6D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39">
              <a:extLst>
                <a:ext uri="{FF2B5EF4-FFF2-40B4-BE49-F238E27FC236}">
                  <a16:creationId xmlns:a16="http://schemas.microsoft.com/office/drawing/2014/main" id="{755A3F40-00F4-836C-E2EB-B2B6F08E7015}"/>
                </a:ext>
              </a:extLst>
            </p:cNvPr>
            <p:cNvSpPr/>
            <p:nvPr/>
          </p:nvSpPr>
          <p:spPr>
            <a:xfrm>
              <a:off x="2970128" y="2922453"/>
              <a:ext cx="197124" cy="169153"/>
            </a:xfrm>
            <a:custGeom>
              <a:avLst/>
              <a:gdLst/>
              <a:ahLst/>
              <a:cxnLst/>
              <a:rect l="l" t="t" r="r" b="b"/>
              <a:pathLst>
                <a:path w="1339" h="1149" extrusionOk="0">
                  <a:moveTo>
                    <a:pt x="764" y="0"/>
                  </a:moveTo>
                  <a:cubicBezTo>
                    <a:pt x="255" y="0"/>
                    <a:pt x="1" y="619"/>
                    <a:pt x="366" y="984"/>
                  </a:cubicBezTo>
                  <a:cubicBezTo>
                    <a:pt x="479" y="1098"/>
                    <a:pt x="620" y="1149"/>
                    <a:pt x="759" y="1149"/>
                  </a:cubicBezTo>
                  <a:cubicBezTo>
                    <a:pt x="1053" y="1149"/>
                    <a:pt x="1339" y="921"/>
                    <a:pt x="1339" y="575"/>
                  </a:cubicBezTo>
                  <a:cubicBezTo>
                    <a:pt x="1339" y="254"/>
                    <a:pt x="1084" y="0"/>
                    <a:pt x="7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39">
              <a:extLst>
                <a:ext uri="{FF2B5EF4-FFF2-40B4-BE49-F238E27FC236}">
                  <a16:creationId xmlns:a16="http://schemas.microsoft.com/office/drawing/2014/main" id="{13690F36-FE62-B586-EEA4-38EAFA0B1AA1}"/>
                </a:ext>
              </a:extLst>
            </p:cNvPr>
            <p:cNvSpPr/>
            <p:nvPr/>
          </p:nvSpPr>
          <p:spPr>
            <a:xfrm>
              <a:off x="3077597" y="2922306"/>
              <a:ext cx="92894" cy="169595"/>
            </a:xfrm>
            <a:custGeom>
              <a:avLst/>
              <a:gdLst/>
              <a:ahLst/>
              <a:cxnLst/>
              <a:rect l="l" t="t" r="r" b="b"/>
              <a:pathLst>
                <a:path w="631" h="1152" extrusionOk="0">
                  <a:moveTo>
                    <a:pt x="21" y="1"/>
                  </a:moveTo>
                  <a:cubicBezTo>
                    <a:pt x="14" y="1"/>
                    <a:pt x="7" y="1"/>
                    <a:pt x="0" y="1"/>
                  </a:cubicBezTo>
                  <a:lnTo>
                    <a:pt x="42" y="1"/>
                  </a:lnTo>
                  <a:cubicBezTo>
                    <a:pt x="35" y="1"/>
                    <a:pt x="28" y="1"/>
                    <a:pt x="21" y="1"/>
                  </a:cubicBezTo>
                  <a:close/>
                  <a:moveTo>
                    <a:pt x="42" y="1"/>
                  </a:moveTo>
                  <a:cubicBezTo>
                    <a:pt x="354" y="12"/>
                    <a:pt x="598" y="258"/>
                    <a:pt x="598" y="576"/>
                  </a:cubicBezTo>
                  <a:cubicBezTo>
                    <a:pt x="598" y="894"/>
                    <a:pt x="354" y="1141"/>
                    <a:pt x="42" y="1151"/>
                  </a:cubicBezTo>
                  <a:lnTo>
                    <a:pt x="56" y="1151"/>
                  </a:lnTo>
                  <a:cubicBezTo>
                    <a:pt x="365" y="1151"/>
                    <a:pt x="631" y="897"/>
                    <a:pt x="631" y="576"/>
                  </a:cubicBezTo>
                  <a:cubicBezTo>
                    <a:pt x="631" y="255"/>
                    <a:pt x="365" y="1"/>
                    <a:pt x="56" y="1"/>
                  </a:cubicBezTo>
                  <a:close/>
                  <a:moveTo>
                    <a:pt x="0" y="1151"/>
                  </a:moveTo>
                  <a:cubicBezTo>
                    <a:pt x="7" y="1151"/>
                    <a:pt x="14" y="1152"/>
                    <a:pt x="21" y="1152"/>
                  </a:cubicBezTo>
                  <a:cubicBezTo>
                    <a:pt x="28" y="1152"/>
                    <a:pt x="35" y="1151"/>
                    <a:pt x="42" y="1151"/>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39">
              <a:extLst>
                <a:ext uri="{FF2B5EF4-FFF2-40B4-BE49-F238E27FC236}">
                  <a16:creationId xmlns:a16="http://schemas.microsoft.com/office/drawing/2014/main" id="{56441BAC-E2D4-31C7-DF37-F297AE6B10C2}"/>
                </a:ext>
              </a:extLst>
            </p:cNvPr>
            <p:cNvSpPr/>
            <p:nvPr/>
          </p:nvSpPr>
          <p:spPr>
            <a:xfrm>
              <a:off x="3473170" y="2922306"/>
              <a:ext cx="97605" cy="169595"/>
            </a:xfrm>
            <a:custGeom>
              <a:avLst/>
              <a:gdLst/>
              <a:ahLst/>
              <a:cxnLst/>
              <a:rect l="l" t="t" r="r" b="b"/>
              <a:pathLst>
                <a:path w="663" h="1152" extrusionOk="0">
                  <a:moveTo>
                    <a:pt x="21" y="1"/>
                  </a:moveTo>
                  <a:cubicBezTo>
                    <a:pt x="14" y="1"/>
                    <a:pt x="7" y="1"/>
                    <a:pt x="0" y="1"/>
                  </a:cubicBezTo>
                  <a:lnTo>
                    <a:pt x="34" y="1"/>
                  </a:lnTo>
                  <a:cubicBezTo>
                    <a:pt x="116" y="5"/>
                    <a:pt x="189" y="22"/>
                    <a:pt x="253" y="50"/>
                  </a:cubicBezTo>
                  <a:lnTo>
                    <a:pt x="253" y="50"/>
                  </a:lnTo>
                  <a:cubicBezTo>
                    <a:pt x="181" y="18"/>
                    <a:pt x="103" y="1"/>
                    <a:pt x="21" y="1"/>
                  </a:cubicBezTo>
                  <a:close/>
                  <a:moveTo>
                    <a:pt x="253" y="50"/>
                  </a:moveTo>
                  <a:cubicBezTo>
                    <a:pt x="282" y="62"/>
                    <a:pt x="310" y="77"/>
                    <a:pt x="336" y="95"/>
                  </a:cubicBezTo>
                  <a:lnTo>
                    <a:pt x="336" y="95"/>
                  </a:lnTo>
                  <a:cubicBezTo>
                    <a:pt x="310" y="78"/>
                    <a:pt x="283" y="62"/>
                    <a:pt x="253" y="50"/>
                  </a:cubicBezTo>
                  <a:close/>
                  <a:moveTo>
                    <a:pt x="336" y="95"/>
                  </a:moveTo>
                  <a:cubicBezTo>
                    <a:pt x="663" y="311"/>
                    <a:pt x="663" y="842"/>
                    <a:pt x="336" y="1058"/>
                  </a:cubicBezTo>
                  <a:lnTo>
                    <a:pt x="336" y="1058"/>
                  </a:lnTo>
                  <a:cubicBezTo>
                    <a:pt x="492" y="956"/>
                    <a:pt x="598" y="781"/>
                    <a:pt x="598" y="576"/>
                  </a:cubicBezTo>
                  <a:cubicBezTo>
                    <a:pt x="598" y="371"/>
                    <a:pt x="492" y="196"/>
                    <a:pt x="336" y="95"/>
                  </a:cubicBezTo>
                  <a:close/>
                  <a:moveTo>
                    <a:pt x="336" y="1058"/>
                  </a:moveTo>
                  <a:cubicBezTo>
                    <a:pt x="310" y="1075"/>
                    <a:pt x="282" y="1090"/>
                    <a:pt x="253" y="1103"/>
                  </a:cubicBezTo>
                  <a:lnTo>
                    <a:pt x="253" y="1103"/>
                  </a:lnTo>
                  <a:cubicBezTo>
                    <a:pt x="283" y="1090"/>
                    <a:pt x="310" y="1075"/>
                    <a:pt x="336" y="1058"/>
                  </a:cubicBezTo>
                  <a:close/>
                  <a:moveTo>
                    <a:pt x="253" y="1103"/>
                  </a:moveTo>
                  <a:cubicBezTo>
                    <a:pt x="189" y="1130"/>
                    <a:pt x="116" y="1147"/>
                    <a:pt x="34" y="1151"/>
                  </a:cubicBezTo>
                  <a:lnTo>
                    <a:pt x="0" y="1151"/>
                  </a:lnTo>
                  <a:cubicBezTo>
                    <a:pt x="7" y="1151"/>
                    <a:pt x="14" y="1152"/>
                    <a:pt x="21" y="1152"/>
                  </a:cubicBezTo>
                  <a:cubicBezTo>
                    <a:pt x="103" y="1152"/>
                    <a:pt x="181" y="1134"/>
                    <a:pt x="253" y="1103"/>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39">
              <a:extLst>
                <a:ext uri="{FF2B5EF4-FFF2-40B4-BE49-F238E27FC236}">
                  <a16:creationId xmlns:a16="http://schemas.microsoft.com/office/drawing/2014/main" id="{E875917D-FE1F-DFDA-FE52-B15E5CE4A416}"/>
                </a:ext>
              </a:extLst>
            </p:cNvPr>
            <p:cNvSpPr/>
            <p:nvPr/>
          </p:nvSpPr>
          <p:spPr>
            <a:xfrm>
              <a:off x="3450351" y="2922306"/>
              <a:ext cx="107616" cy="169595"/>
            </a:xfrm>
            <a:custGeom>
              <a:avLst/>
              <a:gdLst/>
              <a:ahLst/>
              <a:cxnLst/>
              <a:rect l="l" t="t" r="r" b="b"/>
              <a:pathLst>
                <a:path w="731" h="1152" extrusionOk="0">
                  <a:moveTo>
                    <a:pt x="21" y="1"/>
                  </a:moveTo>
                  <a:cubicBezTo>
                    <a:pt x="15" y="1"/>
                    <a:pt x="8" y="1"/>
                    <a:pt x="1" y="1"/>
                  </a:cubicBezTo>
                  <a:lnTo>
                    <a:pt x="42" y="1"/>
                  </a:lnTo>
                  <a:cubicBezTo>
                    <a:pt x="35" y="1"/>
                    <a:pt x="28" y="1"/>
                    <a:pt x="21" y="1"/>
                  </a:cubicBezTo>
                  <a:close/>
                  <a:moveTo>
                    <a:pt x="42" y="1"/>
                  </a:moveTo>
                  <a:cubicBezTo>
                    <a:pt x="355" y="12"/>
                    <a:pt x="609" y="258"/>
                    <a:pt x="609" y="576"/>
                  </a:cubicBezTo>
                  <a:cubicBezTo>
                    <a:pt x="609" y="894"/>
                    <a:pt x="355" y="1141"/>
                    <a:pt x="42" y="1151"/>
                  </a:cubicBezTo>
                  <a:lnTo>
                    <a:pt x="155" y="1151"/>
                  </a:lnTo>
                  <a:cubicBezTo>
                    <a:pt x="465" y="1151"/>
                    <a:pt x="730" y="897"/>
                    <a:pt x="730" y="576"/>
                  </a:cubicBezTo>
                  <a:cubicBezTo>
                    <a:pt x="730" y="255"/>
                    <a:pt x="465" y="1"/>
                    <a:pt x="155" y="1"/>
                  </a:cubicBezTo>
                  <a:close/>
                  <a:moveTo>
                    <a:pt x="1" y="1151"/>
                  </a:moveTo>
                  <a:cubicBezTo>
                    <a:pt x="8" y="1151"/>
                    <a:pt x="15" y="1152"/>
                    <a:pt x="21" y="1152"/>
                  </a:cubicBezTo>
                  <a:cubicBezTo>
                    <a:pt x="28" y="1152"/>
                    <a:pt x="35" y="1151"/>
                    <a:pt x="42" y="115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39">
              <a:extLst>
                <a:ext uri="{FF2B5EF4-FFF2-40B4-BE49-F238E27FC236}">
                  <a16:creationId xmlns:a16="http://schemas.microsoft.com/office/drawing/2014/main" id="{A9E83B60-77DA-5161-77B4-1E2E8F5997B3}"/>
                </a:ext>
              </a:extLst>
            </p:cNvPr>
            <p:cNvSpPr/>
            <p:nvPr/>
          </p:nvSpPr>
          <p:spPr>
            <a:xfrm>
              <a:off x="3336405" y="2922453"/>
              <a:ext cx="197124" cy="169153"/>
            </a:xfrm>
            <a:custGeom>
              <a:avLst/>
              <a:gdLst/>
              <a:ahLst/>
              <a:cxnLst/>
              <a:rect l="l" t="t" r="r" b="b"/>
              <a:pathLst>
                <a:path w="1339" h="1149" extrusionOk="0">
                  <a:moveTo>
                    <a:pt x="764" y="0"/>
                  </a:moveTo>
                  <a:cubicBezTo>
                    <a:pt x="255" y="0"/>
                    <a:pt x="1" y="619"/>
                    <a:pt x="354" y="984"/>
                  </a:cubicBezTo>
                  <a:cubicBezTo>
                    <a:pt x="472" y="1098"/>
                    <a:pt x="615" y="1149"/>
                    <a:pt x="755" y="1149"/>
                  </a:cubicBezTo>
                  <a:cubicBezTo>
                    <a:pt x="1053" y="1149"/>
                    <a:pt x="1339" y="921"/>
                    <a:pt x="1339" y="575"/>
                  </a:cubicBezTo>
                  <a:cubicBezTo>
                    <a:pt x="1339" y="254"/>
                    <a:pt x="1084" y="0"/>
                    <a:pt x="7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39">
              <a:extLst>
                <a:ext uri="{FF2B5EF4-FFF2-40B4-BE49-F238E27FC236}">
                  <a16:creationId xmlns:a16="http://schemas.microsoft.com/office/drawing/2014/main" id="{46701DAF-D6C4-E229-8FEA-9C8B3A60BD57}"/>
                </a:ext>
              </a:extLst>
            </p:cNvPr>
            <p:cNvSpPr/>
            <p:nvPr/>
          </p:nvSpPr>
          <p:spPr>
            <a:xfrm>
              <a:off x="3443874" y="2922306"/>
              <a:ext cx="91275" cy="169595"/>
            </a:xfrm>
            <a:custGeom>
              <a:avLst/>
              <a:gdLst/>
              <a:ahLst/>
              <a:cxnLst/>
              <a:rect l="l" t="t" r="r" b="b"/>
              <a:pathLst>
                <a:path w="620" h="1152" extrusionOk="0">
                  <a:moveTo>
                    <a:pt x="21" y="1"/>
                  </a:moveTo>
                  <a:cubicBezTo>
                    <a:pt x="14" y="1"/>
                    <a:pt x="7" y="1"/>
                    <a:pt x="0" y="1"/>
                  </a:cubicBezTo>
                  <a:lnTo>
                    <a:pt x="41" y="1"/>
                  </a:lnTo>
                  <a:cubicBezTo>
                    <a:pt x="34" y="1"/>
                    <a:pt x="27" y="1"/>
                    <a:pt x="21" y="1"/>
                  </a:cubicBezTo>
                  <a:close/>
                  <a:moveTo>
                    <a:pt x="41" y="1"/>
                  </a:moveTo>
                  <a:cubicBezTo>
                    <a:pt x="344" y="12"/>
                    <a:pt x="598" y="258"/>
                    <a:pt x="598" y="576"/>
                  </a:cubicBezTo>
                  <a:cubicBezTo>
                    <a:pt x="598" y="894"/>
                    <a:pt x="344" y="1141"/>
                    <a:pt x="41" y="1151"/>
                  </a:cubicBezTo>
                  <a:lnTo>
                    <a:pt x="45" y="1151"/>
                  </a:lnTo>
                  <a:cubicBezTo>
                    <a:pt x="365" y="1151"/>
                    <a:pt x="620" y="897"/>
                    <a:pt x="620" y="576"/>
                  </a:cubicBezTo>
                  <a:cubicBezTo>
                    <a:pt x="620" y="255"/>
                    <a:pt x="365" y="1"/>
                    <a:pt x="45" y="1"/>
                  </a:cubicBezTo>
                  <a:close/>
                  <a:moveTo>
                    <a:pt x="0" y="1151"/>
                  </a:moveTo>
                  <a:cubicBezTo>
                    <a:pt x="7" y="1151"/>
                    <a:pt x="14" y="1152"/>
                    <a:pt x="21" y="1152"/>
                  </a:cubicBezTo>
                  <a:cubicBezTo>
                    <a:pt x="27" y="1152"/>
                    <a:pt x="34" y="1151"/>
                    <a:pt x="41" y="115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39">
              <a:extLst>
                <a:ext uri="{FF2B5EF4-FFF2-40B4-BE49-F238E27FC236}">
                  <a16:creationId xmlns:a16="http://schemas.microsoft.com/office/drawing/2014/main" id="{57F82385-14DA-6FDA-1977-5026FD736445}"/>
                </a:ext>
              </a:extLst>
            </p:cNvPr>
            <p:cNvSpPr/>
            <p:nvPr/>
          </p:nvSpPr>
          <p:spPr>
            <a:xfrm>
              <a:off x="3079216" y="2810126"/>
              <a:ext cx="372902" cy="211699"/>
            </a:xfrm>
            <a:custGeom>
              <a:avLst/>
              <a:gdLst/>
              <a:ahLst/>
              <a:cxnLst/>
              <a:rect l="l" t="t" r="r" b="b"/>
              <a:pathLst>
                <a:path w="2533" h="1438" extrusionOk="0">
                  <a:moveTo>
                    <a:pt x="1272" y="255"/>
                  </a:moveTo>
                  <a:lnTo>
                    <a:pt x="1338" y="310"/>
                  </a:lnTo>
                  <a:lnTo>
                    <a:pt x="1217" y="310"/>
                  </a:lnTo>
                  <a:lnTo>
                    <a:pt x="1272" y="255"/>
                  </a:lnTo>
                  <a:close/>
                  <a:moveTo>
                    <a:pt x="963" y="575"/>
                  </a:moveTo>
                  <a:lnTo>
                    <a:pt x="963" y="1239"/>
                  </a:lnTo>
                  <a:lnTo>
                    <a:pt x="288" y="1239"/>
                  </a:lnTo>
                  <a:lnTo>
                    <a:pt x="963" y="575"/>
                  </a:lnTo>
                  <a:close/>
                  <a:moveTo>
                    <a:pt x="1593" y="575"/>
                  </a:moveTo>
                  <a:lnTo>
                    <a:pt x="2256" y="1239"/>
                  </a:lnTo>
                  <a:lnTo>
                    <a:pt x="1593" y="1239"/>
                  </a:lnTo>
                  <a:lnTo>
                    <a:pt x="1593" y="575"/>
                  </a:lnTo>
                  <a:close/>
                  <a:moveTo>
                    <a:pt x="1250" y="0"/>
                  </a:moveTo>
                  <a:lnTo>
                    <a:pt x="1" y="1239"/>
                  </a:lnTo>
                  <a:lnTo>
                    <a:pt x="1" y="1438"/>
                  </a:lnTo>
                  <a:lnTo>
                    <a:pt x="2533" y="1438"/>
                  </a:lnTo>
                  <a:lnTo>
                    <a:pt x="2533" y="1239"/>
                  </a:lnTo>
                  <a:lnTo>
                    <a:pt x="1316" y="22"/>
                  </a:lnTo>
                  <a:lnTo>
                    <a:pt x="1294" y="44"/>
                  </a:lnTo>
                  <a:lnTo>
                    <a:pt x="12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39">
              <a:extLst>
                <a:ext uri="{FF2B5EF4-FFF2-40B4-BE49-F238E27FC236}">
                  <a16:creationId xmlns:a16="http://schemas.microsoft.com/office/drawing/2014/main" id="{8DF72559-926B-AE62-0310-31363FF8AAC6}"/>
                </a:ext>
              </a:extLst>
            </p:cNvPr>
            <p:cNvSpPr/>
            <p:nvPr/>
          </p:nvSpPr>
          <p:spPr>
            <a:xfrm>
              <a:off x="1296706" y="2922306"/>
              <a:ext cx="97605" cy="169595"/>
            </a:xfrm>
            <a:custGeom>
              <a:avLst/>
              <a:gdLst/>
              <a:ahLst/>
              <a:cxnLst/>
              <a:rect l="l" t="t" r="r" b="b"/>
              <a:pathLst>
                <a:path w="663" h="1152" extrusionOk="0">
                  <a:moveTo>
                    <a:pt x="21" y="1"/>
                  </a:moveTo>
                  <a:cubicBezTo>
                    <a:pt x="14" y="1"/>
                    <a:pt x="7" y="1"/>
                    <a:pt x="0" y="1"/>
                  </a:cubicBezTo>
                  <a:lnTo>
                    <a:pt x="34" y="1"/>
                  </a:lnTo>
                  <a:cubicBezTo>
                    <a:pt x="116" y="5"/>
                    <a:pt x="189" y="22"/>
                    <a:pt x="253" y="50"/>
                  </a:cubicBezTo>
                  <a:lnTo>
                    <a:pt x="253" y="50"/>
                  </a:lnTo>
                  <a:cubicBezTo>
                    <a:pt x="182" y="18"/>
                    <a:pt x="103" y="1"/>
                    <a:pt x="21" y="1"/>
                  </a:cubicBezTo>
                  <a:close/>
                  <a:moveTo>
                    <a:pt x="253" y="50"/>
                  </a:moveTo>
                  <a:lnTo>
                    <a:pt x="253" y="50"/>
                  </a:lnTo>
                  <a:cubicBezTo>
                    <a:pt x="282" y="62"/>
                    <a:pt x="310" y="77"/>
                    <a:pt x="336" y="95"/>
                  </a:cubicBezTo>
                  <a:lnTo>
                    <a:pt x="336" y="95"/>
                  </a:lnTo>
                  <a:cubicBezTo>
                    <a:pt x="311" y="78"/>
                    <a:pt x="283" y="62"/>
                    <a:pt x="253" y="50"/>
                  </a:cubicBezTo>
                  <a:close/>
                  <a:moveTo>
                    <a:pt x="336" y="95"/>
                  </a:moveTo>
                  <a:lnTo>
                    <a:pt x="336" y="95"/>
                  </a:lnTo>
                  <a:cubicBezTo>
                    <a:pt x="663" y="311"/>
                    <a:pt x="663" y="842"/>
                    <a:pt x="336" y="1058"/>
                  </a:cubicBezTo>
                  <a:lnTo>
                    <a:pt x="336" y="1058"/>
                  </a:lnTo>
                  <a:cubicBezTo>
                    <a:pt x="492" y="956"/>
                    <a:pt x="598" y="781"/>
                    <a:pt x="598" y="576"/>
                  </a:cubicBezTo>
                  <a:cubicBezTo>
                    <a:pt x="598" y="371"/>
                    <a:pt x="492" y="196"/>
                    <a:pt x="336" y="95"/>
                  </a:cubicBezTo>
                  <a:close/>
                  <a:moveTo>
                    <a:pt x="336" y="1058"/>
                  </a:moveTo>
                  <a:cubicBezTo>
                    <a:pt x="310" y="1075"/>
                    <a:pt x="282" y="1090"/>
                    <a:pt x="253" y="1103"/>
                  </a:cubicBezTo>
                  <a:lnTo>
                    <a:pt x="253" y="1103"/>
                  </a:lnTo>
                  <a:cubicBezTo>
                    <a:pt x="283" y="1090"/>
                    <a:pt x="310" y="1075"/>
                    <a:pt x="336" y="1058"/>
                  </a:cubicBezTo>
                  <a:close/>
                  <a:moveTo>
                    <a:pt x="253" y="1103"/>
                  </a:moveTo>
                  <a:cubicBezTo>
                    <a:pt x="189" y="1130"/>
                    <a:pt x="116" y="1147"/>
                    <a:pt x="34" y="1151"/>
                  </a:cubicBezTo>
                  <a:lnTo>
                    <a:pt x="0" y="1151"/>
                  </a:lnTo>
                  <a:cubicBezTo>
                    <a:pt x="7" y="1151"/>
                    <a:pt x="14" y="1152"/>
                    <a:pt x="21" y="1152"/>
                  </a:cubicBezTo>
                  <a:cubicBezTo>
                    <a:pt x="103" y="1152"/>
                    <a:pt x="181" y="1134"/>
                    <a:pt x="253" y="1103"/>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39">
              <a:extLst>
                <a:ext uri="{FF2B5EF4-FFF2-40B4-BE49-F238E27FC236}">
                  <a16:creationId xmlns:a16="http://schemas.microsoft.com/office/drawing/2014/main" id="{9E3F4408-77CD-8542-A775-E66E221DEEA4}"/>
                </a:ext>
              </a:extLst>
            </p:cNvPr>
            <p:cNvSpPr/>
            <p:nvPr/>
          </p:nvSpPr>
          <p:spPr>
            <a:xfrm>
              <a:off x="1273887" y="2922306"/>
              <a:ext cx="105997" cy="169595"/>
            </a:xfrm>
            <a:custGeom>
              <a:avLst/>
              <a:gdLst/>
              <a:ahLst/>
              <a:cxnLst/>
              <a:rect l="l" t="t" r="r" b="b"/>
              <a:pathLst>
                <a:path w="720" h="1152" extrusionOk="0">
                  <a:moveTo>
                    <a:pt x="21" y="1"/>
                  </a:moveTo>
                  <a:cubicBezTo>
                    <a:pt x="15" y="1"/>
                    <a:pt x="8" y="1"/>
                    <a:pt x="1" y="1"/>
                  </a:cubicBezTo>
                  <a:lnTo>
                    <a:pt x="42" y="1"/>
                  </a:lnTo>
                  <a:cubicBezTo>
                    <a:pt x="35" y="1"/>
                    <a:pt x="28" y="1"/>
                    <a:pt x="21" y="1"/>
                  </a:cubicBezTo>
                  <a:close/>
                  <a:moveTo>
                    <a:pt x="42" y="1"/>
                  </a:moveTo>
                  <a:cubicBezTo>
                    <a:pt x="355" y="12"/>
                    <a:pt x="609" y="258"/>
                    <a:pt x="609" y="576"/>
                  </a:cubicBezTo>
                  <a:cubicBezTo>
                    <a:pt x="609" y="894"/>
                    <a:pt x="355" y="1141"/>
                    <a:pt x="42" y="1151"/>
                  </a:cubicBezTo>
                  <a:lnTo>
                    <a:pt x="155" y="1151"/>
                  </a:lnTo>
                  <a:cubicBezTo>
                    <a:pt x="465" y="1151"/>
                    <a:pt x="719" y="897"/>
                    <a:pt x="719" y="576"/>
                  </a:cubicBezTo>
                  <a:cubicBezTo>
                    <a:pt x="719" y="255"/>
                    <a:pt x="465" y="1"/>
                    <a:pt x="155" y="1"/>
                  </a:cubicBezTo>
                  <a:close/>
                  <a:moveTo>
                    <a:pt x="1" y="1151"/>
                  </a:moveTo>
                  <a:cubicBezTo>
                    <a:pt x="8" y="1151"/>
                    <a:pt x="15" y="1152"/>
                    <a:pt x="21" y="1152"/>
                  </a:cubicBezTo>
                  <a:cubicBezTo>
                    <a:pt x="28" y="1152"/>
                    <a:pt x="35" y="1151"/>
                    <a:pt x="42" y="1151"/>
                  </a:cubicBezTo>
                  <a:close/>
                </a:path>
              </a:pathLst>
            </a:custGeom>
            <a:solidFill>
              <a:srgbClr val="6A6D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39">
              <a:extLst>
                <a:ext uri="{FF2B5EF4-FFF2-40B4-BE49-F238E27FC236}">
                  <a16:creationId xmlns:a16="http://schemas.microsoft.com/office/drawing/2014/main" id="{FD41FE35-21F5-BA0C-2538-C93A52B6D909}"/>
                </a:ext>
              </a:extLst>
            </p:cNvPr>
            <p:cNvSpPr/>
            <p:nvPr/>
          </p:nvSpPr>
          <p:spPr>
            <a:xfrm>
              <a:off x="1158322" y="2922453"/>
              <a:ext cx="198744" cy="169153"/>
            </a:xfrm>
            <a:custGeom>
              <a:avLst/>
              <a:gdLst/>
              <a:ahLst/>
              <a:cxnLst/>
              <a:rect l="l" t="t" r="r" b="b"/>
              <a:pathLst>
                <a:path w="1350" h="1149" extrusionOk="0">
                  <a:moveTo>
                    <a:pt x="775" y="0"/>
                  </a:moveTo>
                  <a:cubicBezTo>
                    <a:pt x="266" y="0"/>
                    <a:pt x="1" y="619"/>
                    <a:pt x="365" y="984"/>
                  </a:cubicBezTo>
                  <a:cubicBezTo>
                    <a:pt x="483" y="1098"/>
                    <a:pt x="626" y="1149"/>
                    <a:pt x="766" y="1149"/>
                  </a:cubicBezTo>
                  <a:cubicBezTo>
                    <a:pt x="1064" y="1149"/>
                    <a:pt x="1350" y="921"/>
                    <a:pt x="1350" y="575"/>
                  </a:cubicBezTo>
                  <a:cubicBezTo>
                    <a:pt x="1350" y="254"/>
                    <a:pt x="1095" y="0"/>
                    <a:pt x="7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39">
              <a:extLst>
                <a:ext uri="{FF2B5EF4-FFF2-40B4-BE49-F238E27FC236}">
                  <a16:creationId xmlns:a16="http://schemas.microsoft.com/office/drawing/2014/main" id="{6E2C37CF-15DC-79AF-88B3-49463BB9527F}"/>
                </a:ext>
              </a:extLst>
            </p:cNvPr>
            <p:cNvSpPr/>
            <p:nvPr/>
          </p:nvSpPr>
          <p:spPr>
            <a:xfrm>
              <a:off x="1267410" y="2922306"/>
              <a:ext cx="91275" cy="169595"/>
            </a:xfrm>
            <a:custGeom>
              <a:avLst/>
              <a:gdLst/>
              <a:ahLst/>
              <a:cxnLst/>
              <a:rect l="l" t="t" r="r" b="b"/>
              <a:pathLst>
                <a:path w="620" h="1152" extrusionOk="0">
                  <a:moveTo>
                    <a:pt x="21" y="1"/>
                  </a:moveTo>
                  <a:cubicBezTo>
                    <a:pt x="14" y="1"/>
                    <a:pt x="7" y="1"/>
                    <a:pt x="0" y="1"/>
                  </a:cubicBezTo>
                  <a:lnTo>
                    <a:pt x="41" y="1"/>
                  </a:lnTo>
                  <a:cubicBezTo>
                    <a:pt x="34" y="1"/>
                    <a:pt x="27" y="1"/>
                    <a:pt x="21" y="1"/>
                  </a:cubicBezTo>
                  <a:close/>
                  <a:moveTo>
                    <a:pt x="41" y="1"/>
                  </a:moveTo>
                  <a:cubicBezTo>
                    <a:pt x="344" y="12"/>
                    <a:pt x="598" y="258"/>
                    <a:pt x="598" y="576"/>
                  </a:cubicBezTo>
                  <a:cubicBezTo>
                    <a:pt x="598" y="894"/>
                    <a:pt x="344" y="1141"/>
                    <a:pt x="41" y="1151"/>
                  </a:cubicBezTo>
                  <a:lnTo>
                    <a:pt x="45" y="1151"/>
                  </a:lnTo>
                  <a:cubicBezTo>
                    <a:pt x="365" y="1151"/>
                    <a:pt x="620" y="897"/>
                    <a:pt x="620" y="576"/>
                  </a:cubicBezTo>
                  <a:cubicBezTo>
                    <a:pt x="620" y="255"/>
                    <a:pt x="365" y="1"/>
                    <a:pt x="45" y="1"/>
                  </a:cubicBezTo>
                  <a:close/>
                  <a:moveTo>
                    <a:pt x="0" y="1151"/>
                  </a:moveTo>
                  <a:cubicBezTo>
                    <a:pt x="7" y="1151"/>
                    <a:pt x="14" y="1152"/>
                    <a:pt x="21" y="1152"/>
                  </a:cubicBezTo>
                  <a:cubicBezTo>
                    <a:pt x="27" y="1152"/>
                    <a:pt x="34" y="1151"/>
                    <a:pt x="41" y="1151"/>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39">
              <a:extLst>
                <a:ext uri="{FF2B5EF4-FFF2-40B4-BE49-F238E27FC236}">
                  <a16:creationId xmlns:a16="http://schemas.microsoft.com/office/drawing/2014/main" id="{63A889C5-927A-D363-834F-7C971CE61189}"/>
                </a:ext>
              </a:extLst>
            </p:cNvPr>
            <p:cNvSpPr/>
            <p:nvPr/>
          </p:nvSpPr>
          <p:spPr>
            <a:xfrm>
              <a:off x="1661364" y="2922306"/>
              <a:ext cx="107616" cy="169595"/>
            </a:xfrm>
            <a:custGeom>
              <a:avLst/>
              <a:gdLst/>
              <a:ahLst/>
              <a:cxnLst/>
              <a:rect l="l" t="t" r="r" b="b"/>
              <a:pathLst>
                <a:path w="731" h="1152" extrusionOk="0">
                  <a:moveTo>
                    <a:pt x="65" y="1"/>
                  </a:moveTo>
                  <a:cubicBezTo>
                    <a:pt x="58" y="1"/>
                    <a:pt x="51" y="1"/>
                    <a:pt x="45" y="1"/>
                  </a:cubicBezTo>
                  <a:lnTo>
                    <a:pt x="0" y="1"/>
                  </a:lnTo>
                  <a:cubicBezTo>
                    <a:pt x="730" y="34"/>
                    <a:pt x="730" y="1118"/>
                    <a:pt x="0" y="1151"/>
                  </a:cubicBezTo>
                  <a:lnTo>
                    <a:pt x="45" y="1151"/>
                  </a:lnTo>
                  <a:cubicBezTo>
                    <a:pt x="51" y="1151"/>
                    <a:pt x="58" y="1152"/>
                    <a:pt x="65" y="1152"/>
                  </a:cubicBezTo>
                  <a:cubicBezTo>
                    <a:pt x="377" y="1152"/>
                    <a:pt x="642" y="901"/>
                    <a:pt x="642" y="576"/>
                  </a:cubicBezTo>
                  <a:cubicBezTo>
                    <a:pt x="642" y="251"/>
                    <a:pt x="377" y="1"/>
                    <a:pt x="6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39">
              <a:extLst>
                <a:ext uri="{FF2B5EF4-FFF2-40B4-BE49-F238E27FC236}">
                  <a16:creationId xmlns:a16="http://schemas.microsoft.com/office/drawing/2014/main" id="{FEB2BC95-CA2F-90A8-C012-47110B420174}"/>
                </a:ext>
              </a:extLst>
            </p:cNvPr>
            <p:cNvSpPr/>
            <p:nvPr/>
          </p:nvSpPr>
          <p:spPr>
            <a:xfrm>
              <a:off x="1640165" y="2922306"/>
              <a:ext cx="105997" cy="169595"/>
            </a:xfrm>
            <a:custGeom>
              <a:avLst/>
              <a:gdLst/>
              <a:ahLst/>
              <a:cxnLst/>
              <a:rect l="l" t="t" r="r" b="b"/>
              <a:pathLst>
                <a:path w="720" h="1152" extrusionOk="0">
                  <a:moveTo>
                    <a:pt x="21" y="1"/>
                  </a:moveTo>
                  <a:cubicBezTo>
                    <a:pt x="14" y="1"/>
                    <a:pt x="7" y="1"/>
                    <a:pt x="1" y="1"/>
                  </a:cubicBezTo>
                  <a:lnTo>
                    <a:pt x="41" y="1"/>
                  </a:lnTo>
                  <a:cubicBezTo>
                    <a:pt x="34" y="1"/>
                    <a:pt x="27" y="1"/>
                    <a:pt x="21" y="1"/>
                  </a:cubicBezTo>
                  <a:close/>
                  <a:moveTo>
                    <a:pt x="41" y="1"/>
                  </a:moveTo>
                  <a:cubicBezTo>
                    <a:pt x="344" y="12"/>
                    <a:pt x="598" y="258"/>
                    <a:pt x="598" y="576"/>
                  </a:cubicBezTo>
                  <a:cubicBezTo>
                    <a:pt x="598" y="894"/>
                    <a:pt x="344" y="1141"/>
                    <a:pt x="41" y="1151"/>
                  </a:cubicBezTo>
                  <a:lnTo>
                    <a:pt x="144" y="1151"/>
                  </a:lnTo>
                  <a:cubicBezTo>
                    <a:pt x="465" y="1151"/>
                    <a:pt x="719" y="897"/>
                    <a:pt x="719" y="576"/>
                  </a:cubicBezTo>
                  <a:cubicBezTo>
                    <a:pt x="719" y="255"/>
                    <a:pt x="465" y="1"/>
                    <a:pt x="144" y="1"/>
                  </a:cubicBezTo>
                  <a:close/>
                  <a:moveTo>
                    <a:pt x="1" y="1151"/>
                  </a:moveTo>
                  <a:cubicBezTo>
                    <a:pt x="7" y="1151"/>
                    <a:pt x="14" y="1152"/>
                    <a:pt x="21" y="1152"/>
                  </a:cubicBezTo>
                  <a:cubicBezTo>
                    <a:pt x="27" y="1152"/>
                    <a:pt x="34" y="1151"/>
                    <a:pt x="41" y="115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39">
              <a:extLst>
                <a:ext uri="{FF2B5EF4-FFF2-40B4-BE49-F238E27FC236}">
                  <a16:creationId xmlns:a16="http://schemas.microsoft.com/office/drawing/2014/main" id="{F24BFB98-93FE-2B49-B586-C7F9C7C1239A}"/>
                </a:ext>
              </a:extLst>
            </p:cNvPr>
            <p:cNvSpPr/>
            <p:nvPr/>
          </p:nvSpPr>
          <p:spPr>
            <a:xfrm>
              <a:off x="1524599" y="2922453"/>
              <a:ext cx="197124" cy="169153"/>
            </a:xfrm>
            <a:custGeom>
              <a:avLst/>
              <a:gdLst/>
              <a:ahLst/>
              <a:cxnLst/>
              <a:rect l="l" t="t" r="r" b="b"/>
              <a:pathLst>
                <a:path w="1339" h="1149" extrusionOk="0">
                  <a:moveTo>
                    <a:pt x="775" y="0"/>
                  </a:moveTo>
                  <a:cubicBezTo>
                    <a:pt x="255" y="0"/>
                    <a:pt x="1" y="619"/>
                    <a:pt x="365" y="984"/>
                  </a:cubicBezTo>
                  <a:cubicBezTo>
                    <a:pt x="483" y="1098"/>
                    <a:pt x="625" y="1149"/>
                    <a:pt x="764" y="1149"/>
                  </a:cubicBezTo>
                  <a:cubicBezTo>
                    <a:pt x="1058" y="1149"/>
                    <a:pt x="1338" y="921"/>
                    <a:pt x="1338" y="575"/>
                  </a:cubicBezTo>
                  <a:cubicBezTo>
                    <a:pt x="1338" y="254"/>
                    <a:pt x="1084" y="0"/>
                    <a:pt x="7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39">
              <a:extLst>
                <a:ext uri="{FF2B5EF4-FFF2-40B4-BE49-F238E27FC236}">
                  <a16:creationId xmlns:a16="http://schemas.microsoft.com/office/drawing/2014/main" id="{CFF71F59-B22D-7C6E-C2D0-67FA98181B24}"/>
                </a:ext>
              </a:extLst>
            </p:cNvPr>
            <p:cNvSpPr/>
            <p:nvPr/>
          </p:nvSpPr>
          <p:spPr>
            <a:xfrm>
              <a:off x="1632068" y="2922453"/>
              <a:ext cx="107616" cy="169447"/>
            </a:xfrm>
            <a:custGeom>
              <a:avLst/>
              <a:gdLst/>
              <a:ahLst/>
              <a:cxnLst/>
              <a:rect l="l" t="t" r="r" b="b"/>
              <a:pathLst>
                <a:path w="731" h="1151" extrusionOk="0">
                  <a:moveTo>
                    <a:pt x="0" y="0"/>
                  </a:moveTo>
                  <a:cubicBezTo>
                    <a:pt x="730" y="33"/>
                    <a:pt x="730" y="1117"/>
                    <a:pt x="0" y="1150"/>
                  </a:cubicBezTo>
                  <a:lnTo>
                    <a:pt x="56" y="1150"/>
                  </a:lnTo>
                  <a:cubicBezTo>
                    <a:pt x="376" y="1150"/>
                    <a:pt x="631" y="896"/>
                    <a:pt x="631" y="575"/>
                  </a:cubicBezTo>
                  <a:cubicBezTo>
                    <a:pt x="631" y="254"/>
                    <a:pt x="376" y="0"/>
                    <a:pt x="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39">
              <a:extLst>
                <a:ext uri="{FF2B5EF4-FFF2-40B4-BE49-F238E27FC236}">
                  <a16:creationId xmlns:a16="http://schemas.microsoft.com/office/drawing/2014/main" id="{860D37EF-80C9-5F64-A78F-A3B6DD718377}"/>
                </a:ext>
              </a:extLst>
            </p:cNvPr>
            <p:cNvSpPr/>
            <p:nvPr/>
          </p:nvSpPr>
          <p:spPr>
            <a:xfrm>
              <a:off x="1278745" y="2810126"/>
              <a:ext cx="373049" cy="211699"/>
            </a:xfrm>
            <a:custGeom>
              <a:avLst/>
              <a:gdLst/>
              <a:ahLst/>
              <a:cxnLst/>
              <a:rect l="l" t="t" r="r" b="b"/>
              <a:pathLst>
                <a:path w="2534" h="1438" extrusionOk="0">
                  <a:moveTo>
                    <a:pt x="1272" y="255"/>
                  </a:moveTo>
                  <a:lnTo>
                    <a:pt x="1328" y="310"/>
                  </a:lnTo>
                  <a:lnTo>
                    <a:pt x="1217" y="310"/>
                  </a:lnTo>
                  <a:lnTo>
                    <a:pt x="1272" y="255"/>
                  </a:lnTo>
                  <a:close/>
                  <a:moveTo>
                    <a:pt x="952" y="575"/>
                  </a:moveTo>
                  <a:lnTo>
                    <a:pt x="952" y="1239"/>
                  </a:lnTo>
                  <a:lnTo>
                    <a:pt x="288" y="1239"/>
                  </a:lnTo>
                  <a:lnTo>
                    <a:pt x="952" y="575"/>
                  </a:lnTo>
                  <a:close/>
                  <a:moveTo>
                    <a:pt x="1593" y="575"/>
                  </a:moveTo>
                  <a:lnTo>
                    <a:pt x="2257" y="1239"/>
                  </a:lnTo>
                  <a:lnTo>
                    <a:pt x="1593" y="1239"/>
                  </a:lnTo>
                  <a:lnTo>
                    <a:pt x="1593" y="575"/>
                  </a:lnTo>
                  <a:close/>
                  <a:moveTo>
                    <a:pt x="1250" y="0"/>
                  </a:moveTo>
                  <a:lnTo>
                    <a:pt x="1" y="1239"/>
                  </a:lnTo>
                  <a:lnTo>
                    <a:pt x="1" y="1438"/>
                  </a:lnTo>
                  <a:lnTo>
                    <a:pt x="2533" y="1438"/>
                  </a:lnTo>
                  <a:lnTo>
                    <a:pt x="2533" y="1239"/>
                  </a:lnTo>
                  <a:lnTo>
                    <a:pt x="1317" y="22"/>
                  </a:lnTo>
                  <a:lnTo>
                    <a:pt x="1295" y="44"/>
                  </a:lnTo>
                  <a:lnTo>
                    <a:pt x="1250" y="0"/>
                  </a:lnTo>
                  <a:close/>
                </a:path>
              </a:pathLst>
            </a:custGeom>
            <a:solidFill>
              <a:srgbClr val="4545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39">
              <a:extLst>
                <a:ext uri="{FF2B5EF4-FFF2-40B4-BE49-F238E27FC236}">
                  <a16:creationId xmlns:a16="http://schemas.microsoft.com/office/drawing/2014/main" id="{AAAA1ABD-E409-0659-42BB-4975D581CED7}"/>
                </a:ext>
              </a:extLst>
            </p:cNvPr>
            <p:cNvSpPr/>
            <p:nvPr/>
          </p:nvSpPr>
          <p:spPr>
            <a:xfrm>
              <a:off x="1269029" y="2810126"/>
              <a:ext cx="371283" cy="211699"/>
            </a:xfrm>
            <a:custGeom>
              <a:avLst/>
              <a:gdLst/>
              <a:ahLst/>
              <a:cxnLst/>
              <a:rect l="l" t="t" r="r" b="b"/>
              <a:pathLst>
                <a:path w="2522" h="1438" extrusionOk="0">
                  <a:moveTo>
                    <a:pt x="1272" y="255"/>
                  </a:moveTo>
                  <a:lnTo>
                    <a:pt x="1327" y="310"/>
                  </a:lnTo>
                  <a:lnTo>
                    <a:pt x="1217" y="310"/>
                  </a:lnTo>
                  <a:lnTo>
                    <a:pt x="1272" y="255"/>
                  </a:lnTo>
                  <a:close/>
                  <a:moveTo>
                    <a:pt x="951" y="575"/>
                  </a:moveTo>
                  <a:lnTo>
                    <a:pt x="951" y="1239"/>
                  </a:lnTo>
                  <a:lnTo>
                    <a:pt x="288" y="1239"/>
                  </a:lnTo>
                  <a:lnTo>
                    <a:pt x="951" y="575"/>
                  </a:lnTo>
                  <a:close/>
                  <a:moveTo>
                    <a:pt x="1582" y="575"/>
                  </a:moveTo>
                  <a:lnTo>
                    <a:pt x="2245" y="1239"/>
                  </a:lnTo>
                  <a:lnTo>
                    <a:pt x="1582" y="1239"/>
                  </a:lnTo>
                  <a:lnTo>
                    <a:pt x="1582" y="575"/>
                  </a:lnTo>
                  <a:close/>
                  <a:moveTo>
                    <a:pt x="1239" y="0"/>
                  </a:moveTo>
                  <a:lnTo>
                    <a:pt x="0" y="1239"/>
                  </a:lnTo>
                  <a:lnTo>
                    <a:pt x="0" y="1438"/>
                  </a:lnTo>
                  <a:lnTo>
                    <a:pt x="2522" y="1438"/>
                  </a:lnTo>
                  <a:lnTo>
                    <a:pt x="2522" y="1239"/>
                  </a:lnTo>
                  <a:lnTo>
                    <a:pt x="1305" y="22"/>
                  </a:lnTo>
                  <a:lnTo>
                    <a:pt x="1283" y="44"/>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39">
              <a:extLst>
                <a:ext uri="{FF2B5EF4-FFF2-40B4-BE49-F238E27FC236}">
                  <a16:creationId xmlns:a16="http://schemas.microsoft.com/office/drawing/2014/main" id="{1056EA16-CF90-0349-6073-E88CE597FC65}"/>
                </a:ext>
              </a:extLst>
            </p:cNvPr>
            <p:cNvSpPr/>
            <p:nvPr/>
          </p:nvSpPr>
          <p:spPr>
            <a:xfrm>
              <a:off x="2918013" y="2857235"/>
              <a:ext cx="99519" cy="145009"/>
            </a:xfrm>
            <a:custGeom>
              <a:avLst/>
              <a:gdLst/>
              <a:ahLst/>
              <a:cxnLst/>
              <a:rect l="l" t="t" r="r" b="b"/>
              <a:pathLst>
                <a:path w="676" h="985" extrusionOk="0">
                  <a:moveTo>
                    <a:pt x="554" y="1"/>
                  </a:moveTo>
                  <a:lnTo>
                    <a:pt x="554" y="432"/>
                  </a:lnTo>
                  <a:lnTo>
                    <a:pt x="1" y="985"/>
                  </a:lnTo>
                  <a:lnTo>
                    <a:pt x="122" y="985"/>
                  </a:lnTo>
                  <a:lnTo>
                    <a:pt x="675" y="432"/>
                  </a:lnTo>
                  <a:lnTo>
                    <a:pt x="675"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39">
              <a:extLst>
                <a:ext uri="{FF2B5EF4-FFF2-40B4-BE49-F238E27FC236}">
                  <a16:creationId xmlns:a16="http://schemas.microsoft.com/office/drawing/2014/main" id="{3B1EC9E0-3737-B592-3B99-D3F06DECFB7E}"/>
                </a:ext>
              </a:extLst>
            </p:cNvPr>
            <p:cNvSpPr/>
            <p:nvPr/>
          </p:nvSpPr>
          <p:spPr>
            <a:xfrm>
              <a:off x="1732912" y="2855616"/>
              <a:ext cx="1266659" cy="146629"/>
            </a:xfrm>
            <a:custGeom>
              <a:avLst/>
              <a:gdLst/>
              <a:ahLst/>
              <a:cxnLst/>
              <a:rect l="l" t="t" r="r" b="b"/>
              <a:pathLst>
                <a:path w="8604" h="996" extrusionOk="0">
                  <a:moveTo>
                    <a:pt x="1" y="1"/>
                  </a:moveTo>
                  <a:lnTo>
                    <a:pt x="1" y="443"/>
                  </a:lnTo>
                  <a:lnTo>
                    <a:pt x="554" y="996"/>
                  </a:lnTo>
                  <a:lnTo>
                    <a:pt x="8051" y="996"/>
                  </a:lnTo>
                  <a:lnTo>
                    <a:pt x="8604" y="443"/>
                  </a:lnTo>
                  <a:lnTo>
                    <a:pt x="860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39">
              <a:extLst>
                <a:ext uri="{FF2B5EF4-FFF2-40B4-BE49-F238E27FC236}">
                  <a16:creationId xmlns:a16="http://schemas.microsoft.com/office/drawing/2014/main" id="{FD2BC523-DD79-C640-6CD4-B21674D05B8A}"/>
                </a:ext>
              </a:extLst>
            </p:cNvPr>
            <p:cNvSpPr/>
            <p:nvPr/>
          </p:nvSpPr>
          <p:spPr>
            <a:xfrm>
              <a:off x="1732912" y="2857235"/>
              <a:ext cx="1283001" cy="40926"/>
            </a:xfrm>
            <a:custGeom>
              <a:avLst/>
              <a:gdLst/>
              <a:ahLst/>
              <a:cxnLst/>
              <a:rect l="l" t="t" r="r" b="b"/>
              <a:pathLst>
                <a:path w="8715" h="278" extrusionOk="0">
                  <a:moveTo>
                    <a:pt x="1" y="1"/>
                  </a:moveTo>
                  <a:lnTo>
                    <a:pt x="1" y="277"/>
                  </a:lnTo>
                  <a:lnTo>
                    <a:pt x="8714" y="277"/>
                  </a:lnTo>
                  <a:lnTo>
                    <a:pt x="8714"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39">
              <a:extLst>
                <a:ext uri="{FF2B5EF4-FFF2-40B4-BE49-F238E27FC236}">
                  <a16:creationId xmlns:a16="http://schemas.microsoft.com/office/drawing/2014/main" id="{1F35AA37-EA20-6D39-A00D-8E10A8D345F9}"/>
                </a:ext>
              </a:extLst>
            </p:cNvPr>
            <p:cNvSpPr/>
            <p:nvPr/>
          </p:nvSpPr>
          <p:spPr>
            <a:xfrm>
              <a:off x="1127406" y="2857235"/>
              <a:ext cx="99372" cy="145009"/>
            </a:xfrm>
            <a:custGeom>
              <a:avLst/>
              <a:gdLst/>
              <a:ahLst/>
              <a:cxnLst/>
              <a:rect l="l" t="t" r="r" b="b"/>
              <a:pathLst>
                <a:path w="675" h="985" extrusionOk="0">
                  <a:moveTo>
                    <a:pt x="553" y="1"/>
                  </a:moveTo>
                  <a:lnTo>
                    <a:pt x="553" y="432"/>
                  </a:lnTo>
                  <a:lnTo>
                    <a:pt x="0" y="985"/>
                  </a:lnTo>
                  <a:lnTo>
                    <a:pt x="122" y="985"/>
                  </a:lnTo>
                  <a:lnTo>
                    <a:pt x="675" y="432"/>
                  </a:lnTo>
                  <a:lnTo>
                    <a:pt x="675"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39">
              <a:extLst>
                <a:ext uri="{FF2B5EF4-FFF2-40B4-BE49-F238E27FC236}">
                  <a16:creationId xmlns:a16="http://schemas.microsoft.com/office/drawing/2014/main" id="{7F512551-C9E6-946B-62E5-6A894BA0F006}"/>
                </a:ext>
              </a:extLst>
            </p:cNvPr>
            <p:cNvSpPr/>
            <p:nvPr/>
          </p:nvSpPr>
          <p:spPr>
            <a:xfrm>
              <a:off x="777470" y="2855616"/>
              <a:ext cx="431494" cy="146629"/>
            </a:xfrm>
            <a:custGeom>
              <a:avLst/>
              <a:gdLst/>
              <a:ahLst/>
              <a:cxnLst/>
              <a:rect l="l" t="t" r="r" b="b"/>
              <a:pathLst>
                <a:path w="2931" h="996" extrusionOk="0">
                  <a:moveTo>
                    <a:pt x="0" y="1"/>
                  </a:moveTo>
                  <a:lnTo>
                    <a:pt x="0" y="443"/>
                  </a:lnTo>
                  <a:lnTo>
                    <a:pt x="553" y="996"/>
                  </a:lnTo>
                  <a:lnTo>
                    <a:pt x="2377" y="996"/>
                  </a:lnTo>
                  <a:lnTo>
                    <a:pt x="2930" y="443"/>
                  </a:lnTo>
                  <a:lnTo>
                    <a:pt x="293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39">
              <a:extLst>
                <a:ext uri="{FF2B5EF4-FFF2-40B4-BE49-F238E27FC236}">
                  <a16:creationId xmlns:a16="http://schemas.microsoft.com/office/drawing/2014/main" id="{1ECB2C0C-F485-7210-BE1F-F88588814C48}"/>
                </a:ext>
              </a:extLst>
            </p:cNvPr>
            <p:cNvSpPr/>
            <p:nvPr/>
          </p:nvSpPr>
          <p:spPr>
            <a:xfrm>
              <a:off x="777470" y="2857235"/>
              <a:ext cx="449308" cy="40926"/>
            </a:xfrm>
            <a:custGeom>
              <a:avLst/>
              <a:gdLst/>
              <a:ahLst/>
              <a:cxnLst/>
              <a:rect l="l" t="t" r="r" b="b"/>
              <a:pathLst>
                <a:path w="3052" h="278" extrusionOk="0">
                  <a:moveTo>
                    <a:pt x="0" y="1"/>
                  </a:moveTo>
                  <a:lnTo>
                    <a:pt x="0" y="277"/>
                  </a:lnTo>
                  <a:lnTo>
                    <a:pt x="3052" y="277"/>
                  </a:lnTo>
                  <a:lnTo>
                    <a:pt x="3052"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39">
              <a:extLst>
                <a:ext uri="{FF2B5EF4-FFF2-40B4-BE49-F238E27FC236}">
                  <a16:creationId xmlns:a16="http://schemas.microsoft.com/office/drawing/2014/main" id="{76BA0C97-5DA9-EDF7-7052-713B260C5A80}"/>
                </a:ext>
              </a:extLst>
            </p:cNvPr>
            <p:cNvSpPr/>
            <p:nvPr/>
          </p:nvSpPr>
          <p:spPr>
            <a:xfrm>
              <a:off x="3930575" y="2852377"/>
              <a:ext cx="18108" cy="149867"/>
            </a:xfrm>
            <a:custGeom>
              <a:avLst/>
              <a:gdLst/>
              <a:ahLst/>
              <a:cxnLst/>
              <a:rect l="l" t="t" r="r" b="b"/>
              <a:pathLst>
                <a:path w="123" h="1018" extrusionOk="0">
                  <a:moveTo>
                    <a:pt x="1" y="1"/>
                  </a:moveTo>
                  <a:lnTo>
                    <a:pt x="1" y="1018"/>
                  </a:lnTo>
                  <a:lnTo>
                    <a:pt x="122" y="1018"/>
                  </a:lnTo>
                  <a:lnTo>
                    <a:pt x="12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39">
              <a:extLst>
                <a:ext uri="{FF2B5EF4-FFF2-40B4-BE49-F238E27FC236}">
                  <a16:creationId xmlns:a16="http://schemas.microsoft.com/office/drawing/2014/main" id="{C0F97298-C60E-E41C-D669-4A325D6B0258}"/>
                </a:ext>
              </a:extLst>
            </p:cNvPr>
            <p:cNvSpPr/>
            <p:nvPr/>
          </p:nvSpPr>
          <p:spPr>
            <a:xfrm>
              <a:off x="3546485" y="2855616"/>
              <a:ext cx="384238" cy="146629"/>
            </a:xfrm>
            <a:custGeom>
              <a:avLst/>
              <a:gdLst/>
              <a:ahLst/>
              <a:cxnLst/>
              <a:rect l="l" t="t" r="r" b="b"/>
              <a:pathLst>
                <a:path w="2610" h="996" extrusionOk="0">
                  <a:moveTo>
                    <a:pt x="0" y="1"/>
                  </a:moveTo>
                  <a:lnTo>
                    <a:pt x="0" y="443"/>
                  </a:lnTo>
                  <a:lnTo>
                    <a:pt x="553" y="996"/>
                  </a:lnTo>
                  <a:lnTo>
                    <a:pt x="2610" y="996"/>
                  </a:lnTo>
                  <a:lnTo>
                    <a:pt x="261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39">
              <a:extLst>
                <a:ext uri="{FF2B5EF4-FFF2-40B4-BE49-F238E27FC236}">
                  <a16:creationId xmlns:a16="http://schemas.microsoft.com/office/drawing/2014/main" id="{8E103468-83FD-250C-D151-7E19DDA6324B}"/>
                </a:ext>
              </a:extLst>
            </p:cNvPr>
            <p:cNvSpPr/>
            <p:nvPr/>
          </p:nvSpPr>
          <p:spPr>
            <a:xfrm>
              <a:off x="3548104" y="2857235"/>
              <a:ext cx="400579" cy="40926"/>
            </a:xfrm>
            <a:custGeom>
              <a:avLst/>
              <a:gdLst/>
              <a:ahLst/>
              <a:cxnLst/>
              <a:rect l="l" t="t" r="r" b="b"/>
              <a:pathLst>
                <a:path w="2721" h="278" extrusionOk="0">
                  <a:moveTo>
                    <a:pt x="0" y="1"/>
                  </a:moveTo>
                  <a:lnTo>
                    <a:pt x="0" y="277"/>
                  </a:lnTo>
                  <a:lnTo>
                    <a:pt x="2720" y="277"/>
                  </a:lnTo>
                  <a:lnTo>
                    <a:pt x="27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39">
              <a:extLst>
                <a:ext uri="{FF2B5EF4-FFF2-40B4-BE49-F238E27FC236}">
                  <a16:creationId xmlns:a16="http://schemas.microsoft.com/office/drawing/2014/main" id="{61955121-9D2B-0F04-BC0A-0D51FAEF6940}"/>
                </a:ext>
              </a:extLst>
            </p:cNvPr>
            <p:cNvSpPr/>
            <p:nvPr/>
          </p:nvSpPr>
          <p:spPr>
            <a:xfrm>
              <a:off x="839301" y="2857235"/>
              <a:ext cx="2900921" cy="88036"/>
            </a:xfrm>
            <a:custGeom>
              <a:avLst/>
              <a:gdLst/>
              <a:ahLst/>
              <a:cxnLst/>
              <a:rect l="l" t="t" r="r" b="b"/>
              <a:pathLst>
                <a:path w="19705" h="598" extrusionOk="0">
                  <a:moveTo>
                    <a:pt x="0" y="1"/>
                  </a:moveTo>
                  <a:lnTo>
                    <a:pt x="0" y="598"/>
                  </a:lnTo>
                  <a:lnTo>
                    <a:pt x="19705" y="598"/>
                  </a:lnTo>
                  <a:lnTo>
                    <a:pt x="197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39">
              <a:extLst>
                <a:ext uri="{FF2B5EF4-FFF2-40B4-BE49-F238E27FC236}">
                  <a16:creationId xmlns:a16="http://schemas.microsoft.com/office/drawing/2014/main" id="{47617060-3E82-8BA6-9A5F-0348D6128541}"/>
                </a:ext>
              </a:extLst>
            </p:cNvPr>
            <p:cNvSpPr/>
            <p:nvPr/>
          </p:nvSpPr>
          <p:spPr>
            <a:xfrm>
              <a:off x="2641391" y="2857235"/>
              <a:ext cx="99372" cy="145009"/>
            </a:xfrm>
            <a:custGeom>
              <a:avLst/>
              <a:gdLst/>
              <a:ahLst/>
              <a:cxnLst/>
              <a:rect l="l" t="t" r="r" b="b"/>
              <a:pathLst>
                <a:path w="675" h="985" extrusionOk="0">
                  <a:moveTo>
                    <a:pt x="553" y="1"/>
                  </a:moveTo>
                  <a:lnTo>
                    <a:pt x="553" y="432"/>
                  </a:lnTo>
                  <a:lnTo>
                    <a:pt x="0" y="985"/>
                  </a:lnTo>
                  <a:lnTo>
                    <a:pt x="122" y="985"/>
                  </a:lnTo>
                  <a:lnTo>
                    <a:pt x="675" y="432"/>
                  </a:lnTo>
                  <a:lnTo>
                    <a:pt x="67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39">
              <a:extLst>
                <a:ext uri="{FF2B5EF4-FFF2-40B4-BE49-F238E27FC236}">
                  <a16:creationId xmlns:a16="http://schemas.microsoft.com/office/drawing/2014/main" id="{93C159F8-5231-08C8-3EEA-AAC20B74B38C}"/>
                </a:ext>
              </a:extLst>
            </p:cNvPr>
            <p:cNvSpPr/>
            <p:nvPr/>
          </p:nvSpPr>
          <p:spPr>
            <a:xfrm>
              <a:off x="1430232" y="2855616"/>
              <a:ext cx="1292570" cy="146629"/>
            </a:xfrm>
            <a:custGeom>
              <a:avLst/>
              <a:gdLst/>
              <a:ahLst/>
              <a:cxnLst/>
              <a:rect l="l" t="t" r="r" b="b"/>
              <a:pathLst>
                <a:path w="8780" h="996" extrusionOk="0">
                  <a:moveTo>
                    <a:pt x="0" y="1"/>
                  </a:moveTo>
                  <a:lnTo>
                    <a:pt x="0" y="443"/>
                  </a:lnTo>
                  <a:lnTo>
                    <a:pt x="542" y="996"/>
                  </a:lnTo>
                  <a:lnTo>
                    <a:pt x="8227" y="996"/>
                  </a:lnTo>
                  <a:lnTo>
                    <a:pt x="8780" y="443"/>
                  </a:lnTo>
                  <a:lnTo>
                    <a:pt x="878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39">
              <a:extLst>
                <a:ext uri="{FF2B5EF4-FFF2-40B4-BE49-F238E27FC236}">
                  <a16:creationId xmlns:a16="http://schemas.microsoft.com/office/drawing/2014/main" id="{690822F6-1924-AA7E-1588-D27AA4BEB11C}"/>
                </a:ext>
              </a:extLst>
            </p:cNvPr>
            <p:cNvSpPr/>
            <p:nvPr/>
          </p:nvSpPr>
          <p:spPr>
            <a:xfrm>
              <a:off x="1430232" y="2857235"/>
              <a:ext cx="1310530" cy="40926"/>
            </a:xfrm>
            <a:custGeom>
              <a:avLst/>
              <a:gdLst/>
              <a:ahLst/>
              <a:cxnLst/>
              <a:rect l="l" t="t" r="r" b="b"/>
              <a:pathLst>
                <a:path w="8902" h="278" extrusionOk="0">
                  <a:moveTo>
                    <a:pt x="0" y="1"/>
                  </a:moveTo>
                  <a:lnTo>
                    <a:pt x="0" y="277"/>
                  </a:lnTo>
                  <a:lnTo>
                    <a:pt x="8902" y="277"/>
                  </a:lnTo>
                  <a:lnTo>
                    <a:pt x="89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39">
              <a:extLst>
                <a:ext uri="{FF2B5EF4-FFF2-40B4-BE49-F238E27FC236}">
                  <a16:creationId xmlns:a16="http://schemas.microsoft.com/office/drawing/2014/main" id="{35069824-8676-B0F9-A4B2-D04C690071F2}"/>
                </a:ext>
              </a:extLst>
            </p:cNvPr>
            <p:cNvSpPr/>
            <p:nvPr/>
          </p:nvSpPr>
          <p:spPr>
            <a:xfrm>
              <a:off x="2605470" y="2948510"/>
              <a:ext cx="22966" cy="13102"/>
            </a:xfrm>
            <a:custGeom>
              <a:avLst/>
              <a:gdLst/>
              <a:ahLst/>
              <a:cxnLst/>
              <a:rect l="l" t="t" r="r" b="b"/>
              <a:pathLst>
                <a:path w="156" h="89" extrusionOk="0">
                  <a:moveTo>
                    <a:pt x="1" y="0"/>
                  </a:moveTo>
                  <a:lnTo>
                    <a:pt x="1" y="89"/>
                  </a:lnTo>
                  <a:lnTo>
                    <a:pt x="111" y="89"/>
                  </a:lnTo>
                  <a:cubicBezTo>
                    <a:pt x="133" y="89"/>
                    <a:pt x="145" y="66"/>
                    <a:pt x="156" y="44"/>
                  </a:cubicBezTo>
                  <a:cubicBezTo>
                    <a:pt x="156" y="22"/>
                    <a:pt x="133" y="0"/>
                    <a:pt x="11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39">
              <a:extLst>
                <a:ext uri="{FF2B5EF4-FFF2-40B4-BE49-F238E27FC236}">
                  <a16:creationId xmlns:a16="http://schemas.microsoft.com/office/drawing/2014/main" id="{18E22027-3517-52E7-45F1-30F8930F8C77}"/>
                </a:ext>
              </a:extLst>
            </p:cNvPr>
            <p:cNvSpPr/>
            <p:nvPr/>
          </p:nvSpPr>
          <p:spPr>
            <a:xfrm>
              <a:off x="2602231" y="2922453"/>
              <a:ext cx="26205" cy="13102"/>
            </a:xfrm>
            <a:custGeom>
              <a:avLst/>
              <a:gdLst/>
              <a:ahLst/>
              <a:cxnLst/>
              <a:rect l="l" t="t" r="r" b="b"/>
              <a:pathLst>
                <a:path w="178" h="89" extrusionOk="0">
                  <a:moveTo>
                    <a:pt x="1" y="0"/>
                  </a:moveTo>
                  <a:lnTo>
                    <a:pt x="1" y="89"/>
                  </a:lnTo>
                  <a:lnTo>
                    <a:pt x="133" y="89"/>
                  </a:lnTo>
                  <a:cubicBezTo>
                    <a:pt x="155" y="89"/>
                    <a:pt x="178" y="67"/>
                    <a:pt x="178" y="44"/>
                  </a:cubicBezTo>
                  <a:cubicBezTo>
                    <a:pt x="178" y="22"/>
                    <a:pt x="155" y="0"/>
                    <a:pt x="1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39">
              <a:extLst>
                <a:ext uri="{FF2B5EF4-FFF2-40B4-BE49-F238E27FC236}">
                  <a16:creationId xmlns:a16="http://schemas.microsoft.com/office/drawing/2014/main" id="{63C09FCF-77F4-C79E-A516-BC5CC569898B}"/>
                </a:ext>
              </a:extLst>
            </p:cNvPr>
            <p:cNvSpPr/>
            <p:nvPr/>
          </p:nvSpPr>
          <p:spPr>
            <a:xfrm>
              <a:off x="2600612" y="2896395"/>
              <a:ext cx="27824" cy="13102"/>
            </a:xfrm>
            <a:custGeom>
              <a:avLst/>
              <a:gdLst/>
              <a:ahLst/>
              <a:cxnLst/>
              <a:rect l="l" t="t" r="r" b="b"/>
              <a:pathLst>
                <a:path w="189" h="89" extrusionOk="0">
                  <a:moveTo>
                    <a:pt x="1" y="0"/>
                  </a:moveTo>
                  <a:lnTo>
                    <a:pt x="1" y="89"/>
                  </a:lnTo>
                  <a:lnTo>
                    <a:pt x="144" y="89"/>
                  </a:lnTo>
                  <a:cubicBezTo>
                    <a:pt x="166" y="89"/>
                    <a:pt x="178" y="78"/>
                    <a:pt x="189" y="44"/>
                  </a:cubicBezTo>
                  <a:cubicBezTo>
                    <a:pt x="189" y="22"/>
                    <a:pt x="166" y="0"/>
                    <a:pt x="14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39">
              <a:extLst>
                <a:ext uri="{FF2B5EF4-FFF2-40B4-BE49-F238E27FC236}">
                  <a16:creationId xmlns:a16="http://schemas.microsoft.com/office/drawing/2014/main" id="{474AFF16-7BA6-2F3B-76DD-F6AE12F43CB1}"/>
                </a:ext>
              </a:extLst>
            </p:cNvPr>
            <p:cNvSpPr/>
            <p:nvPr/>
          </p:nvSpPr>
          <p:spPr>
            <a:xfrm>
              <a:off x="1519741" y="2948510"/>
              <a:ext cx="1098979" cy="13102"/>
            </a:xfrm>
            <a:custGeom>
              <a:avLst/>
              <a:gdLst/>
              <a:ahLst/>
              <a:cxnLst/>
              <a:rect l="l" t="t" r="r" b="b"/>
              <a:pathLst>
                <a:path w="7465" h="89" extrusionOk="0">
                  <a:moveTo>
                    <a:pt x="0" y="0"/>
                  </a:moveTo>
                  <a:lnTo>
                    <a:pt x="0" y="89"/>
                  </a:lnTo>
                  <a:lnTo>
                    <a:pt x="7420" y="89"/>
                  </a:lnTo>
                  <a:cubicBezTo>
                    <a:pt x="7442" y="89"/>
                    <a:pt x="7464" y="66"/>
                    <a:pt x="7464" y="44"/>
                  </a:cubicBezTo>
                  <a:cubicBezTo>
                    <a:pt x="7464" y="22"/>
                    <a:pt x="7442" y="0"/>
                    <a:pt x="74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39">
              <a:extLst>
                <a:ext uri="{FF2B5EF4-FFF2-40B4-BE49-F238E27FC236}">
                  <a16:creationId xmlns:a16="http://schemas.microsoft.com/office/drawing/2014/main" id="{D3D4D9F4-6EAC-6EE8-F383-B7B1CF9380EC}"/>
                </a:ext>
              </a:extLst>
            </p:cNvPr>
            <p:cNvSpPr/>
            <p:nvPr/>
          </p:nvSpPr>
          <p:spPr>
            <a:xfrm>
              <a:off x="1519741" y="2922453"/>
              <a:ext cx="1098979" cy="13102"/>
            </a:xfrm>
            <a:custGeom>
              <a:avLst/>
              <a:gdLst/>
              <a:ahLst/>
              <a:cxnLst/>
              <a:rect l="l" t="t" r="r" b="b"/>
              <a:pathLst>
                <a:path w="7465" h="89" extrusionOk="0">
                  <a:moveTo>
                    <a:pt x="0" y="0"/>
                  </a:moveTo>
                  <a:lnTo>
                    <a:pt x="0" y="89"/>
                  </a:lnTo>
                  <a:lnTo>
                    <a:pt x="7420" y="89"/>
                  </a:lnTo>
                  <a:cubicBezTo>
                    <a:pt x="7442" y="89"/>
                    <a:pt x="7464" y="67"/>
                    <a:pt x="7464" y="44"/>
                  </a:cubicBezTo>
                  <a:cubicBezTo>
                    <a:pt x="7464" y="22"/>
                    <a:pt x="7442" y="0"/>
                    <a:pt x="74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39">
              <a:extLst>
                <a:ext uri="{FF2B5EF4-FFF2-40B4-BE49-F238E27FC236}">
                  <a16:creationId xmlns:a16="http://schemas.microsoft.com/office/drawing/2014/main" id="{A66C0493-0AFD-6C00-1025-D230DA20B5DC}"/>
                </a:ext>
              </a:extLst>
            </p:cNvPr>
            <p:cNvSpPr/>
            <p:nvPr/>
          </p:nvSpPr>
          <p:spPr>
            <a:xfrm>
              <a:off x="1519741" y="2896395"/>
              <a:ext cx="1098979" cy="13102"/>
            </a:xfrm>
            <a:custGeom>
              <a:avLst/>
              <a:gdLst/>
              <a:ahLst/>
              <a:cxnLst/>
              <a:rect l="l" t="t" r="r" b="b"/>
              <a:pathLst>
                <a:path w="7465" h="89" extrusionOk="0">
                  <a:moveTo>
                    <a:pt x="0" y="0"/>
                  </a:moveTo>
                  <a:lnTo>
                    <a:pt x="0" y="89"/>
                  </a:lnTo>
                  <a:lnTo>
                    <a:pt x="7420" y="89"/>
                  </a:lnTo>
                  <a:cubicBezTo>
                    <a:pt x="7442" y="89"/>
                    <a:pt x="7464" y="78"/>
                    <a:pt x="7464" y="44"/>
                  </a:cubicBezTo>
                  <a:cubicBezTo>
                    <a:pt x="7464" y="22"/>
                    <a:pt x="7442" y="0"/>
                    <a:pt x="74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39">
              <a:extLst>
                <a:ext uri="{FF2B5EF4-FFF2-40B4-BE49-F238E27FC236}">
                  <a16:creationId xmlns:a16="http://schemas.microsoft.com/office/drawing/2014/main" id="{76A340E4-E7FA-FE1B-BF09-EF5F3160586D}"/>
                </a:ext>
              </a:extLst>
            </p:cNvPr>
            <p:cNvSpPr/>
            <p:nvPr/>
          </p:nvSpPr>
          <p:spPr>
            <a:xfrm>
              <a:off x="845779" y="2857235"/>
              <a:ext cx="97752" cy="145009"/>
            </a:xfrm>
            <a:custGeom>
              <a:avLst/>
              <a:gdLst/>
              <a:ahLst/>
              <a:cxnLst/>
              <a:rect l="l" t="t" r="r" b="b"/>
              <a:pathLst>
                <a:path w="664" h="985" extrusionOk="0">
                  <a:moveTo>
                    <a:pt x="542" y="1"/>
                  </a:moveTo>
                  <a:lnTo>
                    <a:pt x="542" y="432"/>
                  </a:lnTo>
                  <a:lnTo>
                    <a:pt x="1" y="985"/>
                  </a:lnTo>
                  <a:lnTo>
                    <a:pt x="111" y="985"/>
                  </a:lnTo>
                  <a:lnTo>
                    <a:pt x="664" y="432"/>
                  </a:lnTo>
                  <a:lnTo>
                    <a:pt x="6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39">
              <a:extLst>
                <a:ext uri="{FF2B5EF4-FFF2-40B4-BE49-F238E27FC236}">
                  <a16:creationId xmlns:a16="http://schemas.microsoft.com/office/drawing/2014/main" id="{3E35D491-A1D3-DAA6-034C-B909BDBED362}"/>
                </a:ext>
              </a:extLst>
            </p:cNvPr>
            <p:cNvSpPr/>
            <p:nvPr/>
          </p:nvSpPr>
          <p:spPr>
            <a:xfrm>
              <a:off x="494223" y="2855616"/>
              <a:ext cx="431494" cy="146629"/>
            </a:xfrm>
            <a:custGeom>
              <a:avLst/>
              <a:gdLst/>
              <a:ahLst/>
              <a:cxnLst/>
              <a:rect l="l" t="t" r="r" b="b"/>
              <a:pathLst>
                <a:path w="2931" h="996" extrusionOk="0">
                  <a:moveTo>
                    <a:pt x="0" y="1"/>
                  </a:moveTo>
                  <a:lnTo>
                    <a:pt x="0" y="443"/>
                  </a:lnTo>
                  <a:lnTo>
                    <a:pt x="553" y="996"/>
                  </a:lnTo>
                  <a:lnTo>
                    <a:pt x="2389" y="996"/>
                  </a:lnTo>
                  <a:lnTo>
                    <a:pt x="2930" y="443"/>
                  </a:lnTo>
                  <a:lnTo>
                    <a:pt x="293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39">
              <a:extLst>
                <a:ext uri="{FF2B5EF4-FFF2-40B4-BE49-F238E27FC236}">
                  <a16:creationId xmlns:a16="http://schemas.microsoft.com/office/drawing/2014/main" id="{46DEEB6F-73E8-FADB-EA6B-47E873056EC6}"/>
                </a:ext>
              </a:extLst>
            </p:cNvPr>
            <p:cNvSpPr/>
            <p:nvPr/>
          </p:nvSpPr>
          <p:spPr>
            <a:xfrm>
              <a:off x="494223" y="2857235"/>
              <a:ext cx="449308" cy="40926"/>
            </a:xfrm>
            <a:custGeom>
              <a:avLst/>
              <a:gdLst/>
              <a:ahLst/>
              <a:cxnLst/>
              <a:rect l="l" t="t" r="r" b="b"/>
              <a:pathLst>
                <a:path w="3052" h="278" extrusionOk="0">
                  <a:moveTo>
                    <a:pt x="0" y="1"/>
                  </a:moveTo>
                  <a:lnTo>
                    <a:pt x="0" y="277"/>
                  </a:lnTo>
                  <a:lnTo>
                    <a:pt x="3052" y="277"/>
                  </a:lnTo>
                  <a:lnTo>
                    <a:pt x="305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39">
              <a:extLst>
                <a:ext uri="{FF2B5EF4-FFF2-40B4-BE49-F238E27FC236}">
                  <a16:creationId xmlns:a16="http://schemas.microsoft.com/office/drawing/2014/main" id="{E6D6E639-39D3-566D-3FC9-4BDB5270A2E9}"/>
                </a:ext>
              </a:extLst>
            </p:cNvPr>
            <p:cNvSpPr/>
            <p:nvPr/>
          </p:nvSpPr>
          <p:spPr>
            <a:xfrm>
              <a:off x="808385" y="2948510"/>
              <a:ext cx="22819" cy="13102"/>
            </a:xfrm>
            <a:custGeom>
              <a:avLst/>
              <a:gdLst/>
              <a:ahLst/>
              <a:cxnLst/>
              <a:rect l="l" t="t" r="r" b="b"/>
              <a:pathLst>
                <a:path w="155" h="89" extrusionOk="0">
                  <a:moveTo>
                    <a:pt x="0" y="0"/>
                  </a:moveTo>
                  <a:lnTo>
                    <a:pt x="0" y="89"/>
                  </a:lnTo>
                  <a:lnTo>
                    <a:pt x="111" y="89"/>
                  </a:lnTo>
                  <a:cubicBezTo>
                    <a:pt x="133" y="89"/>
                    <a:pt x="155" y="66"/>
                    <a:pt x="155" y="44"/>
                  </a:cubicBezTo>
                  <a:cubicBezTo>
                    <a:pt x="155" y="22"/>
                    <a:pt x="133" y="0"/>
                    <a:pt x="11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39">
              <a:extLst>
                <a:ext uri="{FF2B5EF4-FFF2-40B4-BE49-F238E27FC236}">
                  <a16:creationId xmlns:a16="http://schemas.microsoft.com/office/drawing/2014/main" id="{E6BA4C41-E425-4EBB-BE7E-97D8995342DC}"/>
                </a:ext>
              </a:extLst>
            </p:cNvPr>
            <p:cNvSpPr/>
            <p:nvPr/>
          </p:nvSpPr>
          <p:spPr>
            <a:xfrm>
              <a:off x="806766" y="2922453"/>
              <a:ext cx="24438" cy="13102"/>
            </a:xfrm>
            <a:custGeom>
              <a:avLst/>
              <a:gdLst/>
              <a:ahLst/>
              <a:cxnLst/>
              <a:rect l="l" t="t" r="r" b="b"/>
              <a:pathLst>
                <a:path w="166" h="89" extrusionOk="0">
                  <a:moveTo>
                    <a:pt x="0" y="0"/>
                  </a:moveTo>
                  <a:lnTo>
                    <a:pt x="0" y="89"/>
                  </a:lnTo>
                  <a:lnTo>
                    <a:pt x="122" y="89"/>
                  </a:lnTo>
                  <a:cubicBezTo>
                    <a:pt x="144" y="89"/>
                    <a:pt x="166" y="67"/>
                    <a:pt x="166" y="44"/>
                  </a:cubicBezTo>
                  <a:cubicBezTo>
                    <a:pt x="166" y="22"/>
                    <a:pt x="144" y="0"/>
                    <a:pt x="1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39">
              <a:extLst>
                <a:ext uri="{FF2B5EF4-FFF2-40B4-BE49-F238E27FC236}">
                  <a16:creationId xmlns:a16="http://schemas.microsoft.com/office/drawing/2014/main" id="{42A89FE5-20C5-7CFC-0886-1A5260DFA0E5}"/>
                </a:ext>
              </a:extLst>
            </p:cNvPr>
            <p:cNvSpPr/>
            <p:nvPr/>
          </p:nvSpPr>
          <p:spPr>
            <a:xfrm>
              <a:off x="805147" y="2896395"/>
              <a:ext cx="26057" cy="13102"/>
            </a:xfrm>
            <a:custGeom>
              <a:avLst/>
              <a:gdLst/>
              <a:ahLst/>
              <a:cxnLst/>
              <a:rect l="l" t="t" r="r" b="b"/>
              <a:pathLst>
                <a:path w="177" h="89" extrusionOk="0">
                  <a:moveTo>
                    <a:pt x="0" y="0"/>
                  </a:moveTo>
                  <a:lnTo>
                    <a:pt x="0" y="89"/>
                  </a:lnTo>
                  <a:lnTo>
                    <a:pt x="133" y="89"/>
                  </a:lnTo>
                  <a:cubicBezTo>
                    <a:pt x="155" y="89"/>
                    <a:pt x="177" y="78"/>
                    <a:pt x="177" y="44"/>
                  </a:cubicBezTo>
                  <a:cubicBezTo>
                    <a:pt x="177" y="22"/>
                    <a:pt x="155" y="0"/>
                    <a:pt x="1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39">
              <a:extLst>
                <a:ext uri="{FF2B5EF4-FFF2-40B4-BE49-F238E27FC236}">
                  <a16:creationId xmlns:a16="http://schemas.microsoft.com/office/drawing/2014/main" id="{F21386A1-37CE-B2C7-C745-EA79BB9E765A}"/>
                </a:ext>
              </a:extLst>
            </p:cNvPr>
            <p:cNvSpPr/>
            <p:nvPr/>
          </p:nvSpPr>
          <p:spPr>
            <a:xfrm>
              <a:off x="583731" y="2948510"/>
              <a:ext cx="237756" cy="13102"/>
            </a:xfrm>
            <a:custGeom>
              <a:avLst/>
              <a:gdLst/>
              <a:ahLst/>
              <a:cxnLst/>
              <a:rect l="l" t="t" r="r" b="b"/>
              <a:pathLst>
                <a:path w="1615" h="89" extrusionOk="0">
                  <a:moveTo>
                    <a:pt x="0" y="0"/>
                  </a:moveTo>
                  <a:lnTo>
                    <a:pt x="0" y="89"/>
                  </a:lnTo>
                  <a:lnTo>
                    <a:pt x="1570" y="89"/>
                  </a:lnTo>
                  <a:cubicBezTo>
                    <a:pt x="1593" y="89"/>
                    <a:pt x="1615" y="66"/>
                    <a:pt x="1615" y="44"/>
                  </a:cubicBezTo>
                  <a:cubicBezTo>
                    <a:pt x="1615" y="22"/>
                    <a:pt x="1593" y="0"/>
                    <a:pt x="15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39">
              <a:extLst>
                <a:ext uri="{FF2B5EF4-FFF2-40B4-BE49-F238E27FC236}">
                  <a16:creationId xmlns:a16="http://schemas.microsoft.com/office/drawing/2014/main" id="{5E3547AE-BCCC-ED99-CC46-FFD24F62E1C8}"/>
                </a:ext>
              </a:extLst>
            </p:cNvPr>
            <p:cNvSpPr/>
            <p:nvPr/>
          </p:nvSpPr>
          <p:spPr>
            <a:xfrm>
              <a:off x="583731" y="2922453"/>
              <a:ext cx="237756" cy="13102"/>
            </a:xfrm>
            <a:custGeom>
              <a:avLst/>
              <a:gdLst/>
              <a:ahLst/>
              <a:cxnLst/>
              <a:rect l="l" t="t" r="r" b="b"/>
              <a:pathLst>
                <a:path w="1615" h="89" extrusionOk="0">
                  <a:moveTo>
                    <a:pt x="0" y="0"/>
                  </a:moveTo>
                  <a:lnTo>
                    <a:pt x="0" y="89"/>
                  </a:lnTo>
                  <a:lnTo>
                    <a:pt x="1570" y="89"/>
                  </a:lnTo>
                  <a:cubicBezTo>
                    <a:pt x="1593" y="89"/>
                    <a:pt x="1615" y="67"/>
                    <a:pt x="1615" y="44"/>
                  </a:cubicBezTo>
                  <a:cubicBezTo>
                    <a:pt x="1615" y="22"/>
                    <a:pt x="1593" y="0"/>
                    <a:pt x="15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39">
              <a:extLst>
                <a:ext uri="{FF2B5EF4-FFF2-40B4-BE49-F238E27FC236}">
                  <a16:creationId xmlns:a16="http://schemas.microsoft.com/office/drawing/2014/main" id="{EC46021B-3910-E953-21D6-A44B8BECE0D9}"/>
                </a:ext>
              </a:extLst>
            </p:cNvPr>
            <p:cNvSpPr/>
            <p:nvPr/>
          </p:nvSpPr>
          <p:spPr>
            <a:xfrm>
              <a:off x="583731" y="2896395"/>
              <a:ext cx="237756" cy="13102"/>
            </a:xfrm>
            <a:custGeom>
              <a:avLst/>
              <a:gdLst/>
              <a:ahLst/>
              <a:cxnLst/>
              <a:rect l="l" t="t" r="r" b="b"/>
              <a:pathLst>
                <a:path w="1615" h="89" extrusionOk="0">
                  <a:moveTo>
                    <a:pt x="0" y="0"/>
                  </a:moveTo>
                  <a:lnTo>
                    <a:pt x="0" y="89"/>
                  </a:lnTo>
                  <a:lnTo>
                    <a:pt x="1570" y="89"/>
                  </a:lnTo>
                  <a:cubicBezTo>
                    <a:pt x="1593" y="89"/>
                    <a:pt x="1615" y="78"/>
                    <a:pt x="1615" y="44"/>
                  </a:cubicBezTo>
                  <a:cubicBezTo>
                    <a:pt x="1615" y="22"/>
                    <a:pt x="1593" y="0"/>
                    <a:pt x="15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39">
              <a:extLst>
                <a:ext uri="{FF2B5EF4-FFF2-40B4-BE49-F238E27FC236}">
                  <a16:creationId xmlns:a16="http://schemas.microsoft.com/office/drawing/2014/main" id="{4928DADC-A953-01C5-A589-3EED97DE7F57}"/>
                </a:ext>
              </a:extLst>
            </p:cNvPr>
            <p:cNvSpPr/>
            <p:nvPr/>
          </p:nvSpPr>
          <p:spPr>
            <a:xfrm>
              <a:off x="3647329" y="2852377"/>
              <a:ext cx="18108" cy="149867"/>
            </a:xfrm>
            <a:custGeom>
              <a:avLst/>
              <a:gdLst/>
              <a:ahLst/>
              <a:cxnLst/>
              <a:rect l="l" t="t" r="r" b="b"/>
              <a:pathLst>
                <a:path w="123" h="1018" extrusionOk="0">
                  <a:moveTo>
                    <a:pt x="1" y="1"/>
                  </a:moveTo>
                  <a:lnTo>
                    <a:pt x="1" y="1018"/>
                  </a:lnTo>
                  <a:lnTo>
                    <a:pt x="122" y="1018"/>
                  </a:lnTo>
                  <a:lnTo>
                    <a:pt x="12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39">
              <a:extLst>
                <a:ext uri="{FF2B5EF4-FFF2-40B4-BE49-F238E27FC236}">
                  <a16:creationId xmlns:a16="http://schemas.microsoft.com/office/drawing/2014/main" id="{15047933-14EF-0B48-18ED-4F5490FE2F7B}"/>
                </a:ext>
              </a:extLst>
            </p:cNvPr>
            <p:cNvSpPr/>
            <p:nvPr/>
          </p:nvSpPr>
          <p:spPr>
            <a:xfrm>
              <a:off x="3238800" y="2855616"/>
              <a:ext cx="408676" cy="146629"/>
            </a:xfrm>
            <a:custGeom>
              <a:avLst/>
              <a:gdLst/>
              <a:ahLst/>
              <a:cxnLst/>
              <a:rect l="l" t="t" r="r" b="b"/>
              <a:pathLst>
                <a:path w="2776" h="996" extrusionOk="0">
                  <a:moveTo>
                    <a:pt x="0" y="1"/>
                  </a:moveTo>
                  <a:lnTo>
                    <a:pt x="0" y="443"/>
                  </a:lnTo>
                  <a:lnTo>
                    <a:pt x="553" y="996"/>
                  </a:lnTo>
                  <a:lnTo>
                    <a:pt x="2776" y="996"/>
                  </a:lnTo>
                  <a:lnTo>
                    <a:pt x="277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39">
              <a:extLst>
                <a:ext uri="{FF2B5EF4-FFF2-40B4-BE49-F238E27FC236}">
                  <a16:creationId xmlns:a16="http://schemas.microsoft.com/office/drawing/2014/main" id="{8BD81F1A-0F4B-44BB-218A-7C4433EC995C}"/>
                </a:ext>
              </a:extLst>
            </p:cNvPr>
            <p:cNvSpPr/>
            <p:nvPr/>
          </p:nvSpPr>
          <p:spPr>
            <a:xfrm>
              <a:off x="3240419" y="2857235"/>
              <a:ext cx="425017" cy="40926"/>
            </a:xfrm>
            <a:custGeom>
              <a:avLst/>
              <a:gdLst/>
              <a:ahLst/>
              <a:cxnLst/>
              <a:rect l="l" t="t" r="r" b="b"/>
              <a:pathLst>
                <a:path w="2887" h="278" extrusionOk="0">
                  <a:moveTo>
                    <a:pt x="0" y="1"/>
                  </a:moveTo>
                  <a:lnTo>
                    <a:pt x="0" y="277"/>
                  </a:lnTo>
                  <a:lnTo>
                    <a:pt x="2886" y="277"/>
                  </a:lnTo>
                  <a:lnTo>
                    <a:pt x="288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39">
              <a:extLst>
                <a:ext uri="{FF2B5EF4-FFF2-40B4-BE49-F238E27FC236}">
                  <a16:creationId xmlns:a16="http://schemas.microsoft.com/office/drawing/2014/main" id="{97E448FE-B040-FBF8-42EE-C5ABA3E440C3}"/>
                </a:ext>
              </a:extLst>
            </p:cNvPr>
            <p:cNvSpPr/>
            <p:nvPr/>
          </p:nvSpPr>
          <p:spPr>
            <a:xfrm>
              <a:off x="3585497" y="2948510"/>
              <a:ext cx="22966" cy="13102"/>
            </a:xfrm>
            <a:custGeom>
              <a:avLst/>
              <a:gdLst/>
              <a:ahLst/>
              <a:cxnLst/>
              <a:rect l="l" t="t" r="r" b="b"/>
              <a:pathLst>
                <a:path w="156" h="89" extrusionOk="0">
                  <a:moveTo>
                    <a:pt x="0" y="0"/>
                  </a:moveTo>
                  <a:lnTo>
                    <a:pt x="0" y="89"/>
                  </a:lnTo>
                  <a:lnTo>
                    <a:pt x="111" y="89"/>
                  </a:lnTo>
                  <a:cubicBezTo>
                    <a:pt x="133" y="89"/>
                    <a:pt x="155" y="66"/>
                    <a:pt x="155" y="44"/>
                  </a:cubicBezTo>
                  <a:cubicBezTo>
                    <a:pt x="155" y="22"/>
                    <a:pt x="133" y="0"/>
                    <a:pt x="11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39">
              <a:extLst>
                <a:ext uri="{FF2B5EF4-FFF2-40B4-BE49-F238E27FC236}">
                  <a16:creationId xmlns:a16="http://schemas.microsoft.com/office/drawing/2014/main" id="{AB3BC650-9F2D-F865-8B82-C250F4DEEE6D}"/>
                </a:ext>
              </a:extLst>
            </p:cNvPr>
            <p:cNvSpPr/>
            <p:nvPr/>
          </p:nvSpPr>
          <p:spPr>
            <a:xfrm>
              <a:off x="3582258" y="2922453"/>
              <a:ext cx="26205" cy="13102"/>
            </a:xfrm>
            <a:custGeom>
              <a:avLst/>
              <a:gdLst/>
              <a:ahLst/>
              <a:cxnLst/>
              <a:rect l="l" t="t" r="r" b="b"/>
              <a:pathLst>
                <a:path w="178" h="89" extrusionOk="0">
                  <a:moveTo>
                    <a:pt x="0" y="0"/>
                  </a:moveTo>
                  <a:lnTo>
                    <a:pt x="0" y="89"/>
                  </a:lnTo>
                  <a:lnTo>
                    <a:pt x="133" y="89"/>
                  </a:lnTo>
                  <a:cubicBezTo>
                    <a:pt x="155" y="89"/>
                    <a:pt x="177" y="67"/>
                    <a:pt x="177" y="44"/>
                  </a:cubicBezTo>
                  <a:cubicBezTo>
                    <a:pt x="177" y="22"/>
                    <a:pt x="155" y="0"/>
                    <a:pt x="1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39">
              <a:extLst>
                <a:ext uri="{FF2B5EF4-FFF2-40B4-BE49-F238E27FC236}">
                  <a16:creationId xmlns:a16="http://schemas.microsoft.com/office/drawing/2014/main" id="{A9B4A07F-1989-A804-62BB-4D2544BE887A}"/>
                </a:ext>
              </a:extLst>
            </p:cNvPr>
            <p:cNvSpPr/>
            <p:nvPr/>
          </p:nvSpPr>
          <p:spPr>
            <a:xfrm>
              <a:off x="3580639" y="2896395"/>
              <a:ext cx="27824" cy="13102"/>
            </a:xfrm>
            <a:custGeom>
              <a:avLst/>
              <a:gdLst/>
              <a:ahLst/>
              <a:cxnLst/>
              <a:rect l="l" t="t" r="r" b="b"/>
              <a:pathLst>
                <a:path w="189" h="89" extrusionOk="0">
                  <a:moveTo>
                    <a:pt x="0" y="0"/>
                  </a:moveTo>
                  <a:lnTo>
                    <a:pt x="0" y="89"/>
                  </a:lnTo>
                  <a:lnTo>
                    <a:pt x="144" y="89"/>
                  </a:lnTo>
                  <a:cubicBezTo>
                    <a:pt x="166" y="89"/>
                    <a:pt x="188" y="78"/>
                    <a:pt x="188" y="44"/>
                  </a:cubicBezTo>
                  <a:cubicBezTo>
                    <a:pt x="188" y="22"/>
                    <a:pt x="166" y="0"/>
                    <a:pt x="1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39">
              <a:extLst>
                <a:ext uri="{FF2B5EF4-FFF2-40B4-BE49-F238E27FC236}">
                  <a16:creationId xmlns:a16="http://schemas.microsoft.com/office/drawing/2014/main" id="{0C05625A-D05F-61A7-A5AE-3F542DB776E1}"/>
                </a:ext>
              </a:extLst>
            </p:cNvPr>
            <p:cNvSpPr/>
            <p:nvPr/>
          </p:nvSpPr>
          <p:spPr>
            <a:xfrm>
              <a:off x="3326689" y="2948510"/>
              <a:ext cx="270291" cy="13102"/>
            </a:xfrm>
            <a:custGeom>
              <a:avLst/>
              <a:gdLst/>
              <a:ahLst/>
              <a:cxnLst/>
              <a:rect l="l" t="t" r="r" b="b"/>
              <a:pathLst>
                <a:path w="1836" h="89" extrusionOk="0">
                  <a:moveTo>
                    <a:pt x="0" y="0"/>
                  </a:moveTo>
                  <a:lnTo>
                    <a:pt x="0" y="89"/>
                  </a:lnTo>
                  <a:lnTo>
                    <a:pt x="1803" y="89"/>
                  </a:lnTo>
                  <a:cubicBezTo>
                    <a:pt x="1825" y="89"/>
                    <a:pt x="1836" y="66"/>
                    <a:pt x="1836" y="44"/>
                  </a:cubicBezTo>
                  <a:cubicBezTo>
                    <a:pt x="1836" y="22"/>
                    <a:pt x="1825" y="0"/>
                    <a:pt x="18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39">
              <a:extLst>
                <a:ext uri="{FF2B5EF4-FFF2-40B4-BE49-F238E27FC236}">
                  <a16:creationId xmlns:a16="http://schemas.microsoft.com/office/drawing/2014/main" id="{8E1BB62C-8927-B52B-BAD3-30695FBC1E1C}"/>
                </a:ext>
              </a:extLst>
            </p:cNvPr>
            <p:cNvSpPr/>
            <p:nvPr/>
          </p:nvSpPr>
          <p:spPr>
            <a:xfrm>
              <a:off x="3326689" y="2922453"/>
              <a:ext cx="270291" cy="13102"/>
            </a:xfrm>
            <a:custGeom>
              <a:avLst/>
              <a:gdLst/>
              <a:ahLst/>
              <a:cxnLst/>
              <a:rect l="l" t="t" r="r" b="b"/>
              <a:pathLst>
                <a:path w="1836" h="89" extrusionOk="0">
                  <a:moveTo>
                    <a:pt x="0" y="0"/>
                  </a:moveTo>
                  <a:lnTo>
                    <a:pt x="0" y="89"/>
                  </a:lnTo>
                  <a:lnTo>
                    <a:pt x="1803" y="89"/>
                  </a:lnTo>
                  <a:cubicBezTo>
                    <a:pt x="1825" y="89"/>
                    <a:pt x="1836" y="67"/>
                    <a:pt x="1836" y="44"/>
                  </a:cubicBezTo>
                  <a:cubicBezTo>
                    <a:pt x="1836" y="22"/>
                    <a:pt x="1825" y="0"/>
                    <a:pt x="18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39">
              <a:extLst>
                <a:ext uri="{FF2B5EF4-FFF2-40B4-BE49-F238E27FC236}">
                  <a16:creationId xmlns:a16="http://schemas.microsoft.com/office/drawing/2014/main" id="{B0D0CE38-5AE2-7162-15A8-8973322FC72D}"/>
                </a:ext>
              </a:extLst>
            </p:cNvPr>
            <p:cNvSpPr/>
            <p:nvPr/>
          </p:nvSpPr>
          <p:spPr>
            <a:xfrm>
              <a:off x="3326689" y="2896395"/>
              <a:ext cx="270291" cy="13102"/>
            </a:xfrm>
            <a:custGeom>
              <a:avLst/>
              <a:gdLst/>
              <a:ahLst/>
              <a:cxnLst/>
              <a:rect l="l" t="t" r="r" b="b"/>
              <a:pathLst>
                <a:path w="1836" h="89" extrusionOk="0">
                  <a:moveTo>
                    <a:pt x="0" y="0"/>
                  </a:moveTo>
                  <a:lnTo>
                    <a:pt x="0" y="89"/>
                  </a:lnTo>
                  <a:lnTo>
                    <a:pt x="1803" y="89"/>
                  </a:lnTo>
                  <a:cubicBezTo>
                    <a:pt x="1825" y="89"/>
                    <a:pt x="1836" y="78"/>
                    <a:pt x="1836" y="44"/>
                  </a:cubicBezTo>
                  <a:cubicBezTo>
                    <a:pt x="1836" y="22"/>
                    <a:pt x="1825" y="0"/>
                    <a:pt x="18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39">
              <a:extLst>
                <a:ext uri="{FF2B5EF4-FFF2-40B4-BE49-F238E27FC236}">
                  <a16:creationId xmlns:a16="http://schemas.microsoft.com/office/drawing/2014/main" id="{C81AACD2-CFD1-A6A4-E65A-A512AB9A6F66}"/>
                </a:ext>
              </a:extLst>
            </p:cNvPr>
            <p:cNvSpPr/>
            <p:nvPr/>
          </p:nvSpPr>
          <p:spPr>
            <a:xfrm>
              <a:off x="3740076" y="2857235"/>
              <a:ext cx="171067" cy="88036"/>
            </a:xfrm>
            <a:custGeom>
              <a:avLst/>
              <a:gdLst/>
              <a:ahLst/>
              <a:cxnLst/>
              <a:rect l="l" t="t" r="r" b="b"/>
              <a:pathLst>
                <a:path w="1162" h="598" extrusionOk="0">
                  <a:moveTo>
                    <a:pt x="1" y="1"/>
                  </a:moveTo>
                  <a:lnTo>
                    <a:pt x="1" y="598"/>
                  </a:lnTo>
                  <a:lnTo>
                    <a:pt x="1162" y="598"/>
                  </a:lnTo>
                  <a:lnTo>
                    <a:pt x="11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39">
              <a:extLst>
                <a:ext uri="{FF2B5EF4-FFF2-40B4-BE49-F238E27FC236}">
                  <a16:creationId xmlns:a16="http://schemas.microsoft.com/office/drawing/2014/main" id="{356B0B1E-6F0B-833E-6C06-BA5AE88C7505}"/>
                </a:ext>
              </a:extLst>
            </p:cNvPr>
            <p:cNvSpPr/>
            <p:nvPr/>
          </p:nvSpPr>
          <p:spPr>
            <a:xfrm>
              <a:off x="2717797" y="2945124"/>
              <a:ext cx="143390" cy="122779"/>
            </a:xfrm>
            <a:custGeom>
              <a:avLst/>
              <a:gdLst/>
              <a:ahLst/>
              <a:cxnLst/>
              <a:rect l="l" t="t" r="r" b="b"/>
              <a:pathLst>
                <a:path w="974" h="834" extrusionOk="0">
                  <a:moveTo>
                    <a:pt x="555" y="247"/>
                  </a:moveTo>
                  <a:cubicBezTo>
                    <a:pt x="645" y="247"/>
                    <a:pt x="731" y="317"/>
                    <a:pt x="731" y="421"/>
                  </a:cubicBezTo>
                  <a:cubicBezTo>
                    <a:pt x="731" y="510"/>
                    <a:pt x="653" y="587"/>
                    <a:pt x="565" y="587"/>
                  </a:cubicBezTo>
                  <a:cubicBezTo>
                    <a:pt x="410" y="587"/>
                    <a:pt x="332" y="410"/>
                    <a:pt x="432" y="300"/>
                  </a:cubicBezTo>
                  <a:cubicBezTo>
                    <a:pt x="468" y="264"/>
                    <a:pt x="512" y="247"/>
                    <a:pt x="555" y="247"/>
                  </a:cubicBezTo>
                  <a:close/>
                  <a:moveTo>
                    <a:pt x="565" y="1"/>
                  </a:moveTo>
                  <a:cubicBezTo>
                    <a:pt x="189" y="1"/>
                    <a:pt x="1" y="454"/>
                    <a:pt x="266" y="709"/>
                  </a:cubicBezTo>
                  <a:cubicBezTo>
                    <a:pt x="352" y="795"/>
                    <a:pt x="457" y="833"/>
                    <a:pt x="560" y="833"/>
                  </a:cubicBezTo>
                  <a:cubicBezTo>
                    <a:pt x="772" y="833"/>
                    <a:pt x="974" y="668"/>
                    <a:pt x="974" y="421"/>
                  </a:cubicBezTo>
                  <a:cubicBezTo>
                    <a:pt x="974" y="189"/>
                    <a:pt x="786" y="1"/>
                    <a:pt x="5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39">
              <a:extLst>
                <a:ext uri="{FF2B5EF4-FFF2-40B4-BE49-F238E27FC236}">
                  <a16:creationId xmlns:a16="http://schemas.microsoft.com/office/drawing/2014/main" id="{A1192226-ACA5-7734-DA5D-BB9A85F41937}"/>
                </a:ext>
              </a:extLst>
            </p:cNvPr>
            <p:cNvSpPr/>
            <p:nvPr/>
          </p:nvSpPr>
          <p:spPr>
            <a:xfrm>
              <a:off x="2686881" y="2922453"/>
              <a:ext cx="197124" cy="169153"/>
            </a:xfrm>
            <a:custGeom>
              <a:avLst/>
              <a:gdLst/>
              <a:ahLst/>
              <a:cxnLst/>
              <a:rect l="l" t="t" r="r" b="b"/>
              <a:pathLst>
                <a:path w="1339" h="1149" extrusionOk="0">
                  <a:moveTo>
                    <a:pt x="763" y="160"/>
                  </a:moveTo>
                  <a:cubicBezTo>
                    <a:pt x="978" y="160"/>
                    <a:pt x="1184" y="326"/>
                    <a:pt x="1184" y="575"/>
                  </a:cubicBezTo>
                  <a:cubicBezTo>
                    <a:pt x="1184" y="807"/>
                    <a:pt x="996" y="995"/>
                    <a:pt x="775" y="995"/>
                  </a:cubicBezTo>
                  <a:cubicBezTo>
                    <a:pt x="399" y="995"/>
                    <a:pt x="211" y="542"/>
                    <a:pt x="476" y="277"/>
                  </a:cubicBezTo>
                  <a:cubicBezTo>
                    <a:pt x="560" y="196"/>
                    <a:pt x="663" y="160"/>
                    <a:pt x="763" y="160"/>
                  </a:cubicBezTo>
                  <a:close/>
                  <a:moveTo>
                    <a:pt x="775" y="0"/>
                  </a:moveTo>
                  <a:cubicBezTo>
                    <a:pt x="255" y="0"/>
                    <a:pt x="1" y="619"/>
                    <a:pt x="366" y="984"/>
                  </a:cubicBezTo>
                  <a:cubicBezTo>
                    <a:pt x="483" y="1098"/>
                    <a:pt x="625" y="1149"/>
                    <a:pt x="764" y="1149"/>
                  </a:cubicBezTo>
                  <a:cubicBezTo>
                    <a:pt x="1058" y="1149"/>
                    <a:pt x="1339" y="921"/>
                    <a:pt x="1339" y="575"/>
                  </a:cubicBezTo>
                  <a:cubicBezTo>
                    <a:pt x="1339" y="254"/>
                    <a:pt x="1084" y="0"/>
                    <a:pt x="7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39">
              <a:extLst>
                <a:ext uri="{FF2B5EF4-FFF2-40B4-BE49-F238E27FC236}">
                  <a16:creationId xmlns:a16="http://schemas.microsoft.com/office/drawing/2014/main" id="{3C2D18BB-26A0-9B1B-C938-C9ACB1228500}"/>
                </a:ext>
              </a:extLst>
            </p:cNvPr>
            <p:cNvSpPr/>
            <p:nvPr/>
          </p:nvSpPr>
          <p:spPr>
            <a:xfrm>
              <a:off x="2767115" y="2982517"/>
              <a:ext cx="58298" cy="50201"/>
            </a:xfrm>
            <a:custGeom>
              <a:avLst/>
              <a:gdLst/>
              <a:ahLst/>
              <a:cxnLst/>
              <a:rect l="l" t="t" r="r" b="b"/>
              <a:pathLst>
                <a:path w="396" h="341" extrusionOk="0">
                  <a:moveTo>
                    <a:pt x="217" y="1"/>
                  </a:moveTo>
                  <a:cubicBezTo>
                    <a:pt x="71" y="1"/>
                    <a:pt x="1" y="181"/>
                    <a:pt x="108" y="289"/>
                  </a:cubicBezTo>
                  <a:cubicBezTo>
                    <a:pt x="140" y="325"/>
                    <a:pt x="182" y="341"/>
                    <a:pt x="224" y="341"/>
                  </a:cubicBezTo>
                  <a:cubicBezTo>
                    <a:pt x="310" y="341"/>
                    <a:pt x="396" y="272"/>
                    <a:pt x="396" y="167"/>
                  </a:cubicBezTo>
                  <a:cubicBezTo>
                    <a:pt x="396" y="68"/>
                    <a:pt x="318" y="1"/>
                    <a:pt x="230" y="1"/>
                  </a:cubicBezTo>
                  <a:cubicBezTo>
                    <a:pt x="225" y="1"/>
                    <a:pt x="221" y="1"/>
                    <a:pt x="2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39">
              <a:extLst>
                <a:ext uri="{FF2B5EF4-FFF2-40B4-BE49-F238E27FC236}">
                  <a16:creationId xmlns:a16="http://schemas.microsoft.com/office/drawing/2014/main" id="{7DF56CBE-3FCB-FACE-9334-B6A07C0B2E56}"/>
                </a:ext>
              </a:extLst>
            </p:cNvPr>
            <p:cNvSpPr/>
            <p:nvPr/>
          </p:nvSpPr>
          <p:spPr>
            <a:xfrm>
              <a:off x="2823646" y="2922306"/>
              <a:ext cx="100255" cy="169595"/>
            </a:xfrm>
            <a:custGeom>
              <a:avLst/>
              <a:gdLst/>
              <a:ahLst/>
              <a:cxnLst/>
              <a:rect l="l" t="t" r="r" b="b"/>
              <a:pathLst>
                <a:path w="681" h="1152" extrusionOk="0">
                  <a:moveTo>
                    <a:pt x="21" y="1"/>
                  </a:moveTo>
                  <a:cubicBezTo>
                    <a:pt x="14" y="1"/>
                    <a:pt x="7" y="1"/>
                    <a:pt x="0" y="1"/>
                  </a:cubicBezTo>
                  <a:lnTo>
                    <a:pt x="42" y="1"/>
                  </a:lnTo>
                  <a:cubicBezTo>
                    <a:pt x="35" y="1"/>
                    <a:pt x="28" y="1"/>
                    <a:pt x="21" y="1"/>
                  </a:cubicBezTo>
                  <a:close/>
                  <a:moveTo>
                    <a:pt x="42" y="1"/>
                  </a:moveTo>
                  <a:lnTo>
                    <a:pt x="42" y="1"/>
                  </a:lnTo>
                  <a:cubicBezTo>
                    <a:pt x="48" y="1"/>
                    <a:pt x="53" y="2"/>
                    <a:pt x="59" y="2"/>
                  </a:cubicBezTo>
                  <a:lnTo>
                    <a:pt x="59" y="2"/>
                  </a:lnTo>
                  <a:cubicBezTo>
                    <a:pt x="54" y="2"/>
                    <a:pt x="49" y="1"/>
                    <a:pt x="45" y="1"/>
                  </a:cubicBezTo>
                  <a:close/>
                  <a:moveTo>
                    <a:pt x="59" y="2"/>
                  </a:moveTo>
                  <a:cubicBezTo>
                    <a:pt x="82" y="3"/>
                    <a:pt x="104" y="6"/>
                    <a:pt x="126" y="10"/>
                  </a:cubicBezTo>
                  <a:lnTo>
                    <a:pt x="126" y="10"/>
                  </a:lnTo>
                  <a:cubicBezTo>
                    <a:pt x="104" y="6"/>
                    <a:pt x="81" y="3"/>
                    <a:pt x="59" y="2"/>
                  </a:cubicBezTo>
                  <a:close/>
                  <a:moveTo>
                    <a:pt x="126" y="10"/>
                  </a:moveTo>
                  <a:cubicBezTo>
                    <a:pt x="186" y="20"/>
                    <a:pt x="242" y="39"/>
                    <a:pt x="295" y="66"/>
                  </a:cubicBezTo>
                  <a:lnTo>
                    <a:pt x="295" y="66"/>
                  </a:lnTo>
                  <a:cubicBezTo>
                    <a:pt x="245" y="40"/>
                    <a:pt x="189" y="20"/>
                    <a:pt x="126" y="10"/>
                  </a:cubicBezTo>
                  <a:close/>
                  <a:moveTo>
                    <a:pt x="295" y="66"/>
                  </a:moveTo>
                  <a:cubicBezTo>
                    <a:pt x="680" y="269"/>
                    <a:pt x="680" y="884"/>
                    <a:pt x="295" y="1086"/>
                  </a:cubicBezTo>
                  <a:lnTo>
                    <a:pt x="295" y="1086"/>
                  </a:lnTo>
                  <a:cubicBezTo>
                    <a:pt x="481" y="992"/>
                    <a:pt x="609" y="802"/>
                    <a:pt x="609" y="576"/>
                  </a:cubicBezTo>
                  <a:cubicBezTo>
                    <a:pt x="609" y="351"/>
                    <a:pt x="481" y="161"/>
                    <a:pt x="295" y="66"/>
                  </a:cubicBezTo>
                  <a:close/>
                  <a:moveTo>
                    <a:pt x="295" y="1086"/>
                  </a:moveTo>
                  <a:lnTo>
                    <a:pt x="295" y="1086"/>
                  </a:lnTo>
                  <a:cubicBezTo>
                    <a:pt x="242" y="1113"/>
                    <a:pt x="186" y="1132"/>
                    <a:pt x="126" y="1143"/>
                  </a:cubicBezTo>
                  <a:lnTo>
                    <a:pt x="126" y="1143"/>
                  </a:lnTo>
                  <a:cubicBezTo>
                    <a:pt x="189" y="1132"/>
                    <a:pt x="245" y="1113"/>
                    <a:pt x="295" y="1086"/>
                  </a:cubicBezTo>
                  <a:close/>
                  <a:moveTo>
                    <a:pt x="126" y="1143"/>
                  </a:moveTo>
                  <a:lnTo>
                    <a:pt x="126" y="1143"/>
                  </a:lnTo>
                  <a:cubicBezTo>
                    <a:pt x="104" y="1146"/>
                    <a:pt x="82" y="1149"/>
                    <a:pt x="59" y="1150"/>
                  </a:cubicBezTo>
                  <a:lnTo>
                    <a:pt x="59" y="1150"/>
                  </a:lnTo>
                  <a:cubicBezTo>
                    <a:pt x="81" y="1149"/>
                    <a:pt x="104" y="1146"/>
                    <a:pt x="126" y="1143"/>
                  </a:cubicBezTo>
                  <a:close/>
                  <a:moveTo>
                    <a:pt x="59" y="1150"/>
                  </a:moveTo>
                  <a:lnTo>
                    <a:pt x="59" y="1150"/>
                  </a:lnTo>
                  <a:cubicBezTo>
                    <a:pt x="53" y="1151"/>
                    <a:pt x="48" y="1151"/>
                    <a:pt x="42" y="1151"/>
                  </a:cubicBezTo>
                  <a:lnTo>
                    <a:pt x="45" y="1151"/>
                  </a:lnTo>
                  <a:cubicBezTo>
                    <a:pt x="49" y="1151"/>
                    <a:pt x="54" y="1151"/>
                    <a:pt x="59" y="1150"/>
                  </a:cubicBezTo>
                  <a:close/>
                  <a:moveTo>
                    <a:pt x="0" y="1151"/>
                  </a:moveTo>
                  <a:cubicBezTo>
                    <a:pt x="7" y="1151"/>
                    <a:pt x="14" y="1152"/>
                    <a:pt x="21" y="1152"/>
                  </a:cubicBezTo>
                  <a:cubicBezTo>
                    <a:pt x="28" y="1152"/>
                    <a:pt x="35" y="1151"/>
                    <a:pt x="42" y="115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39">
              <a:extLst>
                <a:ext uri="{FF2B5EF4-FFF2-40B4-BE49-F238E27FC236}">
                  <a16:creationId xmlns:a16="http://schemas.microsoft.com/office/drawing/2014/main" id="{4F7C81A3-E4AA-18AA-888C-683A3E34B6B8}"/>
                </a:ext>
              </a:extLst>
            </p:cNvPr>
            <p:cNvSpPr/>
            <p:nvPr/>
          </p:nvSpPr>
          <p:spPr>
            <a:xfrm>
              <a:off x="2802447" y="2922306"/>
              <a:ext cx="105997" cy="169595"/>
            </a:xfrm>
            <a:custGeom>
              <a:avLst/>
              <a:gdLst/>
              <a:ahLst/>
              <a:cxnLst/>
              <a:rect l="l" t="t" r="r" b="b"/>
              <a:pathLst>
                <a:path w="720" h="1152" extrusionOk="0">
                  <a:moveTo>
                    <a:pt x="21" y="1"/>
                  </a:moveTo>
                  <a:cubicBezTo>
                    <a:pt x="14" y="1"/>
                    <a:pt x="7" y="1"/>
                    <a:pt x="1" y="1"/>
                  </a:cubicBezTo>
                  <a:lnTo>
                    <a:pt x="41" y="1"/>
                  </a:lnTo>
                  <a:cubicBezTo>
                    <a:pt x="34" y="1"/>
                    <a:pt x="28" y="1"/>
                    <a:pt x="21" y="1"/>
                  </a:cubicBezTo>
                  <a:close/>
                  <a:moveTo>
                    <a:pt x="41" y="1"/>
                  </a:moveTo>
                  <a:cubicBezTo>
                    <a:pt x="344" y="12"/>
                    <a:pt x="598" y="258"/>
                    <a:pt x="598" y="576"/>
                  </a:cubicBezTo>
                  <a:cubicBezTo>
                    <a:pt x="598" y="894"/>
                    <a:pt x="344" y="1141"/>
                    <a:pt x="41" y="1151"/>
                  </a:cubicBezTo>
                  <a:lnTo>
                    <a:pt x="144" y="1151"/>
                  </a:lnTo>
                  <a:cubicBezTo>
                    <a:pt x="465" y="1151"/>
                    <a:pt x="719" y="897"/>
                    <a:pt x="719" y="576"/>
                  </a:cubicBezTo>
                  <a:cubicBezTo>
                    <a:pt x="719" y="255"/>
                    <a:pt x="465" y="1"/>
                    <a:pt x="144" y="1"/>
                  </a:cubicBezTo>
                  <a:close/>
                  <a:moveTo>
                    <a:pt x="1" y="1151"/>
                  </a:moveTo>
                  <a:cubicBezTo>
                    <a:pt x="7" y="1151"/>
                    <a:pt x="14" y="1152"/>
                    <a:pt x="21" y="1152"/>
                  </a:cubicBezTo>
                  <a:cubicBezTo>
                    <a:pt x="28" y="1152"/>
                    <a:pt x="34" y="1151"/>
                    <a:pt x="41" y="115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39">
              <a:extLst>
                <a:ext uri="{FF2B5EF4-FFF2-40B4-BE49-F238E27FC236}">
                  <a16:creationId xmlns:a16="http://schemas.microsoft.com/office/drawing/2014/main" id="{140AA30D-2363-B910-D22C-C6F583E790FE}"/>
                </a:ext>
              </a:extLst>
            </p:cNvPr>
            <p:cNvSpPr/>
            <p:nvPr/>
          </p:nvSpPr>
          <p:spPr>
            <a:xfrm>
              <a:off x="2794350" y="2922306"/>
              <a:ext cx="92894" cy="169595"/>
            </a:xfrm>
            <a:custGeom>
              <a:avLst/>
              <a:gdLst/>
              <a:ahLst/>
              <a:cxnLst/>
              <a:rect l="l" t="t" r="r" b="b"/>
              <a:pathLst>
                <a:path w="631" h="1152" extrusionOk="0">
                  <a:moveTo>
                    <a:pt x="21" y="1"/>
                  </a:moveTo>
                  <a:cubicBezTo>
                    <a:pt x="14" y="1"/>
                    <a:pt x="7" y="1"/>
                    <a:pt x="0" y="1"/>
                  </a:cubicBezTo>
                  <a:lnTo>
                    <a:pt x="42" y="1"/>
                  </a:lnTo>
                  <a:cubicBezTo>
                    <a:pt x="35" y="1"/>
                    <a:pt x="28" y="1"/>
                    <a:pt x="21" y="1"/>
                  </a:cubicBezTo>
                  <a:close/>
                  <a:moveTo>
                    <a:pt x="42" y="1"/>
                  </a:moveTo>
                  <a:cubicBezTo>
                    <a:pt x="355" y="12"/>
                    <a:pt x="609" y="258"/>
                    <a:pt x="609" y="576"/>
                  </a:cubicBezTo>
                  <a:cubicBezTo>
                    <a:pt x="609" y="894"/>
                    <a:pt x="355" y="1141"/>
                    <a:pt x="42" y="1151"/>
                  </a:cubicBezTo>
                  <a:lnTo>
                    <a:pt x="56" y="1151"/>
                  </a:lnTo>
                  <a:cubicBezTo>
                    <a:pt x="376" y="1151"/>
                    <a:pt x="631" y="897"/>
                    <a:pt x="631" y="576"/>
                  </a:cubicBezTo>
                  <a:cubicBezTo>
                    <a:pt x="631" y="255"/>
                    <a:pt x="376" y="1"/>
                    <a:pt x="56" y="1"/>
                  </a:cubicBezTo>
                  <a:close/>
                  <a:moveTo>
                    <a:pt x="0" y="1151"/>
                  </a:moveTo>
                  <a:cubicBezTo>
                    <a:pt x="7" y="1151"/>
                    <a:pt x="14" y="1152"/>
                    <a:pt x="21" y="1152"/>
                  </a:cubicBezTo>
                  <a:cubicBezTo>
                    <a:pt x="28" y="1152"/>
                    <a:pt x="35" y="1151"/>
                    <a:pt x="42" y="115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39">
              <a:extLst>
                <a:ext uri="{FF2B5EF4-FFF2-40B4-BE49-F238E27FC236}">
                  <a16:creationId xmlns:a16="http://schemas.microsoft.com/office/drawing/2014/main" id="{678BB93C-C615-2DA4-6767-C5D25C9D7977}"/>
                </a:ext>
              </a:extLst>
            </p:cNvPr>
            <p:cNvSpPr/>
            <p:nvPr/>
          </p:nvSpPr>
          <p:spPr>
            <a:xfrm>
              <a:off x="2719416" y="2945124"/>
              <a:ext cx="83178" cy="122338"/>
            </a:xfrm>
            <a:custGeom>
              <a:avLst/>
              <a:gdLst/>
              <a:ahLst/>
              <a:cxnLst/>
              <a:rect l="l" t="t" r="r" b="b"/>
              <a:pathLst>
                <a:path w="565" h="831" extrusionOk="0">
                  <a:moveTo>
                    <a:pt x="554" y="1"/>
                  </a:moveTo>
                  <a:cubicBezTo>
                    <a:pt x="1" y="1"/>
                    <a:pt x="1" y="830"/>
                    <a:pt x="554" y="830"/>
                  </a:cubicBezTo>
                  <a:lnTo>
                    <a:pt x="565" y="830"/>
                  </a:lnTo>
                  <a:cubicBezTo>
                    <a:pt x="355" y="819"/>
                    <a:pt x="178" y="642"/>
                    <a:pt x="178" y="421"/>
                  </a:cubicBezTo>
                  <a:cubicBezTo>
                    <a:pt x="178" y="200"/>
                    <a:pt x="355" y="12"/>
                    <a:pt x="5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39">
              <a:extLst>
                <a:ext uri="{FF2B5EF4-FFF2-40B4-BE49-F238E27FC236}">
                  <a16:creationId xmlns:a16="http://schemas.microsoft.com/office/drawing/2014/main" id="{418EFD19-B9EE-8C7A-3CE5-253E216699FC}"/>
                </a:ext>
              </a:extLst>
            </p:cNvPr>
            <p:cNvSpPr/>
            <p:nvPr/>
          </p:nvSpPr>
          <p:spPr>
            <a:xfrm>
              <a:off x="2802447" y="2980898"/>
              <a:ext cx="39896" cy="50790"/>
            </a:xfrm>
            <a:custGeom>
              <a:avLst/>
              <a:gdLst/>
              <a:ahLst/>
              <a:cxnLst/>
              <a:rect l="l" t="t" r="r" b="b"/>
              <a:pathLst>
                <a:path w="271" h="345" extrusionOk="0">
                  <a:moveTo>
                    <a:pt x="43" y="0"/>
                  </a:moveTo>
                  <a:cubicBezTo>
                    <a:pt x="37" y="0"/>
                    <a:pt x="30" y="1"/>
                    <a:pt x="23" y="1"/>
                  </a:cubicBezTo>
                  <a:lnTo>
                    <a:pt x="23" y="12"/>
                  </a:lnTo>
                  <a:lnTo>
                    <a:pt x="1" y="12"/>
                  </a:lnTo>
                  <a:cubicBezTo>
                    <a:pt x="211" y="23"/>
                    <a:pt x="211" y="322"/>
                    <a:pt x="1" y="344"/>
                  </a:cubicBezTo>
                  <a:lnTo>
                    <a:pt x="23" y="344"/>
                  </a:lnTo>
                  <a:cubicBezTo>
                    <a:pt x="30" y="345"/>
                    <a:pt x="37" y="345"/>
                    <a:pt x="43" y="345"/>
                  </a:cubicBezTo>
                  <a:cubicBezTo>
                    <a:pt x="270" y="345"/>
                    <a:pt x="270" y="0"/>
                    <a:pt x="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39">
              <a:extLst>
                <a:ext uri="{FF2B5EF4-FFF2-40B4-BE49-F238E27FC236}">
                  <a16:creationId xmlns:a16="http://schemas.microsoft.com/office/drawing/2014/main" id="{13FF91FF-DFB4-1F6B-A572-C2CA5413518B}"/>
                </a:ext>
              </a:extLst>
            </p:cNvPr>
            <p:cNvSpPr/>
            <p:nvPr/>
          </p:nvSpPr>
          <p:spPr>
            <a:xfrm>
              <a:off x="3084074" y="2945124"/>
              <a:ext cx="143390" cy="122779"/>
            </a:xfrm>
            <a:custGeom>
              <a:avLst/>
              <a:gdLst/>
              <a:ahLst/>
              <a:cxnLst/>
              <a:rect l="l" t="t" r="r" b="b"/>
              <a:pathLst>
                <a:path w="974" h="834" extrusionOk="0">
                  <a:moveTo>
                    <a:pt x="555" y="247"/>
                  </a:moveTo>
                  <a:cubicBezTo>
                    <a:pt x="645" y="247"/>
                    <a:pt x="730" y="317"/>
                    <a:pt x="730" y="421"/>
                  </a:cubicBezTo>
                  <a:cubicBezTo>
                    <a:pt x="730" y="510"/>
                    <a:pt x="653" y="587"/>
                    <a:pt x="554" y="587"/>
                  </a:cubicBezTo>
                  <a:cubicBezTo>
                    <a:pt x="399" y="587"/>
                    <a:pt x="321" y="410"/>
                    <a:pt x="432" y="300"/>
                  </a:cubicBezTo>
                  <a:cubicBezTo>
                    <a:pt x="468" y="264"/>
                    <a:pt x="512" y="247"/>
                    <a:pt x="555" y="247"/>
                  </a:cubicBezTo>
                  <a:close/>
                  <a:moveTo>
                    <a:pt x="554" y="1"/>
                  </a:moveTo>
                  <a:cubicBezTo>
                    <a:pt x="189" y="1"/>
                    <a:pt x="1" y="454"/>
                    <a:pt x="266" y="709"/>
                  </a:cubicBezTo>
                  <a:cubicBezTo>
                    <a:pt x="349" y="795"/>
                    <a:pt x="452" y="833"/>
                    <a:pt x="555" y="833"/>
                  </a:cubicBezTo>
                  <a:cubicBezTo>
                    <a:pt x="767" y="833"/>
                    <a:pt x="974" y="668"/>
                    <a:pt x="974" y="421"/>
                  </a:cubicBezTo>
                  <a:cubicBezTo>
                    <a:pt x="974" y="189"/>
                    <a:pt x="786" y="1"/>
                    <a:pt x="5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39">
              <a:extLst>
                <a:ext uri="{FF2B5EF4-FFF2-40B4-BE49-F238E27FC236}">
                  <a16:creationId xmlns:a16="http://schemas.microsoft.com/office/drawing/2014/main" id="{33EC0557-6686-6F60-7D7A-F8B74135C9D4}"/>
                </a:ext>
              </a:extLst>
            </p:cNvPr>
            <p:cNvSpPr/>
            <p:nvPr/>
          </p:nvSpPr>
          <p:spPr>
            <a:xfrm>
              <a:off x="3053159" y="2922453"/>
              <a:ext cx="197124" cy="169153"/>
            </a:xfrm>
            <a:custGeom>
              <a:avLst/>
              <a:gdLst/>
              <a:ahLst/>
              <a:cxnLst/>
              <a:rect l="l" t="t" r="r" b="b"/>
              <a:pathLst>
                <a:path w="1339" h="1149" extrusionOk="0">
                  <a:moveTo>
                    <a:pt x="758" y="160"/>
                  </a:moveTo>
                  <a:cubicBezTo>
                    <a:pt x="973" y="160"/>
                    <a:pt x="1184" y="326"/>
                    <a:pt x="1184" y="575"/>
                  </a:cubicBezTo>
                  <a:cubicBezTo>
                    <a:pt x="1184" y="807"/>
                    <a:pt x="996" y="995"/>
                    <a:pt x="764" y="995"/>
                  </a:cubicBezTo>
                  <a:cubicBezTo>
                    <a:pt x="399" y="995"/>
                    <a:pt x="211" y="542"/>
                    <a:pt x="476" y="277"/>
                  </a:cubicBezTo>
                  <a:cubicBezTo>
                    <a:pt x="557" y="196"/>
                    <a:pt x="658" y="160"/>
                    <a:pt x="758" y="160"/>
                  </a:cubicBezTo>
                  <a:close/>
                  <a:moveTo>
                    <a:pt x="764" y="0"/>
                  </a:moveTo>
                  <a:cubicBezTo>
                    <a:pt x="255" y="0"/>
                    <a:pt x="1" y="619"/>
                    <a:pt x="354" y="984"/>
                  </a:cubicBezTo>
                  <a:cubicBezTo>
                    <a:pt x="472" y="1098"/>
                    <a:pt x="615" y="1149"/>
                    <a:pt x="755" y="1149"/>
                  </a:cubicBezTo>
                  <a:cubicBezTo>
                    <a:pt x="1053" y="1149"/>
                    <a:pt x="1339" y="921"/>
                    <a:pt x="1339" y="575"/>
                  </a:cubicBezTo>
                  <a:cubicBezTo>
                    <a:pt x="1339" y="254"/>
                    <a:pt x="1084" y="0"/>
                    <a:pt x="7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39">
              <a:extLst>
                <a:ext uri="{FF2B5EF4-FFF2-40B4-BE49-F238E27FC236}">
                  <a16:creationId xmlns:a16="http://schemas.microsoft.com/office/drawing/2014/main" id="{DFBB7FFE-9ACF-A53F-B43E-B0EA4F6363FE}"/>
                </a:ext>
              </a:extLst>
            </p:cNvPr>
            <p:cNvSpPr/>
            <p:nvPr/>
          </p:nvSpPr>
          <p:spPr>
            <a:xfrm>
              <a:off x="3131331" y="2982517"/>
              <a:ext cx="60359" cy="50201"/>
            </a:xfrm>
            <a:custGeom>
              <a:avLst/>
              <a:gdLst/>
              <a:ahLst/>
              <a:cxnLst/>
              <a:rect l="l" t="t" r="r" b="b"/>
              <a:pathLst>
                <a:path w="410" h="341" extrusionOk="0">
                  <a:moveTo>
                    <a:pt x="251" y="0"/>
                  </a:moveTo>
                  <a:cubicBezTo>
                    <a:pt x="245" y="0"/>
                    <a:pt x="239" y="1"/>
                    <a:pt x="233" y="1"/>
                  </a:cubicBezTo>
                  <a:cubicBezTo>
                    <a:pt x="78" y="1"/>
                    <a:pt x="0" y="178"/>
                    <a:pt x="111" y="289"/>
                  </a:cubicBezTo>
                  <a:cubicBezTo>
                    <a:pt x="147" y="325"/>
                    <a:pt x="191" y="341"/>
                    <a:pt x="234" y="341"/>
                  </a:cubicBezTo>
                  <a:cubicBezTo>
                    <a:pt x="324" y="341"/>
                    <a:pt x="409" y="272"/>
                    <a:pt x="409" y="167"/>
                  </a:cubicBezTo>
                  <a:cubicBezTo>
                    <a:pt x="409" y="74"/>
                    <a:pt x="342" y="0"/>
                    <a:pt x="25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39">
              <a:extLst>
                <a:ext uri="{FF2B5EF4-FFF2-40B4-BE49-F238E27FC236}">
                  <a16:creationId xmlns:a16="http://schemas.microsoft.com/office/drawing/2014/main" id="{11A4111A-F0DC-3A1D-DD72-7DDB8C207EA7}"/>
                </a:ext>
              </a:extLst>
            </p:cNvPr>
            <p:cNvSpPr/>
            <p:nvPr/>
          </p:nvSpPr>
          <p:spPr>
            <a:xfrm>
              <a:off x="3189924" y="2922306"/>
              <a:ext cx="107616" cy="169595"/>
            </a:xfrm>
            <a:custGeom>
              <a:avLst/>
              <a:gdLst/>
              <a:ahLst/>
              <a:cxnLst/>
              <a:rect l="l" t="t" r="r" b="b"/>
              <a:pathLst>
                <a:path w="731" h="1152" extrusionOk="0">
                  <a:moveTo>
                    <a:pt x="54" y="1"/>
                  </a:moveTo>
                  <a:cubicBezTo>
                    <a:pt x="47" y="1"/>
                    <a:pt x="41" y="1"/>
                    <a:pt x="34" y="1"/>
                  </a:cubicBezTo>
                  <a:lnTo>
                    <a:pt x="0" y="1"/>
                  </a:lnTo>
                  <a:cubicBezTo>
                    <a:pt x="730" y="34"/>
                    <a:pt x="730" y="1118"/>
                    <a:pt x="0" y="1151"/>
                  </a:cubicBezTo>
                  <a:lnTo>
                    <a:pt x="34" y="1151"/>
                  </a:lnTo>
                  <a:cubicBezTo>
                    <a:pt x="41" y="1151"/>
                    <a:pt x="47" y="1152"/>
                    <a:pt x="54" y="1152"/>
                  </a:cubicBezTo>
                  <a:cubicBezTo>
                    <a:pt x="377" y="1152"/>
                    <a:pt x="642" y="901"/>
                    <a:pt x="642" y="576"/>
                  </a:cubicBezTo>
                  <a:cubicBezTo>
                    <a:pt x="642" y="251"/>
                    <a:pt x="377" y="1"/>
                    <a:pt x="5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39">
              <a:extLst>
                <a:ext uri="{FF2B5EF4-FFF2-40B4-BE49-F238E27FC236}">
                  <a16:creationId xmlns:a16="http://schemas.microsoft.com/office/drawing/2014/main" id="{BCCB4A7C-0EE8-407D-7231-8F295A386C19}"/>
                </a:ext>
              </a:extLst>
            </p:cNvPr>
            <p:cNvSpPr/>
            <p:nvPr/>
          </p:nvSpPr>
          <p:spPr>
            <a:xfrm>
              <a:off x="3168724" y="2922453"/>
              <a:ext cx="105997" cy="169447"/>
            </a:xfrm>
            <a:custGeom>
              <a:avLst/>
              <a:gdLst/>
              <a:ahLst/>
              <a:cxnLst/>
              <a:rect l="l" t="t" r="r" b="b"/>
              <a:pathLst>
                <a:path w="720" h="1151" extrusionOk="0">
                  <a:moveTo>
                    <a:pt x="1" y="0"/>
                  </a:moveTo>
                  <a:cubicBezTo>
                    <a:pt x="719" y="33"/>
                    <a:pt x="719" y="1117"/>
                    <a:pt x="1" y="1150"/>
                  </a:cubicBezTo>
                  <a:lnTo>
                    <a:pt x="144" y="1150"/>
                  </a:lnTo>
                  <a:cubicBezTo>
                    <a:pt x="454" y="1150"/>
                    <a:pt x="719" y="896"/>
                    <a:pt x="719" y="575"/>
                  </a:cubicBezTo>
                  <a:cubicBezTo>
                    <a:pt x="719" y="254"/>
                    <a:pt x="454" y="0"/>
                    <a:pt x="1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39">
              <a:extLst>
                <a:ext uri="{FF2B5EF4-FFF2-40B4-BE49-F238E27FC236}">
                  <a16:creationId xmlns:a16="http://schemas.microsoft.com/office/drawing/2014/main" id="{A5A98D53-7E95-2F2A-23A8-8D47518B5B95}"/>
                </a:ext>
              </a:extLst>
            </p:cNvPr>
            <p:cNvSpPr/>
            <p:nvPr/>
          </p:nvSpPr>
          <p:spPr>
            <a:xfrm>
              <a:off x="3160627" y="2922453"/>
              <a:ext cx="107616" cy="169447"/>
            </a:xfrm>
            <a:custGeom>
              <a:avLst/>
              <a:gdLst/>
              <a:ahLst/>
              <a:cxnLst/>
              <a:rect l="l" t="t" r="r" b="b"/>
              <a:pathLst>
                <a:path w="731" h="1151" extrusionOk="0">
                  <a:moveTo>
                    <a:pt x="0" y="0"/>
                  </a:moveTo>
                  <a:cubicBezTo>
                    <a:pt x="730" y="33"/>
                    <a:pt x="730" y="1117"/>
                    <a:pt x="0" y="1150"/>
                  </a:cubicBezTo>
                  <a:lnTo>
                    <a:pt x="56" y="1150"/>
                  </a:lnTo>
                  <a:cubicBezTo>
                    <a:pt x="365" y="1150"/>
                    <a:pt x="620" y="896"/>
                    <a:pt x="620" y="575"/>
                  </a:cubicBezTo>
                  <a:cubicBezTo>
                    <a:pt x="620" y="254"/>
                    <a:pt x="365" y="0"/>
                    <a:pt x="5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39">
              <a:extLst>
                <a:ext uri="{FF2B5EF4-FFF2-40B4-BE49-F238E27FC236}">
                  <a16:creationId xmlns:a16="http://schemas.microsoft.com/office/drawing/2014/main" id="{F9427896-750C-41EF-8FC9-DDB97E5C75A5}"/>
                </a:ext>
              </a:extLst>
            </p:cNvPr>
            <p:cNvSpPr/>
            <p:nvPr/>
          </p:nvSpPr>
          <p:spPr>
            <a:xfrm>
              <a:off x="3084074" y="2945124"/>
              <a:ext cx="84797" cy="122338"/>
            </a:xfrm>
            <a:custGeom>
              <a:avLst/>
              <a:gdLst/>
              <a:ahLst/>
              <a:cxnLst/>
              <a:rect l="l" t="t" r="r" b="b"/>
              <a:pathLst>
                <a:path w="576" h="831" extrusionOk="0">
                  <a:moveTo>
                    <a:pt x="554" y="1"/>
                  </a:moveTo>
                  <a:cubicBezTo>
                    <a:pt x="1" y="1"/>
                    <a:pt x="1" y="830"/>
                    <a:pt x="554" y="830"/>
                  </a:cubicBezTo>
                  <a:lnTo>
                    <a:pt x="576" y="830"/>
                  </a:lnTo>
                  <a:cubicBezTo>
                    <a:pt x="355" y="819"/>
                    <a:pt x="178" y="642"/>
                    <a:pt x="178" y="421"/>
                  </a:cubicBezTo>
                  <a:cubicBezTo>
                    <a:pt x="178" y="200"/>
                    <a:pt x="355" y="12"/>
                    <a:pt x="5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39">
              <a:extLst>
                <a:ext uri="{FF2B5EF4-FFF2-40B4-BE49-F238E27FC236}">
                  <a16:creationId xmlns:a16="http://schemas.microsoft.com/office/drawing/2014/main" id="{D18B9AE8-995E-4021-1BCD-751101588F46}"/>
                </a:ext>
              </a:extLst>
            </p:cNvPr>
            <p:cNvSpPr/>
            <p:nvPr/>
          </p:nvSpPr>
          <p:spPr>
            <a:xfrm>
              <a:off x="3168724" y="2980898"/>
              <a:ext cx="38277" cy="50790"/>
            </a:xfrm>
            <a:custGeom>
              <a:avLst/>
              <a:gdLst/>
              <a:ahLst/>
              <a:cxnLst/>
              <a:rect l="l" t="t" r="r" b="b"/>
              <a:pathLst>
                <a:path w="260" h="345" extrusionOk="0">
                  <a:moveTo>
                    <a:pt x="43" y="0"/>
                  </a:moveTo>
                  <a:cubicBezTo>
                    <a:pt x="36" y="0"/>
                    <a:pt x="30" y="1"/>
                    <a:pt x="23" y="1"/>
                  </a:cubicBezTo>
                  <a:lnTo>
                    <a:pt x="23" y="12"/>
                  </a:lnTo>
                  <a:lnTo>
                    <a:pt x="1" y="12"/>
                  </a:lnTo>
                  <a:cubicBezTo>
                    <a:pt x="211" y="23"/>
                    <a:pt x="211" y="322"/>
                    <a:pt x="1" y="344"/>
                  </a:cubicBezTo>
                  <a:lnTo>
                    <a:pt x="23" y="344"/>
                  </a:lnTo>
                  <a:cubicBezTo>
                    <a:pt x="30" y="345"/>
                    <a:pt x="36" y="345"/>
                    <a:pt x="43" y="345"/>
                  </a:cubicBezTo>
                  <a:cubicBezTo>
                    <a:pt x="259" y="345"/>
                    <a:pt x="259" y="0"/>
                    <a:pt x="4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39">
              <a:extLst>
                <a:ext uri="{FF2B5EF4-FFF2-40B4-BE49-F238E27FC236}">
                  <a16:creationId xmlns:a16="http://schemas.microsoft.com/office/drawing/2014/main" id="{72D3BBE9-FC2A-0021-941C-507EBDA800F9}"/>
                </a:ext>
              </a:extLst>
            </p:cNvPr>
            <p:cNvSpPr/>
            <p:nvPr/>
          </p:nvSpPr>
          <p:spPr>
            <a:xfrm>
              <a:off x="2807305" y="2810126"/>
              <a:ext cx="373049" cy="211699"/>
            </a:xfrm>
            <a:custGeom>
              <a:avLst/>
              <a:gdLst/>
              <a:ahLst/>
              <a:cxnLst/>
              <a:rect l="l" t="t" r="r" b="b"/>
              <a:pathLst>
                <a:path w="2534" h="1438" extrusionOk="0">
                  <a:moveTo>
                    <a:pt x="1273" y="255"/>
                  </a:moveTo>
                  <a:lnTo>
                    <a:pt x="1328" y="310"/>
                  </a:lnTo>
                  <a:lnTo>
                    <a:pt x="1217" y="310"/>
                  </a:lnTo>
                  <a:lnTo>
                    <a:pt x="1273" y="255"/>
                  </a:lnTo>
                  <a:close/>
                  <a:moveTo>
                    <a:pt x="952" y="575"/>
                  </a:moveTo>
                  <a:lnTo>
                    <a:pt x="952" y="1239"/>
                  </a:lnTo>
                  <a:lnTo>
                    <a:pt x="288" y="1239"/>
                  </a:lnTo>
                  <a:lnTo>
                    <a:pt x="952" y="575"/>
                  </a:lnTo>
                  <a:close/>
                  <a:moveTo>
                    <a:pt x="1593" y="575"/>
                  </a:moveTo>
                  <a:lnTo>
                    <a:pt x="2257" y="1239"/>
                  </a:lnTo>
                  <a:lnTo>
                    <a:pt x="1593" y="1239"/>
                  </a:lnTo>
                  <a:lnTo>
                    <a:pt x="1593" y="575"/>
                  </a:lnTo>
                  <a:close/>
                  <a:moveTo>
                    <a:pt x="1239" y="0"/>
                  </a:moveTo>
                  <a:lnTo>
                    <a:pt x="1" y="1239"/>
                  </a:lnTo>
                  <a:lnTo>
                    <a:pt x="1" y="1438"/>
                  </a:lnTo>
                  <a:lnTo>
                    <a:pt x="2522" y="1438"/>
                  </a:lnTo>
                  <a:lnTo>
                    <a:pt x="2522" y="1239"/>
                  </a:lnTo>
                  <a:lnTo>
                    <a:pt x="2533" y="1239"/>
                  </a:lnTo>
                  <a:lnTo>
                    <a:pt x="1317" y="22"/>
                  </a:lnTo>
                  <a:lnTo>
                    <a:pt x="1284" y="44"/>
                  </a:lnTo>
                  <a:lnTo>
                    <a:pt x="123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39">
              <a:extLst>
                <a:ext uri="{FF2B5EF4-FFF2-40B4-BE49-F238E27FC236}">
                  <a16:creationId xmlns:a16="http://schemas.microsoft.com/office/drawing/2014/main" id="{02C7594F-840C-41DA-7114-B88FDE47436B}"/>
                </a:ext>
              </a:extLst>
            </p:cNvPr>
            <p:cNvSpPr/>
            <p:nvPr/>
          </p:nvSpPr>
          <p:spPr>
            <a:xfrm>
              <a:off x="2795969" y="2810126"/>
              <a:ext cx="372902" cy="211699"/>
            </a:xfrm>
            <a:custGeom>
              <a:avLst/>
              <a:gdLst/>
              <a:ahLst/>
              <a:cxnLst/>
              <a:rect l="l" t="t" r="r" b="b"/>
              <a:pathLst>
                <a:path w="2533" h="1438" extrusionOk="0">
                  <a:moveTo>
                    <a:pt x="1272" y="255"/>
                  </a:moveTo>
                  <a:lnTo>
                    <a:pt x="1327" y="310"/>
                  </a:lnTo>
                  <a:lnTo>
                    <a:pt x="1217" y="310"/>
                  </a:lnTo>
                  <a:lnTo>
                    <a:pt x="1272" y="255"/>
                  </a:lnTo>
                  <a:close/>
                  <a:moveTo>
                    <a:pt x="951" y="575"/>
                  </a:moveTo>
                  <a:lnTo>
                    <a:pt x="951" y="1239"/>
                  </a:lnTo>
                  <a:lnTo>
                    <a:pt x="288" y="1239"/>
                  </a:lnTo>
                  <a:lnTo>
                    <a:pt x="951" y="575"/>
                  </a:lnTo>
                  <a:close/>
                  <a:moveTo>
                    <a:pt x="1593" y="575"/>
                  </a:moveTo>
                  <a:lnTo>
                    <a:pt x="2256" y="1239"/>
                  </a:lnTo>
                  <a:lnTo>
                    <a:pt x="1593" y="1239"/>
                  </a:lnTo>
                  <a:lnTo>
                    <a:pt x="1593" y="575"/>
                  </a:lnTo>
                  <a:close/>
                  <a:moveTo>
                    <a:pt x="1250" y="0"/>
                  </a:moveTo>
                  <a:lnTo>
                    <a:pt x="0" y="1239"/>
                  </a:lnTo>
                  <a:lnTo>
                    <a:pt x="0" y="1438"/>
                  </a:lnTo>
                  <a:lnTo>
                    <a:pt x="2533" y="1438"/>
                  </a:lnTo>
                  <a:lnTo>
                    <a:pt x="2533" y="1239"/>
                  </a:lnTo>
                  <a:lnTo>
                    <a:pt x="1316" y="22"/>
                  </a:lnTo>
                  <a:lnTo>
                    <a:pt x="1294" y="44"/>
                  </a:lnTo>
                  <a:lnTo>
                    <a:pt x="12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39">
              <a:extLst>
                <a:ext uri="{FF2B5EF4-FFF2-40B4-BE49-F238E27FC236}">
                  <a16:creationId xmlns:a16="http://schemas.microsoft.com/office/drawing/2014/main" id="{38318319-4639-DDF7-638D-B54AC077679F}"/>
                </a:ext>
              </a:extLst>
            </p:cNvPr>
            <p:cNvSpPr/>
            <p:nvPr/>
          </p:nvSpPr>
          <p:spPr>
            <a:xfrm>
              <a:off x="907610" y="2945124"/>
              <a:ext cx="143390" cy="122779"/>
            </a:xfrm>
            <a:custGeom>
              <a:avLst/>
              <a:gdLst/>
              <a:ahLst/>
              <a:cxnLst/>
              <a:rect l="l" t="t" r="r" b="b"/>
              <a:pathLst>
                <a:path w="974" h="834" extrusionOk="0">
                  <a:moveTo>
                    <a:pt x="555" y="247"/>
                  </a:moveTo>
                  <a:cubicBezTo>
                    <a:pt x="645" y="247"/>
                    <a:pt x="730" y="317"/>
                    <a:pt x="730" y="421"/>
                  </a:cubicBezTo>
                  <a:cubicBezTo>
                    <a:pt x="730" y="510"/>
                    <a:pt x="653" y="587"/>
                    <a:pt x="554" y="587"/>
                  </a:cubicBezTo>
                  <a:cubicBezTo>
                    <a:pt x="399" y="587"/>
                    <a:pt x="321" y="410"/>
                    <a:pt x="432" y="300"/>
                  </a:cubicBezTo>
                  <a:cubicBezTo>
                    <a:pt x="468" y="264"/>
                    <a:pt x="512" y="247"/>
                    <a:pt x="555" y="247"/>
                  </a:cubicBezTo>
                  <a:close/>
                  <a:moveTo>
                    <a:pt x="554" y="1"/>
                  </a:moveTo>
                  <a:cubicBezTo>
                    <a:pt x="189" y="1"/>
                    <a:pt x="1" y="454"/>
                    <a:pt x="255" y="709"/>
                  </a:cubicBezTo>
                  <a:cubicBezTo>
                    <a:pt x="341" y="795"/>
                    <a:pt x="447" y="833"/>
                    <a:pt x="551" y="833"/>
                  </a:cubicBezTo>
                  <a:cubicBezTo>
                    <a:pt x="767" y="833"/>
                    <a:pt x="974" y="668"/>
                    <a:pt x="974" y="421"/>
                  </a:cubicBezTo>
                  <a:cubicBezTo>
                    <a:pt x="974" y="189"/>
                    <a:pt x="786" y="1"/>
                    <a:pt x="5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39">
              <a:extLst>
                <a:ext uri="{FF2B5EF4-FFF2-40B4-BE49-F238E27FC236}">
                  <a16:creationId xmlns:a16="http://schemas.microsoft.com/office/drawing/2014/main" id="{89E50CBA-825C-27AC-D7C7-BDFA847E12C5}"/>
                </a:ext>
              </a:extLst>
            </p:cNvPr>
            <p:cNvSpPr/>
            <p:nvPr/>
          </p:nvSpPr>
          <p:spPr>
            <a:xfrm>
              <a:off x="876694" y="2922453"/>
              <a:ext cx="197124" cy="169153"/>
            </a:xfrm>
            <a:custGeom>
              <a:avLst/>
              <a:gdLst/>
              <a:ahLst/>
              <a:cxnLst/>
              <a:rect l="l" t="t" r="r" b="b"/>
              <a:pathLst>
                <a:path w="1339" h="1149" extrusionOk="0">
                  <a:moveTo>
                    <a:pt x="754" y="160"/>
                  </a:moveTo>
                  <a:cubicBezTo>
                    <a:pt x="973" y="160"/>
                    <a:pt x="1184" y="326"/>
                    <a:pt x="1184" y="575"/>
                  </a:cubicBezTo>
                  <a:cubicBezTo>
                    <a:pt x="1184" y="807"/>
                    <a:pt x="996" y="995"/>
                    <a:pt x="764" y="995"/>
                  </a:cubicBezTo>
                  <a:cubicBezTo>
                    <a:pt x="399" y="995"/>
                    <a:pt x="211" y="542"/>
                    <a:pt x="465" y="277"/>
                  </a:cubicBezTo>
                  <a:cubicBezTo>
                    <a:pt x="549" y="196"/>
                    <a:pt x="653" y="160"/>
                    <a:pt x="754" y="160"/>
                  </a:cubicBezTo>
                  <a:close/>
                  <a:moveTo>
                    <a:pt x="764" y="0"/>
                  </a:moveTo>
                  <a:cubicBezTo>
                    <a:pt x="255" y="0"/>
                    <a:pt x="1" y="619"/>
                    <a:pt x="354" y="984"/>
                  </a:cubicBezTo>
                  <a:cubicBezTo>
                    <a:pt x="472" y="1098"/>
                    <a:pt x="615" y="1149"/>
                    <a:pt x="755" y="1149"/>
                  </a:cubicBezTo>
                  <a:cubicBezTo>
                    <a:pt x="1053" y="1149"/>
                    <a:pt x="1339" y="921"/>
                    <a:pt x="1339" y="575"/>
                  </a:cubicBezTo>
                  <a:cubicBezTo>
                    <a:pt x="1339" y="254"/>
                    <a:pt x="1084" y="0"/>
                    <a:pt x="7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39">
              <a:extLst>
                <a:ext uri="{FF2B5EF4-FFF2-40B4-BE49-F238E27FC236}">
                  <a16:creationId xmlns:a16="http://schemas.microsoft.com/office/drawing/2014/main" id="{D4BCD64B-1A83-BE40-ED51-73AD8CC24A9C}"/>
                </a:ext>
              </a:extLst>
            </p:cNvPr>
            <p:cNvSpPr/>
            <p:nvPr/>
          </p:nvSpPr>
          <p:spPr>
            <a:xfrm>
              <a:off x="954867" y="2982517"/>
              <a:ext cx="60359" cy="50201"/>
            </a:xfrm>
            <a:custGeom>
              <a:avLst/>
              <a:gdLst/>
              <a:ahLst/>
              <a:cxnLst/>
              <a:rect l="l" t="t" r="r" b="b"/>
              <a:pathLst>
                <a:path w="410" h="341" extrusionOk="0">
                  <a:moveTo>
                    <a:pt x="251" y="0"/>
                  </a:moveTo>
                  <a:cubicBezTo>
                    <a:pt x="245" y="0"/>
                    <a:pt x="239" y="1"/>
                    <a:pt x="233" y="1"/>
                  </a:cubicBezTo>
                  <a:cubicBezTo>
                    <a:pt x="78" y="1"/>
                    <a:pt x="0" y="178"/>
                    <a:pt x="111" y="289"/>
                  </a:cubicBezTo>
                  <a:cubicBezTo>
                    <a:pt x="147" y="325"/>
                    <a:pt x="191" y="341"/>
                    <a:pt x="234" y="341"/>
                  </a:cubicBezTo>
                  <a:cubicBezTo>
                    <a:pt x="324" y="341"/>
                    <a:pt x="409" y="272"/>
                    <a:pt x="409" y="167"/>
                  </a:cubicBezTo>
                  <a:cubicBezTo>
                    <a:pt x="399" y="74"/>
                    <a:pt x="340" y="0"/>
                    <a:pt x="25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39">
              <a:extLst>
                <a:ext uri="{FF2B5EF4-FFF2-40B4-BE49-F238E27FC236}">
                  <a16:creationId xmlns:a16="http://schemas.microsoft.com/office/drawing/2014/main" id="{03473C51-B340-3F81-566F-22ACF8FE3A3A}"/>
                </a:ext>
              </a:extLst>
            </p:cNvPr>
            <p:cNvSpPr/>
            <p:nvPr/>
          </p:nvSpPr>
          <p:spPr>
            <a:xfrm>
              <a:off x="1013459" y="2922306"/>
              <a:ext cx="105997" cy="169595"/>
            </a:xfrm>
            <a:custGeom>
              <a:avLst/>
              <a:gdLst/>
              <a:ahLst/>
              <a:cxnLst/>
              <a:rect l="l" t="t" r="r" b="b"/>
              <a:pathLst>
                <a:path w="720" h="1152" extrusionOk="0">
                  <a:moveTo>
                    <a:pt x="54" y="1"/>
                  </a:moveTo>
                  <a:cubicBezTo>
                    <a:pt x="48" y="1"/>
                    <a:pt x="41" y="1"/>
                    <a:pt x="34" y="1"/>
                  </a:cubicBezTo>
                  <a:lnTo>
                    <a:pt x="0" y="1"/>
                  </a:lnTo>
                  <a:cubicBezTo>
                    <a:pt x="719" y="34"/>
                    <a:pt x="719" y="1118"/>
                    <a:pt x="0" y="1151"/>
                  </a:cubicBezTo>
                  <a:lnTo>
                    <a:pt x="34" y="1151"/>
                  </a:lnTo>
                  <a:cubicBezTo>
                    <a:pt x="41" y="1151"/>
                    <a:pt x="48" y="1152"/>
                    <a:pt x="54" y="1152"/>
                  </a:cubicBezTo>
                  <a:cubicBezTo>
                    <a:pt x="376" y="1152"/>
                    <a:pt x="631" y="901"/>
                    <a:pt x="631" y="576"/>
                  </a:cubicBezTo>
                  <a:cubicBezTo>
                    <a:pt x="631" y="251"/>
                    <a:pt x="376" y="1"/>
                    <a:pt x="5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39">
              <a:extLst>
                <a:ext uri="{FF2B5EF4-FFF2-40B4-BE49-F238E27FC236}">
                  <a16:creationId xmlns:a16="http://schemas.microsoft.com/office/drawing/2014/main" id="{FDD2C989-58DF-F9E3-CFB9-5A5CA3FB09BD}"/>
                </a:ext>
              </a:extLst>
            </p:cNvPr>
            <p:cNvSpPr/>
            <p:nvPr/>
          </p:nvSpPr>
          <p:spPr>
            <a:xfrm>
              <a:off x="990641" y="2922453"/>
              <a:ext cx="107616" cy="169447"/>
            </a:xfrm>
            <a:custGeom>
              <a:avLst/>
              <a:gdLst/>
              <a:ahLst/>
              <a:cxnLst/>
              <a:rect l="l" t="t" r="r" b="b"/>
              <a:pathLst>
                <a:path w="731" h="1151" extrusionOk="0">
                  <a:moveTo>
                    <a:pt x="1" y="0"/>
                  </a:moveTo>
                  <a:cubicBezTo>
                    <a:pt x="730" y="33"/>
                    <a:pt x="730" y="1117"/>
                    <a:pt x="1" y="1150"/>
                  </a:cubicBezTo>
                  <a:lnTo>
                    <a:pt x="155" y="1150"/>
                  </a:lnTo>
                  <a:cubicBezTo>
                    <a:pt x="465" y="1150"/>
                    <a:pt x="719" y="896"/>
                    <a:pt x="719" y="575"/>
                  </a:cubicBezTo>
                  <a:cubicBezTo>
                    <a:pt x="719" y="254"/>
                    <a:pt x="465" y="0"/>
                    <a:pt x="15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39">
              <a:extLst>
                <a:ext uri="{FF2B5EF4-FFF2-40B4-BE49-F238E27FC236}">
                  <a16:creationId xmlns:a16="http://schemas.microsoft.com/office/drawing/2014/main" id="{CBE18929-2B06-2325-0119-47177389CAAD}"/>
                </a:ext>
              </a:extLst>
            </p:cNvPr>
            <p:cNvSpPr/>
            <p:nvPr/>
          </p:nvSpPr>
          <p:spPr>
            <a:xfrm>
              <a:off x="984163" y="2922453"/>
              <a:ext cx="105997" cy="169447"/>
            </a:xfrm>
            <a:custGeom>
              <a:avLst/>
              <a:gdLst/>
              <a:ahLst/>
              <a:cxnLst/>
              <a:rect l="l" t="t" r="r" b="b"/>
              <a:pathLst>
                <a:path w="720" h="1151" extrusionOk="0">
                  <a:moveTo>
                    <a:pt x="0" y="0"/>
                  </a:moveTo>
                  <a:cubicBezTo>
                    <a:pt x="719" y="33"/>
                    <a:pt x="719" y="1117"/>
                    <a:pt x="0" y="1150"/>
                  </a:cubicBezTo>
                  <a:lnTo>
                    <a:pt x="45" y="1150"/>
                  </a:lnTo>
                  <a:cubicBezTo>
                    <a:pt x="365" y="1150"/>
                    <a:pt x="620" y="896"/>
                    <a:pt x="620" y="575"/>
                  </a:cubicBezTo>
                  <a:cubicBezTo>
                    <a:pt x="620" y="254"/>
                    <a:pt x="365" y="0"/>
                    <a:pt x="4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39">
              <a:extLst>
                <a:ext uri="{FF2B5EF4-FFF2-40B4-BE49-F238E27FC236}">
                  <a16:creationId xmlns:a16="http://schemas.microsoft.com/office/drawing/2014/main" id="{3D50B38A-48FE-1811-1F67-5798F19707A9}"/>
                </a:ext>
              </a:extLst>
            </p:cNvPr>
            <p:cNvSpPr/>
            <p:nvPr/>
          </p:nvSpPr>
          <p:spPr>
            <a:xfrm>
              <a:off x="907610" y="2945124"/>
              <a:ext cx="84797" cy="122338"/>
            </a:xfrm>
            <a:custGeom>
              <a:avLst/>
              <a:gdLst/>
              <a:ahLst/>
              <a:cxnLst/>
              <a:rect l="l" t="t" r="r" b="b"/>
              <a:pathLst>
                <a:path w="576" h="831" extrusionOk="0">
                  <a:moveTo>
                    <a:pt x="554" y="1"/>
                  </a:moveTo>
                  <a:cubicBezTo>
                    <a:pt x="1" y="1"/>
                    <a:pt x="1" y="830"/>
                    <a:pt x="554" y="830"/>
                  </a:cubicBezTo>
                  <a:lnTo>
                    <a:pt x="576" y="830"/>
                  </a:lnTo>
                  <a:cubicBezTo>
                    <a:pt x="355" y="819"/>
                    <a:pt x="178" y="642"/>
                    <a:pt x="178" y="421"/>
                  </a:cubicBezTo>
                  <a:cubicBezTo>
                    <a:pt x="178" y="200"/>
                    <a:pt x="355" y="12"/>
                    <a:pt x="576" y="1"/>
                  </a:cubicBezTo>
                  <a:close/>
                </a:path>
              </a:pathLst>
            </a:custGeom>
            <a:solidFill>
              <a:srgbClr val="C3C5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39">
              <a:extLst>
                <a:ext uri="{FF2B5EF4-FFF2-40B4-BE49-F238E27FC236}">
                  <a16:creationId xmlns:a16="http://schemas.microsoft.com/office/drawing/2014/main" id="{B5C05B6C-7934-3A82-A863-0B8CCFC2DB1B}"/>
                </a:ext>
              </a:extLst>
            </p:cNvPr>
            <p:cNvSpPr/>
            <p:nvPr/>
          </p:nvSpPr>
          <p:spPr>
            <a:xfrm>
              <a:off x="992260" y="2981045"/>
              <a:ext cx="34302" cy="50643"/>
            </a:xfrm>
            <a:custGeom>
              <a:avLst/>
              <a:gdLst/>
              <a:ahLst/>
              <a:cxnLst/>
              <a:rect l="l" t="t" r="r" b="b"/>
              <a:pathLst>
                <a:path w="233" h="344" extrusionOk="0">
                  <a:moveTo>
                    <a:pt x="23" y="0"/>
                  </a:moveTo>
                  <a:lnTo>
                    <a:pt x="23" y="11"/>
                  </a:lnTo>
                  <a:lnTo>
                    <a:pt x="1" y="11"/>
                  </a:lnTo>
                  <a:cubicBezTo>
                    <a:pt x="211" y="22"/>
                    <a:pt x="211" y="321"/>
                    <a:pt x="1" y="343"/>
                  </a:cubicBezTo>
                  <a:lnTo>
                    <a:pt x="23" y="343"/>
                  </a:lnTo>
                  <a:cubicBezTo>
                    <a:pt x="233" y="321"/>
                    <a:pt x="233" y="22"/>
                    <a:pt x="23" y="0"/>
                  </a:cubicBezTo>
                  <a:close/>
                </a:path>
              </a:pathLst>
            </a:custGeom>
            <a:solidFill>
              <a:srgbClr val="C3C5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39">
              <a:extLst>
                <a:ext uri="{FF2B5EF4-FFF2-40B4-BE49-F238E27FC236}">
                  <a16:creationId xmlns:a16="http://schemas.microsoft.com/office/drawing/2014/main" id="{F0CA0808-F9BB-7DDA-F524-3EF2EB574E69}"/>
                </a:ext>
              </a:extLst>
            </p:cNvPr>
            <p:cNvSpPr/>
            <p:nvPr/>
          </p:nvSpPr>
          <p:spPr>
            <a:xfrm>
              <a:off x="1272268" y="2945124"/>
              <a:ext cx="143390" cy="122779"/>
            </a:xfrm>
            <a:custGeom>
              <a:avLst/>
              <a:gdLst/>
              <a:ahLst/>
              <a:cxnLst/>
              <a:rect l="l" t="t" r="r" b="b"/>
              <a:pathLst>
                <a:path w="974" h="834" extrusionOk="0">
                  <a:moveTo>
                    <a:pt x="559" y="247"/>
                  </a:moveTo>
                  <a:cubicBezTo>
                    <a:pt x="645" y="247"/>
                    <a:pt x="730" y="317"/>
                    <a:pt x="730" y="421"/>
                  </a:cubicBezTo>
                  <a:cubicBezTo>
                    <a:pt x="730" y="510"/>
                    <a:pt x="653" y="587"/>
                    <a:pt x="565" y="587"/>
                  </a:cubicBezTo>
                  <a:cubicBezTo>
                    <a:pt x="410" y="587"/>
                    <a:pt x="332" y="410"/>
                    <a:pt x="443" y="300"/>
                  </a:cubicBezTo>
                  <a:cubicBezTo>
                    <a:pt x="475" y="264"/>
                    <a:pt x="517" y="247"/>
                    <a:pt x="559" y="247"/>
                  </a:cubicBezTo>
                  <a:close/>
                  <a:moveTo>
                    <a:pt x="565" y="1"/>
                  </a:moveTo>
                  <a:cubicBezTo>
                    <a:pt x="189" y="1"/>
                    <a:pt x="1" y="454"/>
                    <a:pt x="266" y="709"/>
                  </a:cubicBezTo>
                  <a:cubicBezTo>
                    <a:pt x="352" y="795"/>
                    <a:pt x="457" y="833"/>
                    <a:pt x="559" y="833"/>
                  </a:cubicBezTo>
                  <a:cubicBezTo>
                    <a:pt x="772" y="833"/>
                    <a:pt x="974" y="668"/>
                    <a:pt x="974" y="421"/>
                  </a:cubicBezTo>
                  <a:cubicBezTo>
                    <a:pt x="974" y="189"/>
                    <a:pt x="786" y="1"/>
                    <a:pt x="5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39">
              <a:extLst>
                <a:ext uri="{FF2B5EF4-FFF2-40B4-BE49-F238E27FC236}">
                  <a16:creationId xmlns:a16="http://schemas.microsoft.com/office/drawing/2014/main" id="{326AEAE8-5897-108F-CA27-139B8C67C061}"/>
                </a:ext>
              </a:extLst>
            </p:cNvPr>
            <p:cNvSpPr/>
            <p:nvPr/>
          </p:nvSpPr>
          <p:spPr>
            <a:xfrm>
              <a:off x="1241352" y="2922453"/>
              <a:ext cx="197124" cy="169153"/>
            </a:xfrm>
            <a:custGeom>
              <a:avLst/>
              <a:gdLst/>
              <a:ahLst/>
              <a:cxnLst/>
              <a:rect l="l" t="t" r="r" b="b"/>
              <a:pathLst>
                <a:path w="1339" h="1149" extrusionOk="0">
                  <a:moveTo>
                    <a:pt x="763" y="160"/>
                  </a:moveTo>
                  <a:cubicBezTo>
                    <a:pt x="978" y="160"/>
                    <a:pt x="1184" y="326"/>
                    <a:pt x="1184" y="575"/>
                  </a:cubicBezTo>
                  <a:cubicBezTo>
                    <a:pt x="1184" y="807"/>
                    <a:pt x="996" y="995"/>
                    <a:pt x="775" y="995"/>
                  </a:cubicBezTo>
                  <a:cubicBezTo>
                    <a:pt x="399" y="995"/>
                    <a:pt x="211" y="542"/>
                    <a:pt x="476" y="277"/>
                  </a:cubicBezTo>
                  <a:cubicBezTo>
                    <a:pt x="560" y="196"/>
                    <a:pt x="663" y="160"/>
                    <a:pt x="763" y="160"/>
                  </a:cubicBezTo>
                  <a:close/>
                  <a:moveTo>
                    <a:pt x="775" y="0"/>
                  </a:moveTo>
                  <a:cubicBezTo>
                    <a:pt x="255" y="0"/>
                    <a:pt x="1" y="619"/>
                    <a:pt x="365" y="984"/>
                  </a:cubicBezTo>
                  <a:cubicBezTo>
                    <a:pt x="482" y="1098"/>
                    <a:pt x="625" y="1149"/>
                    <a:pt x="764" y="1149"/>
                  </a:cubicBezTo>
                  <a:cubicBezTo>
                    <a:pt x="1058" y="1149"/>
                    <a:pt x="1338" y="921"/>
                    <a:pt x="1338" y="575"/>
                  </a:cubicBezTo>
                  <a:cubicBezTo>
                    <a:pt x="1338" y="254"/>
                    <a:pt x="1084" y="0"/>
                    <a:pt x="7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39">
              <a:extLst>
                <a:ext uri="{FF2B5EF4-FFF2-40B4-BE49-F238E27FC236}">
                  <a16:creationId xmlns:a16="http://schemas.microsoft.com/office/drawing/2014/main" id="{C0AABEED-6A4D-3BED-9694-C938AFA4E7DC}"/>
                </a:ext>
              </a:extLst>
            </p:cNvPr>
            <p:cNvSpPr/>
            <p:nvPr/>
          </p:nvSpPr>
          <p:spPr>
            <a:xfrm>
              <a:off x="1321144" y="2982517"/>
              <a:ext cx="58740" cy="50201"/>
            </a:xfrm>
            <a:custGeom>
              <a:avLst/>
              <a:gdLst/>
              <a:ahLst/>
              <a:cxnLst/>
              <a:rect l="l" t="t" r="r" b="b"/>
              <a:pathLst>
                <a:path w="399" h="341" extrusionOk="0">
                  <a:moveTo>
                    <a:pt x="249" y="0"/>
                  </a:moveTo>
                  <a:cubicBezTo>
                    <a:pt x="244" y="0"/>
                    <a:pt x="238" y="1"/>
                    <a:pt x="233" y="1"/>
                  </a:cubicBezTo>
                  <a:cubicBezTo>
                    <a:pt x="78" y="1"/>
                    <a:pt x="0" y="178"/>
                    <a:pt x="111" y="289"/>
                  </a:cubicBezTo>
                  <a:cubicBezTo>
                    <a:pt x="147" y="325"/>
                    <a:pt x="190" y="341"/>
                    <a:pt x="231" y="341"/>
                  </a:cubicBezTo>
                  <a:cubicBezTo>
                    <a:pt x="318" y="341"/>
                    <a:pt x="398" y="272"/>
                    <a:pt x="398" y="167"/>
                  </a:cubicBezTo>
                  <a:cubicBezTo>
                    <a:pt x="398" y="74"/>
                    <a:pt x="331" y="0"/>
                    <a:pt x="24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39">
              <a:extLst>
                <a:ext uri="{FF2B5EF4-FFF2-40B4-BE49-F238E27FC236}">
                  <a16:creationId xmlns:a16="http://schemas.microsoft.com/office/drawing/2014/main" id="{F3108838-D0D6-264B-6DC5-38E309607F7A}"/>
                </a:ext>
              </a:extLst>
            </p:cNvPr>
            <p:cNvSpPr/>
            <p:nvPr/>
          </p:nvSpPr>
          <p:spPr>
            <a:xfrm>
              <a:off x="1378117" y="2922453"/>
              <a:ext cx="112474" cy="169447"/>
            </a:xfrm>
            <a:custGeom>
              <a:avLst/>
              <a:gdLst/>
              <a:ahLst/>
              <a:cxnLst/>
              <a:rect l="l" t="t" r="r" b="b"/>
              <a:pathLst>
                <a:path w="764" h="1151" extrusionOk="0">
                  <a:moveTo>
                    <a:pt x="0" y="0"/>
                  </a:moveTo>
                  <a:cubicBezTo>
                    <a:pt x="730" y="33"/>
                    <a:pt x="730" y="1117"/>
                    <a:pt x="0" y="1150"/>
                  </a:cubicBezTo>
                  <a:lnTo>
                    <a:pt x="45" y="1150"/>
                  </a:lnTo>
                  <a:cubicBezTo>
                    <a:pt x="763" y="1117"/>
                    <a:pt x="763" y="33"/>
                    <a:pt x="45" y="0"/>
                  </a:cubicBezTo>
                  <a:close/>
                </a:path>
              </a:pathLst>
            </a:custGeom>
            <a:solidFill>
              <a:srgbClr val="C3C5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39">
              <a:extLst>
                <a:ext uri="{FF2B5EF4-FFF2-40B4-BE49-F238E27FC236}">
                  <a16:creationId xmlns:a16="http://schemas.microsoft.com/office/drawing/2014/main" id="{8490C9F6-B00B-DFAB-F6ED-1CDB3822267A}"/>
                </a:ext>
              </a:extLst>
            </p:cNvPr>
            <p:cNvSpPr/>
            <p:nvPr/>
          </p:nvSpPr>
          <p:spPr>
            <a:xfrm>
              <a:off x="1356918" y="2922306"/>
              <a:ext cx="105997" cy="169595"/>
            </a:xfrm>
            <a:custGeom>
              <a:avLst/>
              <a:gdLst/>
              <a:ahLst/>
              <a:cxnLst/>
              <a:rect l="l" t="t" r="r" b="b"/>
              <a:pathLst>
                <a:path w="720" h="1152" extrusionOk="0">
                  <a:moveTo>
                    <a:pt x="21" y="1"/>
                  </a:moveTo>
                  <a:cubicBezTo>
                    <a:pt x="14" y="1"/>
                    <a:pt x="7" y="1"/>
                    <a:pt x="1" y="1"/>
                  </a:cubicBezTo>
                  <a:lnTo>
                    <a:pt x="41" y="1"/>
                  </a:lnTo>
                  <a:cubicBezTo>
                    <a:pt x="34" y="1"/>
                    <a:pt x="27" y="1"/>
                    <a:pt x="21" y="1"/>
                  </a:cubicBezTo>
                  <a:close/>
                  <a:moveTo>
                    <a:pt x="41" y="1"/>
                  </a:moveTo>
                  <a:cubicBezTo>
                    <a:pt x="344" y="12"/>
                    <a:pt x="598" y="258"/>
                    <a:pt x="598" y="576"/>
                  </a:cubicBezTo>
                  <a:cubicBezTo>
                    <a:pt x="598" y="894"/>
                    <a:pt x="344" y="1141"/>
                    <a:pt x="41" y="1151"/>
                  </a:cubicBezTo>
                  <a:lnTo>
                    <a:pt x="144" y="1151"/>
                  </a:lnTo>
                  <a:cubicBezTo>
                    <a:pt x="465" y="1151"/>
                    <a:pt x="719" y="886"/>
                    <a:pt x="719" y="576"/>
                  </a:cubicBezTo>
                  <a:cubicBezTo>
                    <a:pt x="719" y="255"/>
                    <a:pt x="465" y="1"/>
                    <a:pt x="144" y="1"/>
                  </a:cubicBezTo>
                  <a:close/>
                  <a:moveTo>
                    <a:pt x="1" y="1151"/>
                  </a:moveTo>
                  <a:cubicBezTo>
                    <a:pt x="7" y="1151"/>
                    <a:pt x="14" y="1152"/>
                    <a:pt x="21" y="1152"/>
                  </a:cubicBezTo>
                  <a:cubicBezTo>
                    <a:pt x="27" y="1152"/>
                    <a:pt x="34" y="1151"/>
                    <a:pt x="41" y="115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39">
              <a:extLst>
                <a:ext uri="{FF2B5EF4-FFF2-40B4-BE49-F238E27FC236}">
                  <a16:creationId xmlns:a16="http://schemas.microsoft.com/office/drawing/2014/main" id="{3700300A-9D2F-70EC-525D-2F997A8F7948}"/>
                </a:ext>
              </a:extLst>
            </p:cNvPr>
            <p:cNvSpPr/>
            <p:nvPr/>
          </p:nvSpPr>
          <p:spPr>
            <a:xfrm>
              <a:off x="1348821" y="2922306"/>
              <a:ext cx="92894" cy="169595"/>
            </a:xfrm>
            <a:custGeom>
              <a:avLst/>
              <a:gdLst/>
              <a:ahLst/>
              <a:cxnLst/>
              <a:rect l="l" t="t" r="r" b="b"/>
              <a:pathLst>
                <a:path w="631" h="1152" extrusionOk="0">
                  <a:moveTo>
                    <a:pt x="21" y="1"/>
                  </a:moveTo>
                  <a:cubicBezTo>
                    <a:pt x="14" y="1"/>
                    <a:pt x="7" y="1"/>
                    <a:pt x="0" y="1"/>
                  </a:cubicBezTo>
                  <a:lnTo>
                    <a:pt x="42" y="1"/>
                  </a:lnTo>
                  <a:cubicBezTo>
                    <a:pt x="35" y="1"/>
                    <a:pt x="28" y="1"/>
                    <a:pt x="21" y="1"/>
                  </a:cubicBezTo>
                  <a:close/>
                  <a:moveTo>
                    <a:pt x="42" y="1"/>
                  </a:moveTo>
                  <a:cubicBezTo>
                    <a:pt x="355" y="12"/>
                    <a:pt x="608" y="258"/>
                    <a:pt x="608" y="576"/>
                  </a:cubicBezTo>
                  <a:cubicBezTo>
                    <a:pt x="608" y="894"/>
                    <a:pt x="355" y="1141"/>
                    <a:pt x="42" y="1151"/>
                  </a:cubicBezTo>
                  <a:lnTo>
                    <a:pt x="56" y="1151"/>
                  </a:lnTo>
                  <a:cubicBezTo>
                    <a:pt x="376" y="1151"/>
                    <a:pt x="631" y="897"/>
                    <a:pt x="631" y="576"/>
                  </a:cubicBezTo>
                  <a:cubicBezTo>
                    <a:pt x="631" y="255"/>
                    <a:pt x="376" y="1"/>
                    <a:pt x="56" y="1"/>
                  </a:cubicBezTo>
                  <a:close/>
                  <a:moveTo>
                    <a:pt x="0" y="1151"/>
                  </a:moveTo>
                  <a:cubicBezTo>
                    <a:pt x="7" y="1151"/>
                    <a:pt x="14" y="1152"/>
                    <a:pt x="21" y="1152"/>
                  </a:cubicBezTo>
                  <a:cubicBezTo>
                    <a:pt x="28" y="1152"/>
                    <a:pt x="35" y="1151"/>
                    <a:pt x="42" y="115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39">
              <a:extLst>
                <a:ext uri="{FF2B5EF4-FFF2-40B4-BE49-F238E27FC236}">
                  <a16:creationId xmlns:a16="http://schemas.microsoft.com/office/drawing/2014/main" id="{73C3DECF-A956-7399-365A-FEDA0AE7A1C0}"/>
                </a:ext>
              </a:extLst>
            </p:cNvPr>
            <p:cNvSpPr/>
            <p:nvPr/>
          </p:nvSpPr>
          <p:spPr>
            <a:xfrm>
              <a:off x="1273887" y="2945124"/>
              <a:ext cx="84797" cy="122338"/>
            </a:xfrm>
            <a:custGeom>
              <a:avLst/>
              <a:gdLst/>
              <a:ahLst/>
              <a:cxnLst/>
              <a:rect l="l" t="t" r="r" b="b"/>
              <a:pathLst>
                <a:path w="576" h="831" extrusionOk="0">
                  <a:moveTo>
                    <a:pt x="554" y="1"/>
                  </a:moveTo>
                  <a:cubicBezTo>
                    <a:pt x="1" y="1"/>
                    <a:pt x="1" y="830"/>
                    <a:pt x="554" y="830"/>
                  </a:cubicBezTo>
                  <a:lnTo>
                    <a:pt x="576" y="830"/>
                  </a:lnTo>
                  <a:cubicBezTo>
                    <a:pt x="354" y="819"/>
                    <a:pt x="178" y="642"/>
                    <a:pt x="178" y="421"/>
                  </a:cubicBezTo>
                  <a:cubicBezTo>
                    <a:pt x="178" y="200"/>
                    <a:pt x="354" y="12"/>
                    <a:pt x="5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39">
              <a:extLst>
                <a:ext uri="{FF2B5EF4-FFF2-40B4-BE49-F238E27FC236}">
                  <a16:creationId xmlns:a16="http://schemas.microsoft.com/office/drawing/2014/main" id="{ED6926E2-8632-65F9-2309-53BF7B056F7D}"/>
                </a:ext>
              </a:extLst>
            </p:cNvPr>
            <p:cNvSpPr/>
            <p:nvPr/>
          </p:nvSpPr>
          <p:spPr>
            <a:xfrm>
              <a:off x="1358537" y="2980898"/>
              <a:ext cx="38277" cy="50790"/>
            </a:xfrm>
            <a:custGeom>
              <a:avLst/>
              <a:gdLst/>
              <a:ahLst/>
              <a:cxnLst/>
              <a:rect l="l" t="t" r="r" b="b"/>
              <a:pathLst>
                <a:path w="260" h="345" extrusionOk="0">
                  <a:moveTo>
                    <a:pt x="32" y="0"/>
                  </a:moveTo>
                  <a:cubicBezTo>
                    <a:pt x="26" y="0"/>
                    <a:pt x="19" y="1"/>
                    <a:pt x="12" y="1"/>
                  </a:cubicBezTo>
                  <a:lnTo>
                    <a:pt x="12" y="12"/>
                  </a:lnTo>
                  <a:lnTo>
                    <a:pt x="1" y="12"/>
                  </a:lnTo>
                  <a:cubicBezTo>
                    <a:pt x="200" y="23"/>
                    <a:pt x="200" y="322"/>
                    <a:pt x="1" y="344"/>
                  </a:cubicBezTo>
                  <a:lnTo>
                    <a:pt x="12" y="344"/>
                  </a:lnTo>
                  <a:cubicBezTo>
                    <a:pt x="19" y="345"/>
                    <a:pt x="26" y="345"/>
                    <a:pt x="32" y="345"/>
                  </a:cubicBezTo>
                  <a:cubicBezTo>
                    <a:pt x="259" y="345"/>
                    <a:pt x="259" y="0"/>
                    <a:pt x="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39">
              <a:extLst>
                <a:ext uri="{FF2B5EF4-FFF2-40B4-BE49-F238E27FC236}">
                  <a16:creationId xmlns:a16="http://schemas.microsoft.com/office/drawing/2014/main" id="{768F1EB2-8817-4B5D-4F5C-B10D7AD5033B}"/>
                </a:ext>
              </a:extLst>
            </p:cNvPr>
            <p:cNvSpPr/>
            <p:nvPr/>
          </p:nvSpPr>
          <p:spPr>
            <a:xfrm>
              <a:off x="995499" y="2810126"/>
              <a:ext cx="372902" cy="211699"/>
            </a:xfrm>
            <a:custGeom>
              <a:avLst/>
              <a:gdLst/>
              <a:ahLst/>
              <a:cxnLst/>
              <a:rect l="l" t="t" r="r" b="b"/>
              <a:pathLst>
                <a:path w="2533" h="1438" extrusionOk="0">
                  <a:moveTo>
                    <a:pt x="1272" y="255"/>
                  </a:moveTo>
                  <a:lnTo>
                    <a:pt x="1328" y="310"/>
                  </a:lnTo>
                  <a:lnTo>
                    <a:pt x="1217" y="310"/>
                  </a:lnTo>
                  <a:lnTo>
                    <a:pt x="1272" y="255"/>
                  </a:lnTo>
                  <a:close/>
                  <a:moveTo>
                    <a:pt x="963" y="575"/>
                  </a:moveTo>
                  <a:lnTo>
                    <a:pt x="963" y="1239"/>
                  </a:lnTo>
                  <a:lnTo>
                    <a:pt x="288" y="1239"/>
                  </a:lnTo>
                  <a:lnTo>
                    <a:pt x="963" y="575"/>
                  </a:lnTo>
                  <a:close/>
                  <a:moveTo>
                    <a:pt x="1582" y="575"/>
                  </a:moveTo>
                  <a:lnTo>
                    <a:pt x="2257" y="1239"/>
                  </a:lnTo>
                  <a:lnTo>
                    <a:pt x="1582" y="1239"/>
                  </a:lnTo>
                  <a:lnTo>
                    <a:pt x="1582" y="575"/>
                  </a:lnTo>
                  <a:close/>
                  <a:moveTo>
                    <a:pt x="1250" y="0"/>
                  </a:moveTo>
                  <a:lnTo>
                    <a:pt x="1" y="1239"/>
                  </a:lnTo>
                  <a:lnTo>
                    <a:pt x="1" y="1438"/>
                  </a:lnTo>
                  <a:lnTo>
                    <a:pt x="2533" y="1438"/>
                  </a:lnTo>
                  <a:lnTo>
                    <a:pt x="2533" y="1239"/>
                  </a:lnTo>
                  <a:lnTo>
                    <a:pt x="1317" y="22"/>
                  </a:lnTo>
                  <a:lnTo>
                    <a:pt x="1295" y="44"/>
                  </a:lnTo>
                  <a:lnTo>
                    <a:pt x="125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39">
              <a:extLst>
                <a:ext uri="{FF2B5EF4-FFF2-40B4-BE49-F238E27FC236}">
                  <a16:creationId xmlns:a16="http://schemas.microsoft.com/office/drawing/2014/main" id="{F81EB00C-372D-9FAA-4467-B0F92DAA0B57}"/>
                </a:ext>
              </a:extLst>
            </p:cNvPr>
            <p:cNvSpPr/>
            <p:nvPr/>
          </p:nvSpPr>
          <p:spPr>
            <a:xfrm>
              <a:off x="985783" y="2810126"/>
              <a:ext cx="372902" cy="211699"/>
            </a:xfrm>
            <a:custGeom>
              <a:avLst/>
              <a:gdLst/>
              <a:ahLst/>
              <a:cxnLst/>
              <a:rect l="l" t="t" r="r" b="b"/>
              <a:pathLst>
                <a:path w="2533" h="1438" extrusionOk="0">
                  <a:moveTo>
                    <a:pt x="1272" y="255"/>
                  </a:moveTo>
                  <a:lnTo>
                    <a:pt x="1327" y="310"/>
                  </a:lnTo>
                  <a:lnTo>
                    <a:pt x="1217" y="310"/>
                  </a:lnTo>
                  <a:lnTo>
                    <a:pt x="1272" y="255"/>
                  </a:lnTo>
                  <a:close/>
                  <a:moveTo>
                    <a:pt x="951" y="575"/>
                  </a:moveTo>
                  <a:lnTo>
                    <a:pt x="951" y="1239"/>
                  </a:lnTo>
                  <a:lnTo>
                    <a:pt x="288" y="1239"/>
                  </a:lnTo>
                  <a:lnTo>
                    <a:pt x="951" y="575"/>
                  </a:lnTo>
                  <a:close/>
                  <a:moveTo>
                    <a:pt x="1582" y="575"/>
                  </a:moveTo>
                  <a:lnTo>
                    <a:pt x="2256" y="1239"/>
                  </a:lnTo>
                  <a:lnTo>
                    <a:pt x="1582" y="1239"/>
                  </a:lnTo>
                  <a:lnTo>
                    <a:pt x="1582" y="575"/>
                  </a:lnTo>
                  <a:close/>
                  <a:moveTo>
                    <a:pt x="1239" y="0"/>
                  </a:moveTo>
                  <a:lnTo>
                    <a:pt x="0" y="1239"/>
                  </a:lnTo>
                  <a:lnTo>
                    <a:pt x="0" y="1438"/>
                  </a:lnTo>
                  <a:lnTo>
                    <a:pt x="2533" y="1438"/>
                  </a:lnTo>
                  <a:lnTo>
                    <a:pt x="2533" y="1239"/>
                  </a:lnTo>
                  <a:lnTo>
                    <a:pt x="1316" y="22"/>
                  </a:lnTo>
                  <a:lnTo>
                    <a:pt x="1283" y="44"/>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39">
              <a:extLst>
                <a:ext uri="{FF2B5EF4-FFF2-40B4-BE49-F238E27FC236}">
                  <a16:creationId xmlns:a16="http://schemas.microsoft.com/office/drawing/2014/main" id="{6E1EF1B8-EAD9-FB55-22B7-1760AE08AC8D}"/>
                </a:ext>
              </a:extLst>
            </p:cNvPr>
            <p:cNvSpPr/>
            <p:nvPr/>
          </p:nvSpPr>
          <p:spPr>
            <a:xfrm>
              <a:off x="3199640" y="2162222"/>
              <a:ext cx="835312" cy="695161"/>
            </a:xfrm>
            <a:custGeom>
              <a:avLst/>
              <a:gdLst/>
              <a:ahLst/>
              <a:cxnLst/>
              <a:rect l="l" t="t" r="r" b="b"/>
              <a:pathLst>
                <a:path w="5674" h="4722" extrusionOk="0">
                  <a:moveTo>
                    <a:pt x="1" y="0"/>
                  </a:moveTo>
                  <a:lnTo>
                    <a:pt x="1" y="4722"/>
                  </a:lnTo>
                  <a:lnTo>
                    <a:pt x="4977" y="4722"/>
                  </a:lnTo>
                  <a:cubicBezTo>
                    <a:pt x="5364" y="4722"/>
                    <a:pt x="5673" y="4412"/>
                    <a:pt x="5673" y="4025"/>
                  </a:cubicBezTo>
                  <a:lnTo>
                    <a:pt x="5673" y="697"/>
                  </a:lnTo>
                  <a:cubicBezTo>
                    <a:pt x="5673" y="310"/>
                    <a:pt x="5364" y="0"/>
                    <a:pt x="49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39">
              <a:extLst>
                <a:ext uri="{FF2B5EF4-FFF2-40B4-BE49-F238E27FC236}">
                  <a16:creationId xmlns:a16="http://schemas.microsoft.com/office/drawing/2014/main" id="{D3FE84D1-3D58-D00B-2219-5EA89B14A157}"/>
                </a:ext>
              </a:extLst>
            </p:cNvPr>
            <p:cNvSpPr/>
            <p:nvPr/>
          </p:nvSpPr>
          <p:spPr>
            <a:xfrm>
              <a:off x="1091632" y="2162222"/>
              <a:ext cx="2627538" cy="32682"/>
            </a:xfrm>
            <a:custGeom>
              <a:avLst/>
              <a:gdLst/>
              <a:ahLst/>
              <a:cxnLst/>
              <a:rect l="l" t="t" r="r" b="b"/>
              <a:pathLst>
                <a:path w="17848" h="222" extrusionOk="0">
                  <a:moveTo>
                    <a:pt x="2145" y="0"/>
                  </a:moveTo>
                  <a:cubicBezTo>
                    <a:pt x="1427" y="0"/>
                    <a:pt x="708" y="78"/>
                    <a:pt x="0" y="221"/>
                  </a:cubicBezTo>
                  <a:lnTo>
                    <a:pt x="17847" y="221"/>
                  </a:lnTo>
                  <a:cubicBezTo>
                    <a:pt x="17714" y="89"/>
                    <a:pt x="17526" y="0"/>
                    <a:pt x="173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39">
              <a:extLst>
                <a:ext uri="{FF2B5EF4-FFF2-40B4-BE49-F238E27FC236}">
                  <a16:creationId xmlns:a16="http://schemas.microsoft.com/office/drawing/2014/main" id="{A017FDAE-5D77-538E-5089-E767E538EE9C}"/>
                </a:ext>
              </a:extLst>
            </p:cNvPr>
            <p:cNvSpPr/>
            <p:nvPr/>
          </p:nvSpPr>
          <p:spPr>
            <a:xfrm>
              <a:off x="261325" y="2194757"/>
              <a:ext cx="3483902" cy="661007"/>
            </a:xfrm>
            <a:custGeom>
              <a:avLst/>
              <a:gdLst/>
              <a:ahLst/>
              <a:cxnLst/>
              <a:rect l="l" t="t" r="r" b="b"/>
              <a:pathLst>
                <a:path w="23665" h="4490" extrusionOk="0">
                  <a:moveTo>
                    <a:pt x="5640" y="0"/>
                  </a:moveTo>
                  <a:cubicBezTo>
                    <a:pt x="5331" y="67"/>
                    <a:pt x="5021" y="155"/>
                    <a:pt x="4711" y="244"/>
                  </a:cubicBezTo>
                  <a:cubicBezTo>
                    <a:pt x="4634" y="266"/>
                    <a:pt x="4645" y="376"/>
                    <a:pt x="4722" y="387"/>
                  </a:cubicBezTo>
                  <a:lnTo>
                    <a:pt x="4733" y="387"/>
                  </a:lnTo>
                  <a:cubicBezTo>
                    <a:pt x="5784" y="376"/>
                    <a:pt x="6834" y="321"/>
                    <a:pt x="7874" y="244"/>
                  </a:cubicBezTo>
                  <a:cubicBezTo>
                    <a:pt x="7882" y="243"/>
                    <a:pt x="7889" y="243"/>
                    <a:pt x="7897" y="243"/>
                  </a:cubicBezTo>
                  <a:cubicBezTo>
                    <a:pt x="8166" y="243"/>
                    <a:pt x="8243" y="623"/>
                    <a:pt x="7984" y="730"/>
                  </a:cubicBezTo>
                  <a:lnTo>
                    <a:pt x="6547" y="1338"/>
                  </a:lnTo>
                  <a:cubicBezTo>
                    <a:pt x="5275" y="1858"/>
                    <a:pt x="3915" y="2135"/>
                    <a:pt x="2533" y="2135"/>
                  </a:cubicBezTo>
                  <a:lnTo>
                    <a:pt x="609" y="2135"/>
                  </a:lnTo>
                  <a:cubicBezTo>
                    <a:pt x="454" y="2135"/>
                    <a:pt x="310" y="2223"/>
                    <a:pt x="222" y="2356"/>
                  </a:cubicBezTo>
                  <a:cubicBezTo>
                    <a:pt x="78" y="2599"/>
                    <a:pt x="1" y="2886"/>
                    <a:pt x="23" y="3174"/>
                  </a:cubicBezTo>
                  <a:cubicBezTo>
                    <a:pt x="89" y="3919"/>
                    <a:pt x="708" y="4490"/>
                    <a:pt x="1450" y="4490"/>
                  </a:cubicBezTo>
                  <a:cubicBezTo>
                    <a:pt x="1457" y="4490"/>
                    <a:pt x="1464" y="4490"/>
                    <a:pt x="1471" y="4490"/>
                  </a:cubicBezTo>
                  <a:lnTo>
                    <a:pt x="22978" y="4490"/>
                  </a:lnTo>
                  <a:cubicBezTo>
                    <a:pt x="23354" y="4490"/>
                    <a:pt x="23664" y="4180"/>
                    <a:pt x="23664" y="3804"/>
                  </a:cubicBezTo>
                  <a:lnTo>
                    <a:pt x="23664" y="476"/>
                  </a:lnTo>
                  <a:cubicBezTo>
                    <a:pt x="23664" y="299"/>
                    <a:pt x="23598" y="133"/>
                    <a:pt x="2348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39">
              <a:extLst>
                <a:ext uri="{FF2B5EF4-FFF2-40B4-BE49-F238E27FC236}">
                  <a16:creationId xmlns:a16="http://schemas.microsoft.com/office/drawing/2014/main" id="{21C064C0-DAD2-BA98-C061-9BB871A0724E}"/>
                </a:ext>
              </a:extLst>
            </p:cNvPr>
            <p:cNvSpPr/>
            <p:nvPr/>
          </p:nvSpPr>
          <p:spPr>
            <a:xfrm>
              <a:off x="613028" y="2230089"/>
              <a:ext cx="865639" cy="278977"/>
            </a:xfrm>
            <a:custGeom>
              <a:avLst/>
              <a:gdLst/>
              <a:ahLst/>
              <a:cxnLst/>
              <a:rect l="l" t="t" r="r" b="b"/>
              <a:pathLst>
                <a:path w="5880" h="1895" extrusionOk="0">
                  <a:moveTo>
                    <a:pt x="5527" y="1"/>
                  </a:moveTo>
                  <a:cubicBezTo>
                    <a:pt x="5514" y="1"/>
                    <a:pt x="5500" y="2"/>
                    <a:pt x="5485" y="4"/>
                  </a:cubicBezTo>
                  <a:lnTo>
                    <a:pt x="5407" y="4"/>
                  </a:lnTo>
                  <a:cubicBezTo>
                    <a:pt x="5651" y="59"/>
                    <a:pt x="5684" y="391"/>
                    <a:pt x="5452" y="490"/>
                  </a:cubicBezTo>
                  <a:lnTo>
                    <a:pt x="4014" y="1098"/>
                  </a:lnTo>
                  <a:cubicBezTo>
                    <a:pt x="2743" y="1629"/>
                    <a:pt x="1371" y="1895"/>
                    <a:pt x="0" y="1895"/>
                  </a:cubicBezTo>
                  <a:lnTo>
                    <a:pt x="144" y="1895"/>
                  </a:lnTo>
                  <a:cubicBezTo>
                    <a:pt x="1515" y="1895"/>
                    <a:pt x="2875" y="1629"/>
                    <a:pt x="4147" y="1098"/>
                  </a:cubicBezTo>
                  <a:lnTo>
                    <a:pt x="5595" y="501"/>
                  </a:lnTo>
                  <a:cubicBezTo>
                    <a:pt x="5880" y="407"/>
                    <a:pt x="5803" y="1"/>
                    <a:pt x="5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39">
              <a:extLst>
                <a:ext uri="{FF2B5EF4-FFF2-40B4-BE49-F238E27FC236}">
                  <a16:creationId xmlns:a16="http://schemas.microsoft.com/office/drawing/2014/main" id="{B878C733-EC75-931D-2E2D-CBCC06864779}"/>
                </a:ext>
              </a:extLst>
            </p:cNvPr>
            <p:cNvSpPr/>
            <p:nvPr/>
          </p:nvSpPr>
          <p:spPr>
            <a:xfrm>
              <a:off x="352600" y="2232150"/>
              <a:ext cx="1097212" cy="278536"/>
            </a:xfrm>
            <a:custGeom>
              <a:avLst/>
              <a:gdLst/>
              <a:ahLst/>
              <a:cxnLst/>
              <a:rect l="l" t="t" r="r" b="b"/>
              <a:pathLst>
                <a:path w="7453" h="1892" extrusionOk="0">
                  <a:moveTo>
                    <a:pt x="7176" y="1"/>
                  </a:moveTo>
                  <a:cubicBezTo>
                    <a:pt x="6159" y="78"/>
                    <a:pt x="5142" y="122"/>
                    <a:pt x="4113" y="133"/>
                  </a:cubicBezTo>
                  <a:lnTo>
                    <a:pt x="4102" y="133"/>
                  </a:lnTo>
                  <a:cubicBezTo>
                    <a:pt x="3959" y="189"/>
                    <a:pt x="3837" y="233"/>
                    <a:pt x="3704" y="288"/>
                  </a:cubicBezTo>
                  <a:lnTo>
                    <a:pt x="531" y="1516"/>
                  </a:lnTo>
                  <a:cubicBezTo>
                    <a:pt x="332" y="1604"/>
                    <a:pt x="144" y="1726"/>
                    <a:pt x="0" y="1892"/>
                  </a:cubicBezTo>
                  <a:lnTo>
                    <a:pt x="1769" y="1892"/>
                  </a:lnTo>
                  <a:cubicBezTo>
                    <a:pt x="3140" y="1892"/>
                    <a:pt x="4512" y="1615"/>
                    <a:pt x="5783" y="1095"/>
                  </a:cubicBezTo>
                  <a:lnTo>
                    <a:pt x="7221" y="487"/>
                  </a:lnTo>
                  <a:cubicBezTo>
                    <a:pt x="7453" y="388"/>
                    <a:pt x="7420" y="56"/>
                    <a:pt x="717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39">
              <a:extLst>
                <a:ext uri="{FF2B5EF4-FFF2-40B4-BE49-F238E27FC236}">
                  <a16:creationId xmlns:a16="http://schemas.microsoft.com/office/drawing/2014/main" id="{ED454DE0-8A3A-F80F-9B8A-C38064F6D5E8}"/>
                </a:ext>
              </a:extLst>
            </p:cNvPr>
            <p:cNvSpPr/>
            <p:nvPr/>
          </p:nvSpPr>
          <p:spPr>
            <a:xfrm>
              <a:off x="3770991" y="2258208"/>
              <a:ext cx="280155" cy="506428"/>
            </a:xfrm>
            <a:custGeom>
              <a:avLst/>
              <a:gdLst/>
              <a:ahLst/>
              <a:cxnLst/>
              <a:rect l="l" t="t" r="r" b="b"/>
              <a:pathLst>
                <a:path w="1903" h="3440" extrusionOk="0">
                  <a:moveTo>
                    <a:pt x="1" y="1"/>
                  </a:moveTo>
                  <a:lnTo>
                    <a:pt x="1" y="3440"/>
                  </a:lnTo>
                  <a:lnTo>
                    <a:pt x="1671" y="3440"/>
                  </a:lnTo>
                  <a:cubicBezTo>
                    <a:pt x="1803" y="3440"/>
                    <a:pt x="1903" y="3329"/>
                    <a:pt x="1903" y="3196"/>
                  </a:cubicBezTo>
                  <a:lnTo>
                    <a:pt x="1903" y="233"/>
                  </a:lnTo>
                  <a:cubicBezTo>
                    <a:pt x="1903" y="100"/>
                    <a:pt x="1803" y="1"/>
                    <a:pt x="16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39">
              <a:extLst>
                <a:ext uri="{FF2B5EF4-FFF2-40B4-BE49-F238E27FC236}">
                  <a16:creationId xmlns:a16="http://schemas.microsoft.com/office/drawing/2014/main" id="{99232306-CF84-8D3D-CC5D-9F42123FD9D7}"/>
                </a:ext>
              </a:extLst>
            </p:cNvPr>
            <p:cNvSpPr/>
            <p:nvPr/>
          </p:nvSpPr>
          <p:spPr>
            <a:xfrm>
              <a:off x="3770991" y="2258208"/>
              <a:ext cx="34449" cy="506428"/>
            </a:xfrm>
            <a:custGeom>
              <a:avLst/>
              <a:gdLst/>
              <a:ahLst/>
              <a:cxnLst/>
              <a:rect l="l" t="t" r="r" b="b"/>
              <a:pathLst>
                <a:path w="234" h="3440" extrusionOk="0">
                  <a:moveTo>
                    <a:pt x="1" y="1"/>
                  </a:moveTo>
                  <a:lnTo>
                    <a:pt x="1" y="3440"/>
                  </a:lnTo>
                  <a:cubicBezTo>
                    <a:pt x="134" y="3440"/>
                    <a:pt x="233" y="3329"/>
                    <a:pt x="233" y="3196"/>
                  </a:cubicBezTo>
                  <a:lnTo>
                    <a:pt x="233" y="233"/>
                  </a:lnTo>
                  <a:cubicBezTo>
                    <a:pt x="233" y="100"/>
                    <a:pt x="134" y="1"/>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39">
              <a:extLst>
                <a:ext uri="{FF2B5EF4-FFF2-40B4-BE49-F238E27FC236}">
                  <a16:creationId xmlns:a16="http://schemas.microsoft.com/office/drawing/2014/main" id="{D2E1C0E1-A1D8-9CE2-F298-0A15ABBB3D0D}"/>
                </a:ext>
              </a:extLst>
            </p:cNvPr>
            <p:cNvSpPr/>
            <p:nvPr/>
          </p:nvSpPr>
          <p:spPr>
            <a:xfrm>
              <a:off x="3041823" y="2316800"/>
              <a:ext cx="675728" cy="273677"/>
            </a:xfrm>
            <a:custGeom>
              <a:avLst/>
              <a:gdLst/>
              <a:ahLst/>
              <a:cxnLst/>
              <a:rect l="l" t="t" r="r" b="b"/>
              <a:pathLst>
                <a:path w="4590" h="1859" extrusionOk="0">
                  <a:moveTo>
                    <a:pt x="0" y="1"/>
                  </a:moveTo>
                  <a:lnTo>
                    <a:pt x="0" y="1858"/>
                  </a:lnTo>
                  <a:lnTo>
                    <a:pt x="4589" y="1858"/>
                  </a:lnTo>
                  <a:lnTo>
                    <a:pt x="4589" y="1"/>
                  </a:lnTo>
                  <a:close/>
                </a:path>
              </a:pathLst>
            </a:custGeom>
            <a:solidFill>
              <a:srgbClr val="E845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39">
              <a:extLst>
                <a:ext uri="{FF2B5EF4-FFF2-40B4-BE49-F238E27FC236}">
                  <a16:creationId xmlns:a16="http://schemas.microsoft.com/office/drawing/2014/main" id="{490B4D5A-F068-91ED-99A0-4B0AC62007E7}"/>
                </a:ext>
              </a:extLst>
            </p:cNvPr>
            <p:cNvSpPr/>
            <p:nvPr/>
          </p:nvSpPr>
          <p:spPr>
            <a:xfrm>
              <a:off x="1659744" y="2316800"/>
              <a:ext cx="2059426" cy="273677"/>
            </a:xfrm>
            <a:custGeom>
              <a:avLst/>
              <a:gdLst/>
              <a:ahLst/>
              <a:cxnLst/>
              <a:rect l="l" t="t" r="r" b="b"/>
              <a:pathLst>
                <a:path w="13989" h="1859" extrusionOk="0">
                  <a:moveTo>
                    <a:pt x="0" y="1"/>
                  </a:moveTo>
                  <a:lnTo>
                    <a:pt x="0" y="1858"/>
                  </a:lnTo>
                  <a:lnTo>
                    <a:pt x="13988" y="1858"/>
                  </a:lnTo>
                  <a:lnTo>
                    <a:pt x="139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39">
              <a:extLst>
                <a:ext uri="{FF2B5EF4-FFF2-40B4-BE49-F238E27FC236}">
                  <a16:creationId xmlns:a16="http://schemas.microsoft.com/office/drawing/2014/main" id="{9573125B-C0EB-A3F2-5C50-E074C0469C17}"/>
                </a:ext>
              </a:extLst>
            </p:cNvPr>
            <p:cNvSpPr/>
            <p:nvPr/>
          </p:nvSpPr>
          <p:spPr>
            <a:xfrm>
              <a:off x="782328" y="2316800"/>
              <a:ext cx="825449" cy="273677"/>
            </a:xfrm>
            <a:custGeom>
              <a:avLst/>
              <a:gdLst/>
              <a:ahLst/>
              <a:cxnLst/>
              <a:rect l="l" t="t" r="r" b="b"/>
              <a:pathLst>
                <a:path w="5607" h="1859" extrusionOk="0">
                  <a:moveTo>
                    <a:pt x="5286" y="1"/>
                  </a:moveTo>
                  <a:cubicBezTo>
                    <a:pt x="4965" y="1"/>
                    <a:pt x="4656" y="78"/>
                    <a:pt x="4379" y="222"/>
                  </a:cubicBezTo>
                  <a:cubicBezTo>
                    <a:pt x="4058" y="388"/>
                    <a:pt x="3594" y="609"/>
                    <a:pt x="3141" y="808"/>
                  </a:cubicBezTo>
                  <a:cubicBezTo>
                    <a:pt x="2245" y="1206"/>
                    <a:pt x="807" y="1527"/>
                    <a:pt x="100" y="1637"/>
                  </a:cubicBezTo>
                  <a:cubicBezTo>
                    <a:pt x="44" y="1648"/>
                    <a:pt x="0" y="1693"/>
                    <a:pt x="0" y="1748"/>
                  </a:cubicBezTo>
                  <a:cubicBezTo>
                    <a:pt x="0" y="1803"/>
                    <a:pt x="56" y="1858"/>
                    <a:pt x="111" y="1858"/>
                  </a:cubicBezTo>
                  <a:lnTo>
                    <a:pt x="5606" y="1858"/>
                  </a:lnTo>
                  <a:lnTo>
                    <a:pt x="560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39">
              <a:extLst>
                <a:ext uri="{FF2B5EF4-FFF2-40B4-BE49-F238E27FC236}">
                  <a16:creationId xmlns:a16="http://schemas.microsoft.com/office/drawing/2014/main" id="{ED7EFE94-B36A-BFC5-FD49-40BC275045F8}"/>
                </a:ext>
              </a:extLst>
            </p:cNvPr>
            <p:cNvSpPr/>
            <p:nvPr/>
          </p:nvSpPr>
          <p:spPr>
            <a:xfrm>
              <a:off x="782328" y="2316800"/>
              <a:ext cx="815732" cy="262342"/>
            </a:xfrm>
            <a:custGeom>
              <a:avLst/>
              <a:gdLst/>
              <a:ahLst/>
              <a:cxnLst/>
              <a:rect l="l" t="t" r="r" b="b"/>
              <a:pathLst>
                <a:path w="5541" h="1782" extrusionOk="0">
                  <a:moveTo>
                    <a:pt x="5286" y="1"/>
                  </a:moveTo>
                  <a:cubicBezTo>
                    <a:pt x="4965" y="1"/>
                    <a:pt x="4656" y="78"/>
                    <a:pt x="4379" y="222"/>
                  </a:cubicBezTo>
                  <a:cubicBezTo>
                    <a:pt x="4058" y="388"/>
                    <a:pt x="3594" y="609"/>
                    <a:pt x="3141" y="808"/>
                  </a:cubicBezTo>
                  <a:cubicBezTo>
                    <a:pt x="2245" y="1206"/>
                    <a:pt x="807" y="1527"/>
                    <a:pt x="100" y="1637"/>
                  </a:cubicBezTo>
                  <a:cubicBezTo>
                    <a:pt x="44" y="1648"/>
                    <a:pt x="0" y="1693"/>
                    <a:pt x="0" y="1748"/>
                  </a:cubicBezTo>
                  <a:cubicBezTo>
                    <a:pt x="0" y="1759"/>
                    <a:pt x="0" y="1770"/>
                    <a:pt x="0" y="1781"/>
                  </a:cubicBezTo>
                  <a:cubicBezTo>
                    <a:pt x="22" y="1748"/>
                    <a:pt x="44" y="1715"/>
                    <a:pt x="89" y="1715"/>
                  </a:cubicBezTo>
                  <a:cubicBezTo>
                    <a:pt x="807" y="1593"/>
                    <a:pt x="2245" y="1283"/>
                    <a:pt x="3130" y="885"/>
                  </a:cubicBezTo>
                  <a:cubicBezTo>
                    <a:pt x="3583" y="686"/>
                    <a:pt x="4047" y="454"/>
                    <a:pt x="4379" y="288"/>
                  </a:cubicBezTo>
                  <a:cubicBezTo>
                    <a:pt x="4656" y="145"/>
                    <a:pt x="4965" y="67"/>
                    <a:pt x="5286" y="67"/>
                  </a:cubicBezTo>
                  <a:lnTo>
                    <a:pt x="5540" y="67"/>
                  </a:lnTo>
                  <a:lnTo>
                    <a:pt x="5540"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39">
              <a:extLst>
                <a:ext uri="{FF2B5EF4-FFF2-40B4-BE49-F238E27FC236}">
                  <a16:creationId xmlns:a16="http://schemas.microsoft.com/office/drawing/2014/main" id="{C4046822-643F-08D0-7530-D9ED71311282}"/>
                </a:ext>
              </a:extLst>
            </p:cNvPr>
            <p:cNvSpPr/>
            <p:nvPr/>
          </p:nvSpPr>
          <p:spPr>
            <a:xfrm>
              <a:off x="1649881" y="2316800"/>
              <a:ext cx="10011" cy="273677"/>
            </a:xfrm>
            <a:custGeom>
              <a:avLst/>
              <a:gdLst/>
              <a:ahLst/>
              <a:cxnLst/>
              <a:rect l="l" t="t" r="r" b="b"/>
              <a:pathLst>
                <a:path w="68" h="1859" extrusionOk="0">
                  <a:moveTo>
                    <a:pt x="1" y="1"/>
                  </a:moveTo>
                  <a:lnTo>
                    <a:pt x="1" y="1858"/>
                  </a:lnTo>
                  <a:lnTo>
                    <a:pt x="67" y="1858"/>
                  </a:lnTo>
                  <a:lnTo>
                    <a:pt x="67" y="1"/>
                  </a:lnTo>
                  <a:close/>
                </a:path>
              </a:pathLst>
            </a:cu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39">
              <a:extLst>
                <a:ext uri="{FF2B5EF4-FFF2-40B4-BE49-F238E27FC236}">
                  <a16:creationId xmlns:a16="http://schemas.microsoft.com/office/drawing/2014/main" id="{6A44AB14-6E52-C6E3-4387-7190472F7A25}"/>
                </a:ext>
              </a:extLst>
            </p:cNvPr>
            <p:cNvSpPr/>
            <p:nvPr/>
          </p:nvSpPr>
          <p:spPr>
            <a:xfrm>
              <a:off x="1597913" y="2316800"/>
              <a:ext cx="9864" cy="273677"/>
            </a:xfrm>
            <a:custGeom>
              <a:avLst/>
              <a:gdLst/>
              <a:ahLst/>
              <a:cxnLst/>
              <a:rect l="l" t="t" r="r" b="b"/>
              <a:pathLst>
                <a:path w="67" h="1859" extrusionOk="0">
                  <a:moveTo>
                    <a:pt x="0" y="1"/>
                  </a:moveTo>
                  <a:lnTo>
                    <a:pt x="0" y="1858"/>
                  </a:lnTo>
                  <a:lnTo>
                    <a:pt x="66" y="1858"/>
                  </a:lnTo>
                  <a:lnTo>
                    <a:pt x="66"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39">
              <a:extLst>
                <a:ext uri="{FF2B5EF4-FFF2-40B4-BE49-F238E27FC236}">
                  <a16:creationId xmlns:a16="http://schemas.microsoft.com/office/drawing/2014/main" id="{C383DC69-2DD2-4C9F-5366-AA9B9E229E06}"/>
                </a:ext>
              </a:extLst>
            </p:cNvPr>
            <p:cNvSpPr/>
            <p:nvPr/>
          </p:nvSpPr>
          <p:spPr>
            <a:xfrm>
              <a:off x="3707541" y="2316800"/>
              <a:ext cx="11630" cy="273677"/>
            </a:xfrm>
            <a:custGeom>
              <a:avLst/>
              <a:gdLst/>
              <a:ahLst/>
              <a:cxnLst/>
              <a:rect l="l" t="t" r="r" b="b"/>
              <a:pathLst>
                <a:path w="79" h="1859" extrusionOk="0">
                  <a:moveTo>
                    <a:pt x="1" y="1"/>
                  </a:moveTo>
                  <a:lnTo>
                    <a:pt x="1" y="1858"/>
                  </a:lnTo>
                  <a:lnTo>
                    <a:pt x="78" y="1858"/>
                  </a:lnTo>
                  <a:lnTo>
                    <a:pt x="78"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39">
              <a:extLst>
                <a:ext uri="{FF2B5EF4-FFF2-40B4-BE49-F238E27FC236}">
                  <a16:creationId xmlns:a16="http://schemas.microsoft.com/office/drawing/2014/main" id="{75A19FC4-67DC-3711-D438-F4D92E28C08A}"/>
                </a:ext>
              </a:extLst>
            </p:cNvPr>
            <p:cNvSpPr/>
            <p:nvPr/>
          </p:nvSpPr>
          <p:spPr>
            <a:xfrm>
              <a:off x="1659744" y="2316800"/>
              <a:ext cx="2047943" cy="10011"/>
            </a:xfrm>
            <a:custGeom>
              <a:avLst/>
              <a:gdLst/>
              <a:ahLst/>
              <a:cxnLst/>
              <a:rect l="l" t="t" r="r" b="b"/>
              <a:pathLst>
                <a:path w="13911" h="68" extrusionOk="0">
                  <a:moveTo>
                    <a:pt x="0" y="1"/>
                  </a:moveTo>
                  <a:lnTo>
                    <a:pt x="0" y="67"/>
                  </a:lnTo>
                  <a:lnTo>
                    <a:pt x="13911" y="67"/>
                  </a:lnTo>
                  <a:lnTo>
                    <a:pt x="13911"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39">
              <a:extLst>
                <a:ext uri="{FF2B5EF4-FFF2-40B4-BE49-F238E27FC236}">
                  <a16:creationId xmlns:a16="http://schemas.microsoft.com/office/drawing/2014/main" id="{273474ED-11FB-48B8-1FE4-2B23669A51DB}"/>
                </a:ext>
              </a:extLst>
            </p:cNvPr>
            <p:cNvSpPr/>
            <p:nvPr/>
          </p:nvSpPr>
          <p:spPr>
            <a:xfrm>
              <a:off x="3186685" y="2364057"/>
              <a:ext cx="17961" cy="177544"/>
            </a:xfrm>
            <a:custGeom>
              <a:avLst/>
              <a:gdLst/>
              <a:ahLst/>
              <a:cxnLst/>
              <a:rect l="l" t="t" r="r" b="b"/>
              <a:pathLst>
                <a:path w="122" h="1206" extrusionOk="0">
                  <a:moveTo>
                    <a:pt x="89" y="0"/>
                  </a:moveTo>
                  <a:cubicBezTo>
                    <a:pt x="45" y="0"/>
                    <a:pt x="0" y="34"/>
                    <a:pt x="0" y="89"/>
                  </a:cubicBezTo>
                  <a:lnTo>
                    <a:pt x="0" y="1128"/>
                  </a:lnTo>
                  <a:cubicBezTo>
                    <a:pt x="0" y="1173"/>
                    <a:pt x="45" y="1206"/>
                    <a:pt x="89" y="1206"/>
                  </a:cubicBezTo>
                  <a:lnTo>
                    <a:pt x="122" y="1206"/>
                  </a:lnTo>
                  <a:cubicBezTo>
                    <a:pt x="78" y="1206"/>
                    <a:pt x="45" y="1173"/>
                    <a:pt x="45" y="1128"/>
                  </a:cubicBezTo>
                  <a:lnTo>
                    <a:pt x="45" y="89"/>
                  </a:lnTo>
                  <a:cubicBezTo>
                    <a:pt x="45" y="34"/>
                    <a:pt x="78" y="0"/>
                    <a:pt x="122"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39">
              <a:extLst>
                <a:ext uri="{FF2B5EF4-FFF2-40B4-BE49-F238E27FC236}">
                  <a16:creationId xmlns:a16="http://schemas.microsoft.com/office/drawing/2014/main" id="{85B0E1E0-448F-0DF0-B0B7-B1C08718B49A}"/>
                </a:ext>
              </a:extLst>
            </p:cNvPr>
            <p:cNvSpPr/>
            <p:nvPr/>
          </p:nvSpPr>
          <p:spPr>
            <a:xfrm>
              <a:off x="3339644" y="2365382"/>
              <a:ext cx="18108" cy="177839"/>
            </a:xfrm>
            <a:custGeom>
              <a:avLst/>
              <a:gdLst/>
              <a:ahLst/>
              <a:cxnLst/>
              <a:rect l="l" t="t" r="r" b="b"/>
              <a:pathLst>
                <a:path w="123" h="1208" extrusionOk="0">
                  <a:moveTo>
                    <a:pt x="48" y="1"/>
                  </a:moveTo>
                  <a:cubicBezTo>
                    <a:pt x="43" y="1"/>
                    <a:pt x="39" y="1"/>
                    <a:pt x="34" y="3"/>
                  </a:cubicBezTo>
                  <a:lnTo>
                    <a:pt x="1" y="3"/>
                  </a:lnTo>
                  <a:cubicBezTo>
                    <a:pt x="45" y="3"/>
                    <a:pt x="78" y="36"/>
                    <a:pt x="78" y="80"/>
                  </a:cubicBezTo>
                  <a:lnTo>
                    <a:pt x="78" y="1119"/>
                  </a:lnTo>
                  <a:cubicBezTo>
                    <a:pt x="78" y="1164"/>
                    <a:pt x="45" y="1208"/>
                    <a:pt x="1" y="1208"/>
                  </a:cubicBezTo>
                  <a:lnTo>
                    <a:pt x="34" y="1208"/>
                  </a:lnTo>
                  <a:cubicBezTo>
                    <a:pt x="78" y="1208"/>
                    <a:pt x="122" y="1164"/>
                    <a:pt x="122" y="1119"/>
                  </a:cubicBezTo>
                  <a:lnTo>
                    <a:pt x="122" y="80"/>
                  </a:lnTo>
                  <a:cubicBezTo>
                    <a:pt x="122" y="40"/>
                    <a:pt x="87" y="1"/>
                    <a:pt x="4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39">
              <a:extLst>
                <a:ext uri="{FF2B5EF4-FFF2-40B4-BE49-F238E27FC236}">
                  <a16:creationId xmlns:a16="http://schemas.microsoft.com/office/drawing/2014/main" id="{784E3FBA-86E8-BA9E-C965-B23EF08DDA51}"/>
                </a:ext>
              </a:extLst>
            </p:cNvPr>
            <p:cNvSpPr/>
            <p:nvPr/>
          </p:nvSpPr>
          <p:spPr>
            <a:xfrm>
              <a:off x="3191543" y="2364057"/>
              <a:ext cx="159731" cy="177544"/>
            </a:xfrm>
            <a:custGeom>
              <a:avLst/>
              <a:gdLst/>
              <a:ahLst/>
              <a:cxnLst/>
              <a:rect l="l" t="t" r="r" b="b"/>
              <a:pathLst>
                <a:path w="1085" h="1206" extrusionOk="0">
                  <a:moveTo>
                    <a:pt x="89" y="0"/>
                  </a:moveTo>
                  <a:cubicBezTo>
                    <a:pt x="45" y="0"/>
                    <a:pt x="0" y="34"/>
                    <a:pt x="0" y="89"/>
                  </a:cubicBezTo>
                  <a:lnTo>
                    <a:pt x="0" y="1128"/>
                  </a:lnTo>
                  <a:cubicBezTo>
                    <a:pt x="0" y="1173"/>
                    <a:pt x="45" y="1206"/>
                    <a:pt x="89" y="1206"/>
                  </a:cubicBezTo>
                  <a:lnTo>
                    <a:pt x="1007" y="1206"/>
                  </a:lnTo>
                  <a:cubicBezTo>
                    <a:pt x="1051" y="1206"/>
                    <a:pt x="1084" y="1173"/>
                    <a:pt x="1084" y="1128"/>
                  </a:cubicBezTo>
                  <a:lnTo>
                    <a:pt x="1084" y="89"/>
                  </a:lnTo>
                  <a:cubicBezTo>
                    <a:pt x="1084" y="34"/>
                    <a:pt x="1051" y="0"/>
                    <a:pt x="10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39">
              <a:extLst>
                <a:ext uri="{FF2B5EF4-FFF2-40B4-BE49-F238E27FC236}">
                  <a16:creationId xmlns:a16="http://schemas.microsoft.com/office/drawing/2014/main" id="{63AC164D-FE01-1DFC-2560-F0A27B569365}"/>
                </a:ext>
              </a:extLst>
            </p:cNvPr>
            <p:cNvSpPr/>
            <p:nvPr/>
          </p:nvSpPr>
          <p:spPr>
            <a:xfrm>
              <a:off x="2947309" y="2364057"/>
              <a:ext cx="18108" cy="177544"/>
            </a:xfrm>
            <a:custGeom>
              <a:avLst/>
              <a:gdLst/>
              <a:ahLst/>
              <a:cxnLst/>
              <a:rect l="l" t="t" r="r" b="b"/>
              <a:pathLst>
                <a:path w="123" h="1206" extrusionOk="0">
                  <a:moveTo>
                    <a:pt x="89" y="0"/>
                  </a:moveTo>
                  <a:cubicBezTo>
                    <a:pt x="45" y="0"/>
                    <a:pt x="1" y="34"/>
                    <a:pt x="1" y="89"/>
                  </a:cubicBezTo>
                  <a:lnTo>
                    <a:pt x="1" y="1128"/>
                  </a:lnTo>
                  <a:cubicBezTo>
                    <a:pt x="1" y="1173"/>
                    <a:pt x="45" y="1206"/>
                    <a:pt x="89" y="1206"/>
                  </a:cubicBezTo>
                  <a:lnTo>
                    <a:pt x="122" y="1206"/>
                  </a:lnTo>
                  <a:cubicBezTo>
                    <a:pt x="78" y="1206"/>
                    <a:pt x="45" y="1173"/>
                    <a:pt x="45" y="1128"/>
                  </a:cubicBezTo>
                  <a:lnTo>
                    <a:pt x="45" y="89"/>
                  </a:lnTo>
                  <a:cubicBezTo>
                    <a:pt x="34" y="34"/>
                    <a:pt x="78" y="0"/>
                    <a:pt x="122"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39">
              <a:extLst>
                <a:ext uri="{FF2B5EF4-FFF2-40B4-BE49-F238E27FC236}">
                  <a16:creationId xmlns:a16="http://schemas.microsoft.com/office/drawing/2014/main" id="{007C8E6E-A301-A546-2B08-2CB16DC0F939}"/>
                </a:ext>
              </a:extLst>
            </p:cNvPr>
            <p:cNvSpPr/>
            <p:nvPr/>
          </p:nvSpPr>
          <p:spPr>
            <a:xfrm>
              <a:off x="3098796" y="2365382"/>
              <a:ext cx="17961" cy="177839"/>
            </a:xfrm>
            <a:custGeom>
              <a:avLst/>
              <a:gdLst/>
              <a:ahLst/>
              <a:cxnLst/>
              <a:rect l="l" t="t" r="r" b="b"/>
              <a:pathLst>
                <a:path w="122" h="1208" extrusionOk="0">
                  <a:moveTo>
                    <a:pt x="58" y="1"/>
                  </a:moveTo>
                  <a:cubicBezTo>
                    <a:pt x="54" y="1"/>
                    <a:pt x="49" y="1"/>
                    <a:pt x="44" y="3"/>
                  </a:cubicBezTo>
                  <a:lnTo>
                    <a:pt x="0" y="3"/>
                  </a:lnTo>
                  <a:cubicBezTo>
                    <a:pt x="44" y="3"/>
                    <a:pt x="89" y="36"/>
                    <a:pt x="89" y="80"/>
                  </a:cubicBezTo>
                  <a:lnTo>
                    <a:pt x="89" y="1119"/>
                  </a:lnTo>
                  <a:cubicBezTo>
                    <a:pt x="89" y="1164"/>
                    <a:pt x="44" y="1208"/>
                    <a:pt x="0" y="1208"/>
                  </a:cubicBezTo>
                  <a:lnTo>
                    <a:pt x="44" y="1208"/>
                  </a:lnTo>
                  <a:cubicBezTo>
                    <a:pt x="89" y="1208"/>
                    <a:pt x="122" y="1164"/>
                    <a:pt x="122" y="1119"/>
                  </a:cubicBezTo>
                  <a:lnTo>
                    <a:pt x="122" y="80"/>
                  </a:lnTo>
                  <a:cubicBezTo>
                    <a:pt x="122" y="40"/>
                    <a:pt x="95" y="1"/>
                    <a:pt x="5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39">
              <a:extLst>
                <a:ext uri="{FF2B5EF4-FFF2-40B4-BE49-F238E27FC236}">
                  <a16:creationId xmlns:a16="http://schemas.microsoft.com/office/drawing/2014/main" id="{3D6FA4B3-8830-B3D4-28F0-34255099BDDE}"/>
                </a:ext>
              </a:extLst>
            </p:cNvPr>
            <p:cNvSpPr/>
            <p:nvPr/>
          </p:nvSpPr>
          <p:spPr>
            <a:xfrm>
              <a:off x="2952315" y="2364057"/>
              <a:ext cx="159584" cy="177544"/>
            </a:xfrm>
            <a:custGeom>
              <a:avLst/>
              <a:gdLst/>
              <a:ahLst/>
              <a:cxnLst/>
              <a:rect l="l" t="t" r="r" b="b"/>
              <a:pathLst>
                <a:path w="1084" h="1206" extrusionOk="0">
                  <a:moveTo>
                    <a:pt x="88" y="0"/>
                  </a:moveTo>
                  <a:cubicBezTo>
                    <a:pt x="33" y="0"/>
                    <a:pt x="0" y="34"/>
                    <a:pt x="0" y="89"/>
                  </a:cubicBezTo>
                  <a:lnTo>
                    <a:pt x="0" y="1128"/>
                  </a:lnTo>
                  <a:cubicBezTo>
                    <a:pt x="0" y="1173"/>
                    <a:pt x="33" y="1206"/>
                    <a:pt x="88" y="1206"/>
                  </a:cubicBezTo>
                  <a:lnTo>
                    <a:pt x="995" y="1206"/>
                  </a:lnTo>
                  <a:cubicBezTo>
                    <a:pt x="1039" y="1206"/>
                    <a:pt x="1084" y="1173"/>
                    <a:pt x="1084" y="1128"/>
                  </a:cubicBezTo>
                  <a:lnTo>
                    <a:pt x="1084" y="89"/>
                  </a:lnTo>
                  <a:cubicBezTo>
                    <a:pt x="1084" y="34"/>
                    <a:pt x="1039"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39">
              <a:extLst>
                <a:ext uri="{FF2B5EF4-FFF2-40B4-BE49-F238E27FC236}">
                  <a16:creationId xmlns:a16="http://schemas.microsoft.com/office/drawing/2014/main" id="{04D6A1DD-0A1E-0A09-7CDC-22BBC70F55B8}"/>
                </a:ext>
              </a:extLst>
            </p:cNvPr>
            <p:cNvSpPr/>
            <p:nvPr/>
          </p:nvSpPr>
          <p:spPr>
            <a:xfrm>
              <a:off x="2708081" y="2364057"/>
              <a:ext cx="16341" cy="177544"/>
            </a:xfrm>
            <a:custGeom>
              <a:avLst/>
              <a:gdLst/>
              <a:ahLst/>
              <a:cxnLst/>
              <a:rect l="l" t="t" r="r" b="b"/>
              <a:pathLst>
                <a:path w="111" h="1206" extrusionOk="0">
                  <a:moveTo>
                    <a:pt x="78" y="0"/>
                  </a:moveTo>
                  <a:cubicBezTo>
                    <a:pt x="34" y="0"/>
                    <a:pt x="0" y="34"/>
                    <a:pt x="0" y="89"/>
                  </a:cubicBezTo>
                  <a:lnTo>
                    <a:pt x="0" y="1128"/>
                  </a:lnTo>
                  <a:cubicBezTo>
                    <a:pt x="0" y="1173"/>
                    <a:pt x="34" y="1206"/>
                    <a:pt x="78" y="1206"/>
                  </a:cubicBezTo>
                  <a:lnTo>
                    <a:pt x="111" y="1206"/>
                  </a:lnTo>
                  <a:cubicBezTo>
                    <a:pt x="67" y="1206"/>
                    <a:pt x="34" y="1173"/>
                    <a:pt x="34" y="1128"/>
                  </a:cubicBezTo>
                  <a:lnTo>
                    <a:pt x="34" y="89"/>
                  </a:lnTo>
                  <a:cubicBezTo>
                    <a:pt x="34" y="34"/>
                    <a:pt x="67" y="0"/>
                    <a:pt x="111"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39">
              <a:extLst>
                <a:ext uri="{FF2B5EF4-FFF2-40B4-BE49-F238E27FC236}">
                  <a16:creationId xmlns:a16="http://schemas.microsoft.com/office/drawing/2014/main" id="{768E4058-23C7-89DF-900D-427A3F3CFE7E}"/>
                </a:ext>
              </a:extLst>
            </p:cNvPr>
            <p:cNvSpPr/>
            <p:nvPr/>
          </p:nvSpPr>
          <p:spPr>
            <a:xfrm>
              <a:off x="2859420" y="2365677"/>
              <a:ext cx="18108" cy="177544"/>
            </a:xfrm>
            <a:custGeom>
              <a:avLst/>
              <a:gdLst/>
              <a:ahLst/>
              <a:cxnLst/>
              <a:rect l="l" t="t" r="r" b="b"/>
              <a:pathLst>
                <a:path w="123" h="1206" extrusionOk="0">
                  <a:moveTo>
                    <a:pt x="1" y="1"/>
                  </a:moveTo>
                  <a:cubicBezTo>
                    <a:pt x="45" y="1"/>
                    <a:pt x="78" y="34"/>
                    <a:pt x="78" y="78"/>
                  </a:cubicBezTo>
                  <a:lnTo>
                    <a:pt x="78" y="1117"/>
                  </a:lnTo>
                  <a:cubicBezTo>
                    <a:pt x="78" y="1162"/>
                    <a:pt x="45" y="1206"/>
                    <a:pt x="1" y="1206"/>
                  </a:cubicBezTo>
                  <a:lnTo>
                    <a:pt x="34" y="1206"/>
                  </a:lnTo>
                  <a:cubicBezTo>
                    <a:pt x="78" y="1206"/>
                    <a:pt x="111" y="1162"/>
                    <a:pt x="122" y="1117"/>
                  </a:cubicBezTo>
                  <a:lnTo>
                    <a:pt x="122" y="78"/>
                  </a:lnTo>
                  <a:cubicBezTo>
                    <a:pt x="111" y="34"/>
                    <a:pt x="78" y="1"/>
                    <a:pt x="34"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39">
              <a:extLst>
                <a:ext uri="{FF2B5EF4-FFF2-40B4-BE49-F238E27FC236}">
                  <a16:creationId xmlns:a16="http://schemas.microsoft.com/office/drawing/2014/main" id="{B14B8AFE-9829-A8DA-9B16-0B73C8EEFE69}"/>
                </a:ext>
              </a:extLst>
            </p:cNvPr>
            <p:cNvSpPr/>
            <p:nvPr/>
          </p:nvSpPr>
          <p:spPr>
            <a:xfrm>
              <a:off x="2712939" y="2364057"/>
              <a:ext cx="158112" cy="177544"/>
            </a:xfrm>
            <a:custGeom>
              <a:avLst/>
              <a:gdLst/>
              <a:ahLst/>
              <a:cxnLst/>
              <a:rect l="l" t="t" r="r" b="b"/>
              <a:pathLst>
                <a:path w="1074" h="1206" extrusionOk="0">
                  <a:moveTo>
                    <a:pt x="78" y="0"/>
                  </a:moveTo>
                  <a:cubicBezTo>
                    <a:pt x="34" y="0"/>
                    <a:pt x="1" y="34"/>
                    <a:pt x="1" y="89"/>
                  </a:cubicBezTo>
                  <a:lnTo>
                    <a:pt x="1" y="1128"/>
                  </a:lnTo>
                  <a:cubicBezTo>
                    <a:pt x="1" y="1173"/>
                    <a:pt x="34" y="1206"/>
                    <a:pt x="78" y="1206"/>
                  </a:cubicBezTo>
                  <a:lnTo>
                    <a:pt x="996" y="1206"/>
                  </a:lnTo>
                  <a:cubicBezTo>
                    <a:pt x="1040" y="1206"/>
                    <a:pt x="1073" y="1173"/>
                    <a:pt x="1073" y="1128"/>
                  </a:cubicBezTo>
                  <a:lnTo>
                    <a:pt x="1073" y="89"/>
                  </a:lnTo>
                  <a:cubicBezTo>
                    <a:pt x="1073" y="34"/>
                    <a:pt x="1040" y="0"/>
                    <a:pt x="9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39">
              <a:extLst>
                <a:ext uri="{FF2B5EF4-FFF2-40B4-BE49-F238E27FC236}">
                  <a16:creationId xmlns:a16="http://schemas.microsoft.com/office/drawing/2014/main" id="{A36DE55B-7DA2-E6E7-2890-2832422E8B3B}"/>
                </a:ext>
              </a:extLst>
            </p:cNvPr>
            <p:cNvSpPr/>
            <p:nvPr/>
          </p:nvSpPr>
          <p:spPr>
            <a:xfrm>
              <a:off x="2467085" y="2365382"/>
              <a:ext cx="18108" cy="177839"/>
            </a:xfrm>
            <a:custGeom>
              <a:avLst/>
              <a:gdLst/>
              <a:ahLst/>
              <a:cxnLst/>
              <a:rect l="l" t="t" r="r" b="b"/>
              <a:pathLst>
                <a:path w="123" h="1208" extrusionOk="0">
                  <a:moveTo>
                    <a:pt x="106" y="0"/>
                  </a:moveTo>
                  <a:cubicBezTo>
                    <a:pt x="100" y="0"/>
                    <a:pt x="95" y="1"/>
                    <a:pt x="90" y="3"/>
                  </a:cubicBezTo>
                  <a:lnTo>
                    <a:pt x="122" y="3"/>
                  </a:lnTo>
                  <a:cubicBezTo>
                    <a:pt x="117" y="1"/>
                    <a:pt x="111" y="0"/>
                    <a:pt x="106" y="0"/>
                  </a:cubicBezTo>
                  <a:close/>
                  <a:moveTo>
                    <a:pt x="89" y="3"/>
                  </a:moveTo>
                  <a:cubicBezTo>
                    <a:pt x="45" y="3"/>
                    <a:pt x="1" y="36"/>
                    <a:pt x="1" y="80"/>
                  </a:cubicBezTo>
                  <a:lnTo>
                    <a:pt x="1" y="1119"/>
                  </a:lnTo>
                  <a:cubicBezTo>
                    <a:pt x="1" y="1164"/>
                    <a:pt x="45" y="1208"/>
                    <a:pt x="89" y="1208"/>
                  </a:cubicBezTo>
                  <a:lnTo>
                    <a:pt x="122" y="1208"/>
                  </a:lnTo>
                  <a:cubicBezTo>
                    <a:pt x="78" y="1208"/>
                    <a:pt x="34" y="1164"/>
                    <a:pt x="34" y="1119"/>
                  </a:cubicBezTo>
                  <a:lnTo>
                    <a:pt x="34" y="80"/>
                  </a:lnTo>
                  <a:cubicBezTo>
                    <a:pt x="42" y="39"/>
                    <a:pt x="62" y="10"/>
                    <a:pt x="90" y="3"/>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39">
              <a:extLst>
                <a:ext uri="{FF2B5EF4-FFF2-40B4-BE49-F238E27FC236}">
                  <a16:creationId xmlns:a16="http://schemas.microsoft.com/office/drawing/2014/main" id="{72FE0336-6587-5B48-EC77-56BA2706A914}"/>
                </a:ext>
              </a:extLst>
            </p:cNvPr>
            <p:cNvSpPr/>
            <p:nvPr/>
          </p:nvSpPr>
          <p:spPr>
            <a:xfrm>
              <a:off x="2618572" y="2365382"/>
              <a:ext cx="17961" cy="177839"/>
            </a:xfrm>
            <a:custGeom>
              <a:avLst/>
              <a:gdLst/>
              <a:ahLst/>
              <a:cxnLst/>
              <a:rect l="l" t="t" r="r" b="b"/>
              <a:pathLst>
                <a:path w="122" h="1208" extrusionOk="0">
                  <a:moveTo>
                    <a:pt x="58" y="1"/>
                  </a:moveTo>
                  <a:cubicBezTo>
                    <a:pt x="54" y="1"/>
                    <a:pt x="49" y="1"/>
                    <a:pt x="44" y="3"/>
                  </a:cubicBezTo>
                  <a:lnTo>
                    <a:pt x="0" y="3"/>
                  </a:lnTo>
                  <a:cubicBezTo>
                    <a:pt x="44" y="3"/>
                    <a:pt x="89" y="36"/>
                    <a:pt x="89" y="80"/>
                  </a:cubicBezTo>
                  <a:lnTo>
                    <a:pt x="89" y="1119"/>
                  </a:lnTo>
                  <a:cubicBezTo>
                    <a:pt x="89" y="1164"/>
                    <a:pt x="44" y="1208"/>
                    <a:pt x="0" y="1208"/>
                  </a:cubicBezTo>
                  <a:lnTo>
                    <a:pt x="44" y="1208"/>
                  </a:lnTo>
                  <a:cubicBezTo>
                    <a:pt x="89" y="1208"/>
                    <a:pt x="122" y="1164"/>
                    <a:pt x="122" y="1119"/>
                  </a:cubicBezTo>
                  <a:lnTo>
                    <a:pt x="122" y="80"/>
                  </a:lnTo>
                  <a:cubicBezTo>
                    <a:pt x="122" y="40"/>
                    <a:pt x="95" y="1"/>
                    <a:pt x="5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39">
              <a:extLst>
                <a:ext uri="{FF2B5EF4-FFF2-40B4-BE49-F238E27FC236}">
                  <a16:creationId xmlns:a16="http://schemas.microsoft.com/office/drawing/2014/main" id="{A62DC6D1-B6FD-D611-7A59-DF3663CBE9C8}"/>
                </a:ext>
              </a:extLst>
            </p:cNvPr>
            <p:cNvSpPr/>
            <p:nvPr/>
          </p:nvSpPr>
          <p:spPr>
            <a:xfrm>
              <a:off x="2472091" y="2364057"/>
              <a:ext cx="159584" cy="177544"/>
            </a:xfrm>
            <a:custGeom>
              <a:avLst/>
              <a:gdLst/>
              <a:ahLst/>
              <a:cxnLst/>
              <a:rect l="l" t="t" r="r" b="b"/>
              <a:pathLst>
                <a:path w="1084" h="1206" extrusionOk="0">
                  <a:moveTo>
                    <a:pt x="88" y="0"/>
                  </a:moveTo>
                  <a:cubicBezTo>
                    <a:pt x="44" y="0"/>
                    <a:pt x="0" y="34"/>
                    <a:pt x="0" y="89"/>
                  </a:cubicBezTo>
                  <a:lnTo>
                    <a:pt x="0" y="1128"/>
                  </a:lnTo>
                  <a:cubicBezTo>
                    <a:pt x="0" y="1173"/>
                    <a:pt x="44" y="1206"/>
                    <a:pt x="88" y="1206"/>
                  </a:cubicBezTo>
                  <a:lnTo>
                    <a:pt x="995" y="1206"/>
                  </a:lnTo>
                  <a:cubicBezTo>
                    <a:pt x="1039" y="1206"/>
                    <a:pt x="1084" y="1173"/>
                    <a:pt x="1084" y="1128"/>
                  </a:cubicBezTo>
                  <a:lnTo>
                    <a:pt x="1084" y="89"/>
                  </a:lnTo>
                  <a:cubicBezTo>
                    <a:pt x="1084" y="34"/>
                    <a:pt x="1039"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39">
              <a:extLst>
                <a:ext uri="{FF2B5EF4-FFF2-40B4-BE49-F238E27FC236}">
                  <a16:creationId xmlns:a16="http://schemas.microsoft.com/office/drawing/2014/main" id="{27BD0745-3D1C-A8A0-DACB-1A517383F0D9}"/>
                </a:ext>
              </a:extLst>
            </p:cNvPr>
            <p:cNvSpPr/>
            <p:nvPr/>
          </p:nvSpPr>
          <p:spPr>
            <a:xfrm>
              <a:off x="2227857" y="2364057"/>
              <a:ext cx="16341" cy="177544"/>
            </a:xfrm>
            <a:custGeom>
              <a:avLst/>
              <a:gdLst/>
              <a:ahLst/>
              <a:cxnLst/>
              <a:rect l="l" t="t" r="r" b="b"/>
              <a:pathLst>
                <a:path w="111" h="1206" extrusionOk="0">
                  <a:moveTo>
                    <a:pt x="78" y="0"/>
                  </a:moveTo>
                  <a:cubicBezTo>
                    <a:pt x="34" y="0"/>
                    <a:pt x="0" y="34"/>
                    <a:pt x="0" y="89"/>
                  </a:cubicBezTo>
                  <a:lnTo>
                    <a:pt x="0" y="1128"/>
                  </a:lnTo>
                  <a:cubicBezTo>
                    <a:pt x="0" y="1173"/>
                    <a:pt x="34" y="1206"/>
                    <a:pt x="78" y="1206"/>
                  </a:cubicBezTo>
                  <a:lnTo>
                    <a:pt x="111" y="1206"/>
                  </a:lnTo>
                  <a:cubicBezTo>
                    <a:pt x="67" y="1206"/>
                    <a:pt x="34" y="1173"/>
                    <a:pt x="34" y="1128"/>
                  </a:cubicBezTo>
                  <a:lnTo>
                    <a:pt x="34" y="89"/>
                  </a:lnTo>
                  <a:cubicBezTo>
                    <a:pt x="34" y="34"/>
                    <a:pt x="67" y="0"/>
                    <a:pt x="111"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39">
              <a:extLst>
                <a:ext uri="{FF2B5EF4-FFF2-40B4-BE49-F238E27FC236}">
                  <a16:creationId xmlns:a16="http://schemas.microsoft.com/office/drawing/2014/main" id="{C4A3CAE9-700C-B36A-6553-FE1527A8CEA1}"/>
                </a:ext>
              </a:extLst>
            </p:cNvPr>
            <p:cNvSpPr/>
            <p:nvPr/>
          </p:nvSpPr>
          <p:spPr>
            <a:xfrm>
              <a:off x="2379197" y="2365382"/>
              <a:ext cx="18108" cy="177839"/>
            </a:xfrm>
            <a:custGeom>
              <a:avLst/>
              <a:gdLst/>
              <a:ahLst/>
              <a:cxnLst/>
              <a:rect l="l" t="t" r="r" b="b"/>
              <a:pathLst>
                <a:path w="123" h="1208" extrusionOk="0">
                  <a:moveTo>
                    <a:pt x="48" y="1"/>
                  </a:moveTo>
                  <a:cubicBezTo>
                    <a:pt x="43" y="1"/>
                    <a:pt x="39" y="1"/>
                    <a:pt x="34" y="3"/>
                  </a:cubicBezTo>
                  <a:lnTo>
                    <a:pt x="1" y="3"/>
                  </a:lnTo>
                  <a:cubicBezTo>
                    <a:pt x="45" y="3"/>
                    <a:pt x="78" y="36"/>
                    <a:pt x="78" y="80"/>
                  </a:cubicBezTo>
                  <a:lnTo>
                    <a:pt x="78" y="1119"/>
                  </a:lnTo>
                  <a:cubicBezTo>
                    <a:pt x="78" y="1164"/>
                    <a:pt x="45" y="1208"/>
                    <a:pt x="1" y="1208"/>
                  </a:cubicBezTo>
                  <a:lnTo>
                    <a:pt x="34" y="1208"/>
                  </a:lnTo>
                  <a:cubicBezTo>
                    <a:pt x="78" y="1208"/>
                    <a:pt x="122" y="1164"/>
                    <a:pt x="122" y="1119"/>
                  </a:cubicBezTo>
                  <a:lnTo>
                    <a:pt x="122" y="80"/>
                  </a:lnTo>
                  <a:cubicBezTo>
                    <a:pt x="122" y="40"/>
                    <a:pt x="87" y="1"/>
                    <a:pt x="4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39">
              <a:extLst>
                <a:ext uri="{FF2B5EF4-FFF2-40B4-BE49-F238E27FC236}">
                  <a16:creationId xmlns:a16="http://schemas.microsoft.com/office/drawing/2014/main" id="{689BD5BC-F334-819D-86C3-F4B9BDEFACED}"/>
                </a:ext>
              </a:extLst>
            </p:cNvPr>
            <p:cNvSpPr/>
            <p:nvPr/>
          </p:nvSpPr>
          <p:spPr>
            <a:xfrm>
              <a:off x="2232715" y="2364057"/>
              <a:ext cx="158112" cy="177544"/>
            </a:xfrm>
            <a:custGeom>
              <a:avLst/>
              <a:gdLst/>
              <a:ahLst/>
              <a:cxnLst/>
              <a:rect l="l" t="t" r="r" b="b"/>
              <a:pathLst>
                <a:path w="1074" h="1206" extrusionOk="0">
                  <a:moveTo>
                    <a:pt x="78" y="0"/>
                  </a:moveTo>
                  <a:cubicBezTo>
                    <a:pt x="34" y="0"/>
                    <a:pt x="1" y="34"/>
                    <a:pt x="1" y="89"/>
                  </a:cubicBezTo>
                  <a:lnTo>
                    <a:pt x="1" y="1128"/>
                  </a:lnTo>
                  <a:cubicBezTo>
                    <a:pt x="1" y="1173"/>
                    <a:pt x="34" y="1206"/>
                    <a:pt x="78" y="1206"/>
                  </a:cubicBezTo>
                  <a:lnTo>
                    <a:pt x="996" y="1206"/>
                  </a:lnTo>
                  <a:cubicBezTo>
                    <a:pt x="1040" y="1206"/>
                    <a:pt x="1073" y="1173"/>
                    <a:pt x="1073" y="1128"/>
                  </a:cubicBezTo>
                  <a:lnTo>
                    <a:pt x="1073" y="89"/>
                  </a:lnTo>
                  <a:cubicBezTo>
                    <a:pt x="1073" y="34"/>
                    <a:pt x="1040" y="0"/>
                    <a:pt x="9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39">
              <a:extLst>
                <a:ext uri="{FF2B5EF4-FFF2-40B4-BE49-F238E27FC236}">
                  <a16:creationId xmlns:a16="http://schemas.microsoft.com/office/drawing/2014/main" id="{5FF9BE9F-63B8-6009-8F77-ACA5966A1F99}"/>
                </a:ext>
              </a:extLst>
            </p:cNvPr>
            <p:cNvSpPr/>
            <p:nvPr/>
          </p:nvSpPr>
          <p:spPr>
            <a:xfrm>
              <a:off x="1986862" y="2364057"/>
              <a:ext cx="18108" cy="177544"/>
            </a:xfrm>
            <a:custGeom>
              <a:avLst/>
              <a:gdLst/>
              <a:ahLst/>
              <a:cxnLst/>
              <a:rect l="l" t="t" r="r" b="b"/>
              <a:pathLst>
                <a:path w="123" h="1206" extrusionOk="0">
                  <a:moveTo>
                    <a:pt x="89" y="0"/>
                  </a:moveTo>
                  <a:cubicBezTo>
                    <a:pt x="45" y="0"/>
                    <a:pt x="1" y="34"/>
                    <a:pt x="1" y="89"/>
                  </a:cubicBezTo>
                  <a:lnTo>
                    <a:pt x="1" y="1128"/>
                  </a:lnTo>
                  <a:cubicBezTo>
                    <a:pt x="1" y="1173"/>
                    <a:pt x="45" y="1206"/>
                    <a:pt x="89" y="1206"/>
                  </a:cubicBezTo>
                  <a:lnTo>
                    <a:pt x="123" y="1206"/>
                  </a:lnTo>
                  <a:cubicBezTo>
                    <a:pt x="78" y="1206"/>
                    <a:pt x="45" y="1173"/>
                    <a:pt x="45" y="1128"/>
                  </a:cubicBezTo>
                  <a:lnTo>
                    <a:pt x="45" y="89"/>
                  </a:lnTo>
                  <a:cubicBezTo>
                    <a:pt x="34" y="34"/>
                    <a:pt x="78" y="0"/>
                    <a:pt x="123"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39">
              <a:extLst>
                <a:ext uri="{FF2B5EF4-FFF2-40B4-BE49-F238E27FC236}">
                  <a16:creationId xmlns:a16="http://schemas.microsoft.com/office/drawing/2014/main" id="{663523C2-4FF3-4858-4EBF-51A5F15B632F}"/>
                </a:ext>
              </a:extLst>
            </p:cNvPr>
            <p:cNvSpPr/>
            <p:nvPr/>
          </p:nvSpPr>
          <p:spPr>
            <a:xfrm>
              <a:off x="2139968" y="2365677"/>
              <a:ext cx="16341" cy="177544"/>
            </a:xfrm>
            <a:custGeom>
              <a:avLst/>
              <a:gdLst/>
              <a:ahLst/>
              <a:cxnLst/>
              <a:rect l="l" t="t" r="r" b="b"/>
              <a:pathLst>
                <a:path w="111" h="1206" extrusionOk="0">
                  <a:moveTo>
                    <a:pt x="0" y="1"/>
                  </a:moveTo>
                  <a:cubicBezTo>
                    <a:pt x="45" y="1"/>
                    <a:pt x="78" y="34"/>
                    <a:pt x="78" y="78"/>
                  </a:cubicBezTo>
                  <a:lnTo>
                    <a:pt x="78" y="1117"/>
                  </a:lnTo>
                  <a:cubicBezTo>
                    <a:pt x="78" y="1162"/>
                    <a:pt x="45" y="1206"/>
                    <a:pt x="0" y="1206"/>
                  </a:cubicBezTo>
                  <a:lnTo>
                    <a:pt x="33" y="1206"/>
                  </a:lnTo>
                  <a:cubicBezTo>
                    <a:pt x="78" y="1206"/>
                    <a:pt x="111" y="1162"/>
                    <a:pt x="111" y="1117"/>
                  </a:cubicBezTo>
                  <a:lnTo>
                    <a:pt x="111" y="78"/>
                  </a:lnTo>
                  <a:cubicBezTo>
                    <a:pt x="111" y="34"/>
                    <a:pt x="78" y="1"/>
                    <a:pt x="33"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39">
              <a:extLst>
                <a:ext uri="{FF2B5EF4-FFF2-40B4-BE49-F238E27FC236}">
                  <a16:creationId xmlns:a16="http://schemas.microsoft.com/office/drawing/2014/main" id="{F0FB57D7-B032-8B0E-B90C-47A171BD4D04}"/>
                </a:ext>
              </a:extLst>
            </p:cNvPr>
            <p:cNvSpPr/>
            <p:nvPr/>
          </p:nvSpPr>
          <p:spPr>
            <a:xfrm>
              <a:off x="1993487" y="2364057"/>
              <a:ext cx="157964" cy="177544"/>
            </a:xfrm>
            <a:custGeom>
              <a:avLst/>
              <a:gdLst/>
              <a:ahLst/>
              <a:cxnLst/>
              <a:rect l="l" t="t" r="r" b="b"/>
              <a:pathLst>
                <a:path w="1073" h="1206" extrusionOk="0">
                  <a:moveTo>
                    <a:pt x="78" y="0"/>
                  </a:moveTo>
                  <a:cubicBezTo>
                    <a:pt x="33" y="0"/>
                    <a:pt x="0" y="34"/>
                    <a:pt x="0" y="89"/>
                  </a:cubicBezTo>
                  <a:lnTo>
                    <a:pt x="0" y="1128"/>
                  </a:lnTo>
                  <a:cubicBezTo>
                    <a:pt x="0" y="1173"/>
                    <a:pt x="33" y="1206"/>
                    <a:pt x="78" y="1206"/>
                  </a:cubicBezTo>
                  <a:lnTo>
                    <a:pt x="995" y="1206"/>
                  </a:lnTo>
                  <a:cubicBezTo>
                    <a:pt x="1040" y="1206"/>
                    <a:pt x="1073" y="1173"/>
                    <a:pt x="1073" y="1128"/>
                  </a:cubicBezTo>
                  <a:lnTo>
                    <a:pt x="1073" y="89"/>
                  </a:lnTo>
                  <a:cubicBezTo>
                    <a:pt x="1073" y="34"/>
                    <a:pt x="1040"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39">
              <a:extLst>
                <a:ext uri="{FF2B5EF4-FFF2-40B4-BE49-F238E27FC236}">
                  <a16:creationId xmlns:a16="http://schemas.microsoft.com/office/drawing/2014/main" id="{8348B1F7-43A2-A17D-E9FA-FFDE51D48ADB}"/>
                </a:ext>
              </a:extLst>
            </p:cNvPr>
            <p:cNvSpPr/>
            <p:nvPr/>
          </p:nvSpPr>
          <p:spPr>
            <a:xfrm>
              <a:off x="1747633" y="2364057"/>
              <a:ext cx="16341" cy="177544"/>
            </a:xfrm>
            <a:custGeom>
              <a:avLst/>
              <a:gdLst/>
              <a:ahLst/>
              <a:cxnLst/>
              <a:rect l="l" t="t" r="r" b="b"/>
              <a:pathLst>
                <a:path w="111" h="1206" extrusionOk="0">
                  <a:moveTo>
                    <a:pt x="78" y="0"/>
                  </a:moveTo>
                  <a:cubicBezTo>
                    <a:pt x="34" y="0"/>
                    <a:pt x="0" y="34"/>
                    <a:pt x="0" y="89"/>
                  </a:cubicBezTo>
                  <a:lnTo>
                    <a:pt x="0" y="1128"/>
                  </a:lnTo>
                  <a:cubicBezTo>
                    <a:pt x="0" y="1173"/>
                    <a:pt x="34" y="1206"/>
                    <a:pt x="78" y="1206"/>
                  </a:cubicBezTo>
                  <a:lnTo>
                    <a:pt x="111" y="1206"/>
                  </a:lnTo>
                  <a:cubicBezTo>
                    <a:pt x="67" y="1206"/>
                    <a:pt x="34" y="1173"/>
                    <a:pt x="34" y="1128"/>
                  </a:cubicBezTo>
                  <a:lnTo>
                    <a:pt x="34" y="89"/>
                  </a:lnTo>
                  <a:cubicBezTo>
                    <a:pt x="34" y="34"/>
                    <a:pt x="67" y="0"/>
                    <a:pt x="111"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39">
              <a:extLst>
                <a:ext uri="{FF2B5EF4-FFF2-40B4-BE49-F238E27FC236}">
                  <a16:creationId xmlns:a16="http://schemas.microsoft.com/office/drawing/2014/main" id="{0954F81E-DE38-4956-FFEC-5D6238EA3D40}"/>
                </a:ext>
              </a:extLst>
            </p:cNvPr>
            <p:cNvSpPr/>
            <p:nvPr/>
          </p:nvSpPr>
          <p:spPr>
            <a:xfrm>
              <a:off x="1898973" y="2365382"/>
              <a:ext cx="18108" cy="177839"/>
            </a:xfrm>
            <a:custGeom>
              <a:avLst/>
              <a:gdLst/>
              <a:ahLst/>
              <a:cxnLst/>
              <a:rect l="l" t="t" r="r" b="b"/>
              <a:pathLst>
                <a:path w="123" h="1208" extrusionOk="0">
                  <a:moveTo>
                    <a:pt x="48" y="1"/>
                  </a:moveTo>
                  <a:cubicBezTo>
                    <a:pt x="43" y="1"/>
                    <a:pt x="39" y="1"/>
                    <a:pt x="34" y="3"/>
                  </a:cubicBezTo>
                  <a:lnTo>
                    <a:pt x="1" y="3"/>
                  </a:lnTo>
                  <a:cubicBezTo>
                    <a:pt x="45" y="3"/>
                    <a:pt x="89" y="36"/>
                    <a:pt x="89" y="80"/>
                  </a:cubicBezTo>
                  <a:lnTo>
                    <a:pt x="89" y="1119"/>
                  </a:lnTo>
                  <a:cubicBezTo>
                    <a:pt x="78" y="1164"/>
                    <a:pt x="45" y="1208"/>
                    <a:pt x="1" y="1208"/>
                  </a:cubicBezTo>
                  <a:lnTo>
                    <a:pt x="34" y="1208"/>
                  </a:lnTo>
                  <a:cubicBezTo>
                    <a:pt x="78" y="1208"/>
                    <a:pt x="122" y="1164"/>
                    <a:pt x="122" y="1119"/>
                  </a:cubicBezTo>
                  <a:lnTo>
                    <a:pt x="122" y="80"/>
                  </a:lnTo>
                  <a:cubicBezTo>
                    <a:pt x="122" y="40"/>
                    <a:pt x="87" y="1"/>
                    <a:pt x="4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39">
              <a:extLst>
                <a:ext uri="{FF2B5EF4-FFF2-40B4-BE49-F238E27FC236}">
                  <a16:creationId xmlns:a16="http://schemas.microsoft.com/office/drawing/2014/main" id="{A6E1371B-BC1E-95C6-F7DD-B512F1DC1601}"/>
                </a:ext>
              </a:extLst>
            </p:cNvPr>
            <p:cNvSpPr/>
            <p:nvPr/>
          </p:nvSpPr>
          <p:spPr>
            <a:xfrm>
              <a:off x="1752492" y="2364057"/>
              <a:ext cx="159731" cy="177544"/>
            </a:xfrm>
            <a:custGeom>
              <a:avLst/>
              <a:gdLst/>
              <a:ahLst/>
              <a:cxnLst/>
              <a:rect l="l" t="t" r="r" b="b"/>
              <a:pathLst>
                <a:path w="1085" h="1206" extrusionOk="0">
                  <a:moveTo>
                    <a:pt x="78" y="0"/>
                  </a:moveTo>
                  <a:cubicBezTo>
                    <a:pt x="34" y="0"/>
                    <a:pt x="1" y="34"/>
                    <a:pt x="1" y="89"/>
                  </a:cubicBezTo>
                  <a:lnTo>
                    <a:pt x="1" y="1128"/>
                  </a:lnTo>
                  <a:cubicBezTo>
                    <a:pt x="1" y="1173"/>
                    <a:pt x="34" y="1206"/>
                    <a:pt x="78" y="1206"/>
                  </a:cubicBezTo>
                  <a:lnTo>
                    <a:pt x="996" y="1206"/>
                  </a:lnTo>
                  <a:cubicBezTo>
                    <a:pt x="1040" y="1206"/>
                    <a:pt x="1084" y="1173"/>
                    <a:pt x="1084" y="1128"/>
                  </a:cubicBezTo>
                  <a:lnTo>
                    <a:pt x="1084" y="89"/>
                  </a:lnTo>
                  <a:cubicBezTo>
                    <a:pt x="1084" y="34"/>
                    <a:pt x="1040" y="0"/>
                    <a:pt x="9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39">
              <a:extLst>
                <a:ext uri="{FF2B5EF4-FFF2-40B4-BE49-F238E27FC236}">
                  <a16:creationId xmlns:a16="http://schemas.microsoft.com/office/drawing/2014/main" id="{410A597A-9761-DC6C-4719-D9B88184F751}"/>
                </a:ext>
              </a:extLst>
            </p:cNvPr>
            <p:cNvSpPr/>
            <p:nvPr/>
          </p:nvSpPr>
          <p:spPr>
            <a:xfrm>
              <a:off x="3429152" y="2364057"/>
              <a:ext cx="18108" cy="177544"/>
            </a:xfrm>
            <a:custGeom>
              <a:avLst/>
              <a:gdLst/>
              <a:ahLst/>
              <a:cxnLst/>
              <a:rect l="l" t="t" r="r" b="b"/>
              <a:pathLst>
                <a:path w="123" h="1206" extrusionOk="0">
                  <a:moveTo>
                    <a:pt x="89" y="0"/>
                  </a:moveTo>
                  <a:cubicBezTo>
                    <a:pt x="34" y="0"/>
                    <a:pt x="1" y="34"/>
                    <a:pt x="1" y="89"/>
                  </a:cubicBezTo>
                  <a:lnTo>
                    <a:pt x="1" y="1128"/>
                  </a:lnTo>
                  <a:cubicBezTo>
                    <a:pt x="1" y="1173"/>
                    <a:pt x="34" y="1206"/>
                    <a:pt x="89" y="1206"/>
                  </a:cubicBezTo>
                  <a:lnTo>
                    <a:pt x="123" y="1206"/>
                  </a:lnTo>
                  <a:cubicBezTo>
                    <a:pt x="78" y="1206"/>
                    <a:pt x="45" y="1173"/>
                    <a:pt x="45" y="1128"/>
                  </a:cubicBezTo>
                  <a:lnTo>
                    <a:pt x="45" y="89"/>
                  </a:lnTo>
                  <a:cubicBezTo>
                    <a:pt x="45" y="34"/>
                    <a:pt x="78" y="0"/>
                    <a:pt x="123"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39">
              <a:extLst>
                <a:ext uri="{FF2B5EF4-FFF2-40B4-BE49-F238E27FC236}">
                  <a16:creationId xmlns:a16="http://schemas.microsoft.com/office/drawing/2014/main" id="{CB72B4EE-0897-B1F4-F094-026862C97F70}"/>
                </a:ext>
              </a:extLst>
            </p:cNvPr>
            <p:cNvSpPr/>
            <p:nvPr/>
          </p:nvSpPr>
          <p:spPr>
            <a:xfrm>
              <a:off x="3582258" y="2365382"/>
              <a:ext cx="17961" cy="177839"/>
            </a:xfrm>
            <a:custGeom>
              <a:avLst/>
              <a:gdLst/>
              <a:ahLst/>
              <a:cxnLst/>
              <a:rect l="l" t="t" r="r" b="b"/>
              <a:pathLst>
                <a:path w="122" h="1208" extrusionOk="0">
                  <a:moveTo>
                    <a:pt x="47" y="1"/>
                  </a:moveTo>
                  <a:cubicBezTo>
                    <a:pt x="43" y="1"/>
                    <a:pt x="38" y="1"/>
                    <a:pt x="33" y="3"/>
                  </a:cubicBezTo>
                  <a:lnTo>
                    <a:pt x="0" y="3"/>
                  </a:lnTo>
                  <a:cubicBezTo>
                    <a:pt x="45" y="3"/>
                    <a:pt x="78" y="36"/>
                    <a:pt x="89" y="80"/>
                  </a:cubicBezTo>
                  <a:lnTo>
                    <a:pt x="89" y="1119"/>
                  </a:lnTo>
                  <a:cubicBezTo>
                    <a:pt x="78" y="1164"/>
                    <a:pt x="45" y="1208"/>
                    <a:pt x="0" y="1208"/>
                  </a:cubicBezTo>
                  <a:lnTo>
                    <a:pt x="33" y="1208"/>
                  </a:lnTo>
                  <a:cubicBezTo>
                    <a:pt x="78" y="1208"/>
                    <a:pt x="122" y="1164"/>
                    <a:pt x="122" y="1119"/>
                  </a:cubicBezTo>
                  <a:lnTo>
                    <a:pt x="122" y="80"/>
                  </a:lnTo>
                  <a:cubicBezTo>
                    <a:pt x="122" y="40"/>
                    <a:pt x="87" y="1"/>
                    <a:pt x="47"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39">
              <a:extLst>
                <a:ext uri="{FF2B5EF4-FFF2-40B4-BE49-F238E27FC236}">
                  <a16:creationId xmlns:a16="http://schemas.microsoft.com/office/drawing/2014/main" id="{1E7BCEF0-B09F-7874-9B9B-21E5D5484F2C}"/>
                </a:ext>
              </a:extLst>
            </p:cNvPr>
            <p:cNvSpPr/>
            <p:nvPr/>
          </p:nvSpPr>
          <p:spPr>
            <a:xfrm>
              <a:off x="3435777" y="2364057"/>
              <a:ext cx="157964" cy="177544"/>
            </a:xfrm>
            <a:custGeom>
              <a:avLst/>
              <a:gdLst/>
              <a:ahLst/>
              <a:cxnLst/>
              <a:rect l="l" t="t" r="r" b="b"/>
              <a:pathLst>
                <a:path w="1073" h="1206" extrusionOk="0">
                  <a:moveTo>
                    <a:pt x="78" y="0"/>
                  </a:moveTo>
                  <a:cubicBezTo>
                    <a:pt x="33" y="0"/>
                    <a:pt x="0" y="34"/>
                    <a:pt x="0" y="89"/>
                  </a:cubicBezTo>
                  <a:lnTo>
                    <a:pt x="0" y="1128"/>
                  </a:lnTo>
                  <a:cubicBezTo>
                    <a:pt x="0" y="1173"/>
                    <a:pt x="33" y="1206"/>
                    <a:pt x="78" y="1206"/>
                  </a:cubicBezTo>
                  <a:lnTo>
                    <a:pt x="995" y="1206"/>
                  </a:lnTo>
                  <a:cubicBezTo>
                    <a:pt x="1040" y="1206"/>
                    <a:pt x="1073" y="1173"/>
                    <a:pt x="1073" y="1128"/>
                  </a:cubicBezTo>
                  <a:lnTo>
                    <a:pt x="1073" y="89"/>
                  </a:lnTo>
                  <a:cubicBezTo>
                    <a:pt x="1073" y="34"/>
                    <a:pt x="1040"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39">
              <a:extLst>
                <a:ext uri="{FF2B5EF4-FFF2-40B4-BE49-F238E27FC236}">
                  <a16:creationId xmlns:a16="http://schemas.microsoft.com/office/drawing/2014/main" id="{B9035A03-3C07-566D-7FF7-A5976C8999BE}"/>
                </a:ext>
              </a:extLst>
            </p:cNvPr>
            <p:cNvSpPr/>
            <p:nvPr/>
          </p:nvSpPr>
          <p:spPr>
            <a:xfrm>
              <a:off x="323304" y="2570750"/>
              <a:ext cx="240995" cy="117332"/>
            </a:xfrm>
            <a:custGeom>
              <a:avLst/>
              <a:gdLst/>
              <a:ahLst/>
              <a:cxnLst/>
              <a:rect l="l" t="t" r="r" b="b"/>
              <a:pathLst>
                <a:path w="1637" h="797" extrusionOk="0">
                  <a:moveTo>
                    <a:pt x="210" y="1"/>
                  </a:moveTo>
                  <a:cubicBezTo>
                    <a:pt x="100" y="1"/>
                    <a:pt x="0" y="100"/>
                    <a:pt x="0" y="211"/>
                  </a:cubicBezTo>
                  <a:lnTo>
                    <a:pt x="0" y="587"/>
                  </a:lnTo>
                  <a:cubicBezTo>
                    <a:pt x="0" y="708"/>
                    <a:pt x="100" y="797"/>
                    <a:pt x="210" y="797"/>
                  </a:cubicBezTo>
                  <a:cubicBezTo>
                    <a:pt x="243" y="797"/>
                    <a:pt x="288" y="786"/>
                    <a:pt x="310" y="775"/>
                  </a:cubicBezTo>
                  <a:lnTo>
                    <a:pt x="16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39">
              <a:extLst>
                <a:ext uri="{FF2B5EF4-FFF2-40B4-BE49-F238E27FC236}">
                  <a16:creationId xmlns:a16="http://schemas.microsoft.com/office/drawing/2014/main" id="{9F2E00F8-0C44-C19E-343C-D3A0FCAC3E9E}"/>
                </a:ext>
              </a:extLst>
            </p:cNvPr>
            <p:cNvSpPr/>
            <p:nvPr/>
          </p:nvSpPr>
          <p:spPr>
            <a:xfrm>
              <a:off x="344356" y="2601666"/>
              <a:ext cx="187408" cy="49023"/>
            </a:xfrm>
            <a:custGeom>
              <a:avLst/>
              <a:gdLst/>
              <a:ahLst/>
              <a:cxnLst/>
              <a:rect l="l" t="t" r="r" b="b"/>
              <a:pathLst>
                <a:path w="1273" h="333" extrusionOk="0">
                  <a:moveTo>
                    <a:pt x="100" y="1"/>
                  </a:moveTo>
                  <a:cubicBezTo>
                    <a:pt x="45" y="1"/>
                    <a:pt x="1" y="45"/>
                    <a:pt x="1" y="100"/>
                  </a:cubicBezTo>
                  <a:lnTo>
                    <a:pt x="1" y="222"/>
                  </a:lnTo>
                  <a:cubicBezTo>
                    <a:pt x="1" y="277"/>
                    <a:pt x="45" y="333"/>
                    <a:pt x="100" y="333"/>
                  </a:cubicBezTo>
                  <a:lnTo>
                    <a:pt x="686" y="333"/>
                  </a:lnTo>
                  <a:lnTo>
                    <a:pt x="1272" y="1"/>
                  </a:lnTo>
                  <a:close/>
                </a:path>
              </a:pathLst>
            </a:custGeom>
            <a:solidFill>
              <a:srgbClr val="DAD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39">
              <a:extLst>
                <a:ext uri="{FF2B5EF4-FFF2-40B4-BE49-F238E27FC236}">
                  <a16:creationId xmlns:a16="http://schemas.microsoft.com/office/drawing/2014/main" id="{CAF11B2B-12D4-04D7-BFEF-BFE81C1343CB}"/>
                </a:ext>
              </a:extLst>
            </p:cNvPr>
            <p:cNvSpPr/>
            <p:nvPr/>
          </p:nvSpPr>
          <p:spPr>
            <a:xfrm>
              <a:off x="317120" y="2554557"/>
              <a:ext cx="274855" cy="150456"/>
            </a:xfrm>
            <a:custGeom>
              <a:avLst/>
              <a:gdLst/>
              <a:ahLst/>
              <a:cxnLst/>
              <a:rect l="l" t="t" r="r" b="b"/>
              <a:pathLst>
                <a:path w="1867" h="1022" extrusionOk="0">
                  <a:moveTo>
                    <a:pt x="1745" y="111"/>
                  </a:moveTo>
                  <a:lnTo>
                    <a:pt x="418" y="885"/>
                  </a:lnTo>
                  <a:cubicBezTo>
                    <a:pt x="387" y="903"/>
                    <a:pt x="353" y="911"/>
                    <a:pt x="319" y="911"/>
                  </a:cubicBezTo>
                  <a:cubicBezTo>
                    <a:pt x="212" y="911"/>
                    <a:pt x="108" y="823"/>
                    <a:pt x="108" y="697"/>
                  </a:cubicBezTo>
                  <a:lnTo>
                    <a:pt x="108" y="321"/>
                  </a:lnTo>
                  <a:cubicBezTo>
                    <a:pt x="108" y="210"/>
                    <a:pt x="208" y="111"/>
                    <a:pt x="318" y="111"/>
                  </a:cubicBezTo>
                  <a:close/>
                  <a:moveTo>
                    <a:pt x="318" y="0"/>
                  </a:moveTo>
                  <a:cubicBezTo>
                    <a:pt x="142" y="0"/>
                    <a:pt x="9" y="144"/>
                    <a:pt x="9" y="321"/>
                  </a:cubicBezTo>
                  <a:lnTo>
                    <a:pt x="9" y="697"/>
                  </a:lnTo>
                  <a:cubicBezTo>
                    <a:pt x="1" y="887"/>
                    <a:pt x="147" y="1022"/>
                    <a:pt x="310" y="1022"/>
                  </a:cubicBezTo>
                  <a:cubicBezTo>
                    <a:pt x="364" y="1022"/>
                    <a:pt x="420" y="1007"/>
                    <a:pt x="473" y="973"/>
                  </a:cubicBezTo>
                  <a:lnTo>
                    <a:pt x="1800" y="210"/>
                  </a:lnTo>
                  <a:cubicBezTo>
                    <a:pt x="1844" y="188"/>
                    <a:pt x="1867" y="133"/>
                    <a:pt x="1855" y="89"/>
                  </a:cubicBezTo>
                  <a:cubicBezTo>
                    <a:pt x="1844" y="33"/>
                    <a:pt x="1800" y="0"/>
                    <a:pt x="1745" y="0"/>
                  </a:cubicBez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39">
              <a:extLst>
                <a:ext uri="{FF2B5EF4-FFF2-40B4-BE49-F238E27FC236}">
                  <a16:creationId xmlns:a16="http://schemas.microsoft.com/office/drawing/2014/main" id="{A966CBAF-3822-EC1F-36E4-7677F2CE63E5}"/>
                </a:ext>
              </a:extLst>
            </p:cNvPr>
            <p:cNvSpPr/>
            <p:nvPr/>
          </p:nvSpPr>
          <p:spPr>
            <a:xfrm>
              <a:off x="308582" y="2554557"/>
              <a:ext cx="273677" cy="149867"/>
            </a:xfrm>
            <a:custGeom>
              <a:avLst/>
              <a:gdLst/>
              <a:ahLst/>
              <a:cxnLst/>
              <a:rect l="l" t="t" r="r" b="b"/>
              <a:pathLst>
                <a:path w="1859" h="1018" extrusionOk="0">
                  <a:moveTo>
                    <a:pt x="1737" y="111"/>
                  </a:moveTo>
                  <a:lnTo>
                    <a:pt x="410" y="885"/>
                  </a:lnTo>
                  <a:cubicBezTo>
                    <a:pt x="376" y="896"/>
                    <a:pt x="343" y="907"/>
                    <a:pt x="310" y="907"/>
                  </a:cubicBezTo>
                  <a:cubicBezTo>
                    <a:pt x="200" y="907"/>
                    <a:pt x="100" y="818"/>
                    <a:pt x="100" y="697"/>
                  </a:cubicBezTo>
                  <a:lnTo>
                    <a:pt x="100" y="321"/>
                  </a:lnTo>
                  <a:cubicBezTo>
                    <a:pt x="100" y="210"/>
                    <a:pt x="200" y="111"/>
                    <a:pt x="310" y="111"/>
                  </a:cubicBezTo>
                  <a:close/>
                  <a:moveTo>
                    <a:pt x="310" y="0"/>
                  </a:moveTo>
                  <a:cubicBezTo>
                    <a:pt x="133" y="0"/>
                    <a:pt x="1" y="144"/>
                    <a:pt x="1" y="321"/>
                  </a:cubicBezTo>
                  <a:lnTo>
                    <a:pt x="1" y="697"/>
                  </a:lnTo>
                  <a:cubicBezTo>
                    <a:pt x="1" y="874"/>
                    <a:pt x="133" y="1017"/>
                    <a:pt x="310" y="1017"/>
                  </a:cubicBezTo>
                  <a:cubicBezTo>
                    <a:pt x="365" y="1017"/>
                    <a:pt x="421" y="1006"/>
                    <a:pt x="465" y="973"/>
                  </a:cubicBezTo>
                  <a:lnTo>
                    <a:pt x="1792" y="210"/>
                  </a:lnTo>
                  <a:cubicBezTo>
                    <a:pt x="1836" y="188"/>
                    <a:pt x="1858" y="133"/>
                    <a:pt x="1847" y="89"/>
                  </a:cubicBezTo>
                  <a:cubicBezTo>
                    <a:pt x="1836" y="33"/>
                    <a:pt x="1792" y="0"/>
                    <a:pt x="17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39">
              <a:extLst>
                <a:ext uri="{FF2B5EF4-FFF2-40B4-BE49-F238E27FC236}">
                  <a16:creationId xmlns:a16="http://schemas.microsoft.com/office/drawing/2014/main" id="{D84227D7-741B-E5F9-9F54-11A0FAFB937F}"/>
                </a:ext>
              </a:extLst>
            </p:cNvPr>
            <p:cNvSpPr/>
            <p:nvPr/>
          </p:nvSpPr>
          <p:spPr>
            <a:xfrm>
              <a:off x="337878" y="2570750"/>
              <a:ext cx="226421" cy="117332"/>
            </a:xfrm>
            <a:custGeom>
              <a:avLst/>
              <a:gdLst/>
              <a:ahLst/>
              <a:cxnLst/>
              <a:rect l="l" t="t" r="r" b="b"/>
              <a:pathLst>
                <a:path w="1538" h="797" extrusionOk="0">
                  <a:moveTo>
                    <a:pt x="1316" y="1"/>
                  </a:moveTo>
                  <a:lnTo>
                    <a:pt x="1" y="764"/>
                  </a:lnTo>
                  <a:cubicBezTo>
                    <a:pt x="34" y="786"/>
                    <a:pt x="67" y="797"/>
                    <a:pt x="111" y="797"/>
                  </a:cubicBezTo>
                  <a:cubicBezTo>
                    <a:pt x="144" y="797"/>
                    <a:pt x="189" y="786"/>
                    <a:pt x="211" y="775"/>
                  </a:cubicBezTo>
                  <a:lnTo>
                    <a:pt x="15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39">
              <a:extLst>
                <a:ext uri="{FF2B5EF4-FFF2-40B4-BE49-F238E27FC236}">
                  <a16:creationId xmlns:a16="http://schemas.microsoft.com/office/drawing/2014/main" id="{74BC0D09-CD98-ED70-B723-28652FAFD0AC}"/>
                </a:ext>
              </a:extLst>
            </p:cNvPr>
            <p:cNvSpPr/>
            <p:nvPr/>
          </p:nvSpPr>
          <p:spPr>
            <a:xfrm>
              <a:off x="554435" y="2650248"/>
              <a:ext cx="3164735" cy="20022"/>
            </a:xfrm>
            <a:custGeom>
              <a:avLst/>
              <a:gdLst/>
              <a:ahLst/>
              <a:cxnLst/>
              <a:rect l="l" t="t" r="r" b="b"/>
              <a:pathLst>
                <a:path w="21497" h="136" extrusionOk="0">
                  <a:moveTo>
                    <a:pt x="21436" y="0"/>
                  </a:moveTo>
                  <a:cubicBezTo>
                    <a:pt x="21430" y="0"/>
                    <a:pt x="21425" y="1"/>
                    <a:pt x="21419" y="3"/>
                  </a:cubicBezTo>
                  <a:lnTo>
                    <a:pt x="78" y="3"/>
                  </a:lnTo>
                  <a:cubicBezTo>
                    <a:pt x="33" y="3"/>
                    <a:pt x="0" y="25"/>
                    <a:pt x="0" y="69"/>
                  </a:cubicBezTo>
                  <a:cubicBezTo>
                    <a:pt x="0" y="102"/>
                    <a:pt x="33" y="135"/>
                    <a:pt x="78" y="135"/>
                  </a:cubicBezTo>
                  <a:lnTo>
                    <a:pt x="21419" y="135"/>
                  </a:lnTo>
                  <a:cubicBezTo>
                    <a:pt x="21463" y="135"/>
                    <a:pt x="21496" y="102"/>
                    <a:pt x="21496" y="69"/>
                  </a:cubicBezTo>
                  <a:cubicBezTo>
                    <a:pt x="21496" y="31"/>
                    <a:pt x="21471" y="0"/>
                    <a:pt x="21436" y="0"/>
                  </a:cubicBezTo>
                  <a:close/>
                </a:path>
              </a:pathLst>
            </a:custGeom>
            <a:solidFill>
              <a:srgbClr val="FBF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39">
              <a:extLst>
                <a:ext uri="{FF2B5EF4-FFF2-40B4-BE49-F238E27FC236}">
                  <a16:creationId xmlns:a16="http://schemas.microsoft.com/office/drawing/2014/main" id="{936E5BFD-5D9F-8EDD-73C5-A41656643761}"/>
                </a:ext>
              </a:extLst>
            </p:cNvPr>
            <p:cNvSpPr/>
            <p:nvPr/>
          </p:nvSpPr>
          <p:spPr>
            <a:xfrm>
              <a:off x="554435" y="2694560"/>
              <a:ext cx="3164735" cy="19580"/>
            </a:xfrm>
            <a:custGeom>
              <a:avLst/>
              <a:gdLst/>
              <a:ahLst/>
              <a:cxnLst/>
              <a:rect l="l" t="t" r="r" b="b"/>
              <a:pathLst>
                <a:path w="21497" h="133" extrusionOk="0">
                  <a:moveTo>
                    <a:pt x="78" y="0"/>
                  </a:moveTo>
                  <a:cubicBezTo>
                    <a:pt x="33" y="0"/>
                    <a:pt x="0" y="22"/>
                    <a:pt x="0" y="66"/>
                  </a:cubicBezTo>
                  <a:cubicBezTo>
                    <a:pt x="0" y="100"/>
                    <a:pt x="33" y="133"/>
                    <a:pt x="78" y="133"/>
                  </a:cubicBezTo>
                  <a:lnTo>
                    <a:pt x="21419" y="133"/>
                  </a:lnTo>
                  <a:cubicBezTo>
                    <a:pt x="21463" y="133"/>
                    <a:pt x="21496" y="100"/>
                    <a:pt x="21496" y="66"/>
                  </a:cubicBezTo>
                  <a:cubicBezTo>
                    <a:pt x="21496" y="22"/>
                    <a:pt x="21463" y="0"/>
                    <a:pt x="21419" y="0"/>
                  </a:cubicBezTo>
                  <a:close/>
                </a:path>
              </a:pathLst>
            </a:custGeom>
            <a:solidFill>
              <a:srgbClr val="FBF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39">
              <a:extLst>
                <a:ext uri="{FF2B5EF4-FFF2-40B4-BE49-F238E27FC236}">
                  <a16:creationId xmlns:a16="http://schemas.microsoft.com/office/drawing/2014/main" id="{A3943E52-A4B9-55C5-CA81-3179B03D0472}"/>
                </a:ext>
              </a:extLst>
            </p:cNvPr>
            <p:cNvSpPr/>
            <p:nvPr/>
          </p:nvSpPr>
          <p:spPr>
            <a:xfrm>
              <a:off x="538094" y="2650542"/>
              <a:ext cx="3163115" cy="19727"/>
            </a:xfrm>
            <a:custGeom>
              <a:avLst/>
              <a:gdLst/>
              <a:ahLst/>
              <a:cxnLst/>
              <a:rect l="l" t="t" r="r" b="b"/>
              <a:pathLst>
                <a:path w="21486" h="134" extrusionOk="0">
                  <a:moveTo>
                    <a:pt x="67" y="1"/>
                  </a:moveTo>
                  <a:cubicBezTo>
                    <a:pt x="34" y="1"/>
                    <a:pt x="1" y="23"/>
                    <a:pt x="1" y="67"/>
                  </a:cubicBezTo>
                  <a:cubicBezTo>
                    <a:pt x="1" y="100"/>
                    <a:pt x="34" y="133"/>
                    <a:pt x="67" y="133"/>
                  </a:cubicBezTo>
                  <a:lnTo>
                    <a:pt x="21419" y="133"/>
                  </a:lnTo>
                  <a:cubicBezTo>
                    <a:pt x="21452" y="133"/>
                    <a:pt x="21486" y="100"/>
                    <a:pt x="21486" y="67"/>
                  </a:cubicBezTo>
                  <a:cubicBezTo>
                    <a:pt x="21486" y="23"/>
                    <a:pt x="21452" y="1"/>
                    <a:pt x="2141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39">
              <a:extLst>
                <a:ext uri="{FF2B5EF4-FFF2-40B4-BE49-F238E27FC236}">
                  <a16:creationId xmlns:a16="http://schemas.microsoft.com/office/drawing/2014/main" id="{684BC122-3CEC-89CE-957C-F07C228DF7CC}"/>
                </a:ext>
              </a:extLst>
            </p:cNvPr>
            <p:cNvSpPr/>
            <p:nvPr/>
          </p:nvSpPr>
          <p:spPr>
            <a:xfrm>
              <a:off x="538094" y="2694560"/>
              <a:ext cx="3163115" cy="19580"/>
            </a:xfrm>
            <a:custGeom>
              <a:avLst/>
              <a:gdLst/>
              <a:ahLst/>
              <a:cxnLst/>
              <a:rect l="l" t="t" r="r" b="b"/>
              <a:pathLst>
                <a:path w="21486" h="133" extrusionOk="0">
                  <a:moveTo>
                    <a:pt x="67" y="0"/>
                  </a:moveTo>
                  <a:cubicBezTo>
                    <a:pt x="34" y="0"/>
                    <a:pt x="1" y="22"/>
                    <a:pt x="1" y="66"/>
                  </a:cubicBezTo>
                  <a:cubicBezTo>
                    <a:pt x="1" y="100"/>
                    <a:pt x="34" y="133"/>
                    <a:pt x="67" y="133"/>
                  </a:cubicBezTo>
                  <a:lnTo>
                    <a:pt x="21419" y="133"/>
                  </a:lnTo>
                  <a:cubicBezTo>
                    <a:pt x="21452" y="133"/>
                    <a:pt x="21486" y="100"/>
                    <a:pt x="21486" y="66"/>
                  </a:cubicBezTo>
                  <a:cubicBezTo>
                    <a:pt x="21486" y="22"/>
                    <a:pt x="21452" y="0"/>
                    <a:pt x="214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39">
              <a:extLst>
                <a:ext uri="{FF2B5EF4-FFF2-40B4-BE49-F238E27FC236}">
                  <a16:creationId xmlns:a16="http://schemas.microsoft.com/office/drawing/2014/main" id="{8CBD3A8B-81B7-83EF-8C10-914654F8790F}"/>
                </a:ext>
              </a:extLst>
            </p:cNvPr>
            <p:cNvSpPr/>
            <p:nvPr/>
          </p:nvSpPr>
          <p:spPr>
            <a:xfrm>
              <a:off x="1723195" y="2342858"/>
              <a:ext cx="19727" cy="495092"/>
            </a:xfrm>
            <a:custGeom>
              <a:avLst/>
              <a:gdLst/>
              <a:ahLst/>
              <a:cxnLst/>
              <a:rect l="l" t="t" r="r" b="b"/>
              <a:pathLst>
                <a:path w="134" h="3363" extrusionOk="0">
                  <a:moveTo>
                    <a:pt x="111" y="1"/>
                  </a:moveTo>
                  <a:cubicBezTo>
                    <a:pt x="56" y="1"/>
                    <a:pt x="1" y="45"/>
                    <a:pt x="1" y="100"/>
                  </a:cubicBezTo>
                  <a:lnTo>
                    <a:pt x="1" y="3252"/>
                  </a:lnTo>
                  <a:cubicBezTo>
                    <a:pt x="1" y="3307"/>
                    <a:pt x="56" y="3362"/>
                    <a:pt x="111" y="3362"/>
                  </a:cubicBezTo>
                  <a:lnTo>
                    <a:pt x="133" y="3362"/>
                  </a:lnTo>
                  <a:cubicBezTo>
                    <a:pt x="78" y="3362"/>
                    <a:pt x="23" y="3307"/>
                    <a:pt x="23" y="3252"/>
                  </a:cubicBezTo>
                  <a:lnTo>
                    <a:pt x="23" y="100"/>
                  </a:lnTo>
                  <a:cubicBezTo>
                    <a:pt x="23" y="45"/>
                    <a:pt x="78" y="1"/>
                    <a:pt x="133" y="1"/>
                  </a:cubicBez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39">
              <a:extLst>
                <a:ext uri="{FF2B5EF4-FFF2-40B4-BE49-F238E27FC236}">
                  <a16:creationId xmlns:a16="http://schemas.microsoft.com/office/drawing/2014/main" id="{A27D8669-26A1-3707-4667-31C882155232}"/>
                </a:ext>
              </a:extLst>
            </p:cNvPr>
            <p:cNvSpPr/>
            <p:nvPr/>
          </p:nvSpPr>
          <p:spPr>
            <a:xfrm>
              <a:off x="1916934" y="2338000"/>
              <a:ext cx="22966" cy="504809"/>
            </a:xfrm>
            <a:custGeom>
              <a:avLst/>
              <a:gdLst/>
              <a:ahLst/>
              <a:cxnLst/>
              <a:rect l="l" t="t" r="r" b="b"/>
              <a:pathLst>
                <a:path w="156" h="3429" extrusionOk="0">
                  <a:moveTo>
                    <a:pt x="0" y="1"/>
                  </a:moveTo>
                  <a:cubicBezTo>
                    <a:pt x="78" y="1"/>
                    <a:pt x="133" y="67"/>
                    <a:pt x="133" y="144"/>
                  </a:cubicBezTo>
                  <a:lnTo>
                    <a:pt x="133" y="3285"/>
                  </a:lnTo>
                  <a:cubicBezTo>
                    <a:pt x="133" y="3362"/>
                    <a:pt x="78" y="3428"/>
                    <a:pt x="0" y="3428"/>
                  </a:cubicBezTo>
                  <a:lnTo>
                    <a:pt x="23" y="3428"/>
                  </a:lnTo>
                  <a:cubicBezTo>
                    <a:pt x="100" y="3428"/>
                    <a:pt x="155" y="3362"/>
                    <a:pt x="155" y="3285"/>
                  </a:cubicBezTo>
                  <a:lnTo>
                    <a:pt x="155" y="133"/>
                  </a:lnTo>
                  <a:cubicBezTo>
                    <a:pt x="155" y="67"/>
                    <a:pt x="100" y="1"/>
                    <a:pt x="23" y="1"/>
                  </a:cubicBez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39">
              <a:extLst>
                <a:ext uri="{FF2B5EF4-FFF2-40B4-BE49-F238E27FC236}">
                  <a16:creationId xmlns:a16="http://schemas.microsoft.com/office/drawing/2014/main" id="{A75BF1F4-B082-FD21-58BD-BE8087ABF494}"/>
                </a:ext>
              </a:extLst>
            </p:cNvPr>
            <p:cNvSpPr/>
            <p:nvPr/>
          </p:nvSpPr>
          <p:spPr>
            <a:xfrm>
              <a:off x="1719956" y="2338000"/>
              <a:ext cx="216704" cy="504809"/>
            </a:xfrm>
            <a:custGeom>
              <a:avLst/>
              <a:gdLst/>
              <a:ahLst/>
              <a:cxnLst/>
              <a:rect l="l" t="t" r="r" b="b"/>
              <a:pathLst>
                <a:path w="1472" h="3429" extrusionOk="0">
                  <a:moveTo>
                    <a:pt x="1338" y="34"/>
                  </a:moveTo>
                  <a:cubicBezTo>
                    <a:pt x="1394" y="34"/>
                    <a:pt x="1449" y="78"/>
                    <a:pt x="1449" y="133"/>
                  </a:cubicBezTo>
                  <a:lnTo>
                    <a:pt x="1449" y="3285"/>
                  </a:lnTo>
                  <a:cubicBezTo>
                    <a:pt x="1449" y="3340"/>
                    <a:pt x="1394" y="3395"/>
                    <a:pt x="1338" y="3395"/>
                  </a:cubicBezTo>
                  <a:lnTo>
                    <a:pt x="133" y="3395"/>
                  </a:lnTo>
                  <a:cubicBezTo>
                    <a:pt x="78" y="3395"/>
                    <a:pt x="23" y="3340"/>
                    <a:pt x="23" y="3285"/>
                  </a:cubicBezTo>
                  <a:lnTo>
                    <a:pt x="23" y="133"/>
                  </a:lnTo>
                  <a:cubicBezTo>
                    <a:pt x="23" y="78"/>
                    <a:pt x="78" y="34"/>
                    <a:pt x="133" y="34"/>
                  </a:cubicBezTo>
                  <a:close/>
                  <a:moveTo>
                    <a:pt x="133" y="1"/>
                  </a:moveTo>
                  <a:cubicBezTo>
                    <a:pt x="56" y="1"/>
                    <a:pt x="0" y="67"/>
                    <a:pt x="0" y="144"/>
                  </a:cubicBezTo>
                  <a:lnTo>
                    <a:pt x="0" y="3285"/>
                  </a:lnTo>
                  <a:cubicBezTo>
                    <a:pt x="0" y="3362"/>
                    <a:pt x="56" y="3428"/>
                    <a:pt x="133" y="3428"/>
                  </a:cubicBezTo>
                  <a:lnTo>
                    <a:pt x="1338" y="3428"/>
                  </a:lnTo>
                  <a:cubicBezTo>
                    <a:pt x="1416" y="3428"/>
                    <a:pt x="1471" y="3362"/>
                    <a:pt x="1471" y="3285"/>
                  </a:cubicBezTo>
                  <a:lnTo>
                    <a:pt x="1471" y="133"/>
                  </a:lnTo>
                  <a:cubicBezTo>
                    <a:pt x="1471" y="67"/>
                    <a:pt x="1416" y="1"/>
                    <a:pt x="1338" y="1"/>
                  </a:cubicBez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39">
              <a:extLst>
                <a:ext uri="{FF2B5EF4-FFF2-40B4-BE49-F238E27FC236}">
                  <a16:creationId xmlns:a16="http://schemas.microsoft.com/office/drawing/2014/main" id="{50790688-6CBD-E737-E2C3-F597DD96E367}"/>
                </a:ext>
              </a:extLst>
            </p:cNvPr>
            <p:cNvSpPr/>
            <p:nvPr/>
          </p:nvSpPr>
          <p:spPr>
            <a:xfrm>
              <a:off x="3406481" y="2342858"/>
              <a:ext cx="19580" cy="495092"/>
            </a:xfrm>
            <a:custGeom>
              <a:avLst/>
              <a:gdLst/>
              <a:ahLst/>
              <a:cxnLst/>
              <a:rect l="l" t="t" r="r" b="b"/>
              <a:pathLst>
                <a:path w="133" h="3363" extrusionOk="0">
                  <a:moveTo>
                    <a:pt x="111" y="1"/>
                  </a:moveTo>
                  <a:cubicBezTo>
                    <a:pt x="44" y="1"/>
                    <a:pt x="0" y="45"/>
                    <a:pt x="0" y="100"/>
                  </a:cubicBezTo>
                  <a:lnTo>
                    <a:pt x="0" y="3252"/>
                  </a:lnTo>
                  <a:cubicBezTo>
                    <a:pt x="0" y="3307"/>
                    <a:pt x="44" y="3362"/>
                    <a:pt x="111" y="3362"/>
                  </a:cubicBezTo>
                  <a:lnTo>
                    <a:pt x="133" y="3362"/>
                  </a:lnTo>
                  <a:cubicBezTo>
                    <a:pt x="66" y="3362"/>
                    <a:pt x="22" y="3307"/>
                    <a:pt x="22" y="3252"/>
                  </a:cubicBezTo>
                  <a:lnTo>
                    <a:pt x="22" y="100"/>
                  </a:lnTo>
                  <a:cubicBezTo>
                    <a:pt x="22" y="45"/>
                    <a:pt x="66" y="1"/>
                    <a:pt x="133" y="1"/>
                  </a:cubicBez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39">
              <a:extLst>
                <a:ext uri="{FF2B5EF4-FFF2-40B4-BE49-F238E27FC236}">
                  <a16:creationId xmlns:a16="http://schemas.microsoft.com/office/drawing/2014/main" id="{F2825910-657F-7560-AA5F-679D4BD40348}"/>
                </a:ext>
              </a:extLst>
            </p:cNvPr>
            <p:cNvSpPr/>
            <p:nvPr/>
          </p:nvSpPr>
          <p:spPr>
            <a:xfrm>
              <a:off x="3600072" y="2338000"/>
              <a:ext cx="22966" cy="504809"/>
            </a:xfrm>
            <a:custGeom>
              <a:avLst/>
              <a:gdLst/>
              <a:ahLst/>
              <a:cxnLst/>
              <a:rect l="l" t="t" r="r" b="b"/>
              <a:pathLst>
                <a:path w="156" h="3429" extrusionOk="0">
                  <a:moveTo>
                    <a:pt x="1" y="1"/>
                  </a:moveTo>
                  <a:cubicBezTo>
                    <a:pt x="78" y="1"/>
                    <a:pt x="134" y="67"/>
                    <a:pt x="134" y="144"/>
                  </a:cubicBezTo>
                  <a:lnTo>
                    <a:pt x="134" y="3285"/>
                  </a:lnTo>
                  <a:cubicBezTo>
                    <a:pt x="134" y="3362"/>
                    <a:pt x="78" y="3428"/>
                    <a:pt x="1" y="3428"/>
                  </a:cubicBezTo>
                  <a:lnTo>
                    <a:pt x="23" y="3428"/>
                  </a:lnTo>
                  <a:cubicBezTo>
                    <a:pt x="100" y="3428"/>
                    <a:pt x="156" y="3362"/>
                    <a:pt x="156" y="3285"/>
                  </a:cubicBezTo>
                  <a:lnTo>
                    <a:pt x="156" y="133"/>
                  </a:lnTo>
                  <a:cubicBezTo>
                    <a:pt x="156" y="67"/>
                    <a:pt x="100" y="1"/>
                    <a:pt x="23" y="1"/>
                  </a:cubicBez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39">
              <a:extLst>
                <a:ext uri="{FF2B5EF4-FFF2-40B4-BE49-F238E27FC236}">
                  <a16:creationId xmlns:a16="http://schemas.microsoft.com/office/drawing/2014/main" id="{B03C26E8-2823-DE04-306C-2E4AD156E944}"/>
                </a:ext>
              </a:extLst>
            </p:cNvPr>
            <p:cNvSpPr/>
            <p:nvPr/>
          </p:nvSpPr>
          <p:spPr>
            <a:xfrm>
              <a:off x="3401475" y="2338000"/>
              <a:ext cx="218324" cy="504809"/>
            </a:xfrm>
            <a:custGeom>
              <a:avLst/>
              <a:gdLst/>
              <a:ahLst/>
              <a:cxnLst/>
              <a:rect l="l" t="t" r="r" b="b"/>
              <a:pathLst>
                <a:path w="1483" h="3429" extrusionOk="0">
                  <a:moveTo>
                    <a:pt x="1350" y="34"/>
                  </a:moveTo>
                  <a:cubicBezTo>
                    <a:pt x="1405" y="34"/>
                    <a:pt x="1449" y="78"/>
                    <a:pt x="1449" y="133"/>
                  </a:cubicBezTo>
                  <a:lnTo>
                    <a:pt x="1449" y="3285"/>
                  </a:lnTo>
                  <a:cubicBezTo>
                    <a:pt x="1449" y="3340"/>
                    <a:pt x="1405" y="3395"/>
                    <a:pt x="1350" y="3395"/>
                  </a:cubicBezTo>
                  <a:lnTo>
                    <a:pt x="145" y="3395"/>
                  </a:lnTo>
                  <a:cubicBezTo>
                    <a:pt x="78" y="3395"/>
                    <a:pt x="34" y="3340"/>
                    <a:pt x="34" y="3285"/>
                  </a:cubicBezTo>
                  <a:lnTo>
                    <a:pt x="34" y="133"/>
                  </a:lnTo>
                  <a:cubicBezTo>
                    <a:pt x="34" y="78"/>
                    <a:pt x="78" y="34"/>
                    <a:pt x="145" y="34"/>
                  </a:cubicBezTo>
                  <a:close/>
                  <a:moveTo>
                    <a:pt x="145" y="1"/>
                  </a:moveTo>
                  <a:cubicBezTo>
                    <a:pt x="67" y="1"/>
                    <a:pt x="1" y="67"/>
                    <a:pt x="1" y="144"/>
                  </a:cubicBezTo>
                  <a:lnTo>
                    <a:pt x="1" y="3285"/>
                  </a:lnTo>
                  <a:cubicBezTo>
                    <a:pt x="1" y="3362"/>
                    <a:pt x="67" y="3428"/>
                    <a:pt x="145" y="3428"/>
                  </a:cubicBezTo>
                  <a:lnTo>
                    <a:pt x="1350" y="3428"/>
                  </a:lnTo>
                  <a:cubicBezTo>
                    <a:pt x="1427" y="3428"/>
                    <a:pt x="1483" y="3362"/>
                    <a:pt x="1483" y="3285"/>
                  </a:cubicBezTo>
                  <a:lnTo>
                    <a:pt x="1483" y="133"/>
                  </a:lnTo>
                  <a:cubicBezTo>
                    <a:pt x="1483" y="67"/>
                    <a:pt x="1416" y="1"/>
                    <a:pt x="1350" y="1"/>
                  </a:cubicBez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39">
              <a:extLst>
                <a:ext uri="{FF2B5EF4-FFF2-40B4-BE49-F238E27FC236}">
                  <a16:creationId xmlns:a16="http://schemas.microsoft.com/office/drawing/2014/main" id="{C00FB97F-EA69-BC06-8E8E-0BF3C11348C9}"/>
                </a:ext>
              </a:extLst>
            </p:cNvPr>
            <p:cNvSpPr/>
            <p:nvPr/>
          </p:nvSpPr>
          <p:spPr>
            <a:xfrm>
              <a:off x="4021703" y="2316800"/>
              <a:ext cx="14869" cy="397340"/>
            </a:xfrm>
            <a:custGeom>
              <a:avLst/>
              <a:gdLst/>
              <a:ahLst/>
              <a:cxnLst/>
              <a:rect l="l" t="t" r="r" b="b"/>
              <a:pathLst>
                <a:path w="101" h="2699" extrusionOk="0">
                  <a:moveTo>
                    <a:pt x="1" y="1"/>
                  </a:moveTo>
                  <a:lnTo>
                    <a:pt x="1" y="2699"/>
                  </a:lnTo>
                  <a:lnTo>
                    <a:pt x="100" y="2699"/>
                  </a:lnTo>
                  <a:lnTo>
                    <a:pt x="100" y="1"/>
                  </a:ln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39">
              <a:extLst>
                <a:ext uri="{FF2B5EF4-FFF2-40B4-BE49-F238E27FC236}">
                  <a16:creationId xmlns:a16="http://schemas.microsoft.com/office/drawing/2014/main" id="{4BD55D09-8BD9-0E2D-AFD9-AC1AD474CB21}"/>
                </a:ext>
              </a:extLst>
            </p:cNvPr>
            <p:cNvSpPr/>
            <p:nvPr/>
          </p:nvSpPr>
          <p:spPr>
            <a:xfrm>
              <a:off x="3823106" y="2316800"/>
              <a:ext cx="198744" cy="397340"/>
            </a:xfrm>
            <a:custGeom>
              <a:avLst/>
              <a:gdLst/>
              <a:ahLst/>
              <a:cxnLst/>
              <a:rect l="l" t="t" r="r" b="b"/>
              <a:pathLst>
                <a:path w="1350" h="2699" extrusionOk="0">
                  <a:moveTo>
                    <a:pt x="1" y="1"/>
                  </a:moveTo>
                  <a:lnTo>
                    <a:pt x="1" y="2699"/>
                  </a:lnTo>
                  <a:lnTo>
                    <a:pt x="1350" y="2699"/>
                  </a:lnTo>
                  <a:lnTo>
                    <a:pt x="135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09" name="Google Shape;1709;p39">
            <a:extLst>
              <a:ext uri="{FF2B5EF4-FFF2-40B4-BE49-F238E27FC236}">
                <a16:creationId xmlns:a16="http://schemas.microsoft.com/office/drawing/2014/main" id="{8D39B593-0CEA-DBAC-4CFC-2C1D6095D084}"/>
              </a:ext>
            </a:extLst>
          </p:cNvPr>
          <p:cNvGrpSpPr/>
          <p:nvPr/>
        </p:nvGrpSpPr>
        <p:grpSpPr>
          <a:xfrm>
            <a:off x="-657980" y="4422312"/>
            <a:ext cx="9966245" cy="1555435"/>
            <a:chOff x="-657980" y="4445837"/>
            <a:chExt cx="9966245" cy="1555435"/>
          </a:xfrm>
        </p:grpSpPr>
        <p:grpSp>
          <p:nvGrpSpPr>
            <p:cNvPr id="1710" name="Google Shape;1710;p39">
              <a:extLst>
                <a:ext uri="{FF2B5EF4-FFF2-40B4-BE49-F238E27FC236}">
                  <a16:creationId xmlns:a16="http://schemas.microsoft.com/office/drawing/2014/main" id="{90B8823F-2A71-4345-CF86-A226CAFDCE37}"/>
                </a:ext>
              </a:extLst>
            </p:cNvPr>
            <p:cNvGrpSpPr/>
            <p:nvPr/>
          </p:nvGrpSpPr>
          <p:grpSpPr>
            <a:xfrm flipH="1">
              <a:off x="6319595" y="4445837"/>
              <a:ext cx="2988670" cy="1555435"/>
              <a:chOff x="247500" y="3377600"/>
              <a:chExt cx="2497635" cy="1299879"/>
            </a:xfrm>
          </p:grpSpPr>
          <p:sp>
            <p:nvSpPr>
              <p:cNvPr id="1711" name="Google Shape;1711;p39">
                <a:extLst>
                  <a:ext uri="{FF2B5EF4-FFF2-40B4-BE49-F238E27FC236}">
                    <a16:creationId xmlns:a16="http://schemas.microsoft.com/office/drawing/2014/main" id="{A695407C-AF03-58AD-232F-DAEE491BA8C2}"/>
                  </a:ext>
                </a:extLst>
              </p:cNvPr>
              <p:cNvSpPr/>
              <p:nvPr/>
            </p:nvSpPr>
            <p:spPr>
              <a:xfrm>
                <a:off x="79350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39">
                <a:extLst>
                  <a:ext uri="{FF2B5EF4-FFF2-40B4-BE49-F238E27FC236}">
                    <a16:creationId xmlns:a16="http://schemas.microsoft.com/office/drawing/2014/main" id="{AAEEA3EC-4B4B-CD70-343A-1C53174E994D}"/>
                  </a:ext>
                </a:extLst>
              </p:cNvPr>
              <p:cNvSpPr/>
              <p:nvPr/>
            </p:nvSpPr>
            <p:spPr>
              <a:xfrm>
                <a:off x="30388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39">
                <a:extLst>
                  <a:ext uri="{FF2B5EF4-FFF2-40B4-BE49-F238E27FC236}">
                    <a16:creationId xmlns:a16="http://schemas.microsoft.com/office/drawing/2014/main" id="{DDCB20E3-6554-1B07-AF92-E31A4311E307}"/>
                  </a:ext>
                </a:extLst>
              </p:cNvPr>
              <p:cNvSpPr/>
              <p:nvPr/>
            </p:nvSpPr>
            <p:spPr>
              <a:xfrm>
                <a:off x="24750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39">
                <a:extLst>
                  <a:ext uri="{FF2B5EF4-FFF2-40B4-BE49-F238E27FC236}">
                    <a16:creationId xmlns:a16="http://schemas.microsoft.com/office/drawing/2014/main" id="{372BD757-B208-B96D-7DD5-2245E4648EEF}"/>
                  </a:ext>
                </a:extLst>
              </p:cNvPr>
              <p:cNvSpPr/>
              <p:nvPr/>
            </p:nvSpPr>
            <p:spPr>
              <a:xfrm>
                <a:off x="24750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39">
                <a:extLst>
                  <a:ext uri="{FF2B5EF4-FFF2-40B4-BE49-F238E27FC236}">
                    <a16:creationId xmlns:a16="http://schemas.microsoft.com/office/drawing/2014/main" id="{47E42248-E331-4ABE-0F1C-0A8B062B16CF}"/>
                  </a:ext>
                </a:extLst>
              </p:cNvPr>
              <p:cNvSpPr/>
              <p:nvPr/>
            </p:nvSpPr>
            <p:spPr>
              <a:xfrm>
                <a:off x="1408159"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39">
                <a:extLst>
                  <a:ext uri="{FF2B5EF4-FFF2-40B4-BE49-F238E27FC236}">
                    <a16:creationId xmlns:a16="http://schemas.microsoft.com/office/drawing/2014/main" id="{48D768A1-2DB1-6830-3ECF-D2AD172F5D2B}"/>
                  </a:ext>
                </a:extLst>
              </p:cNvPr>
              <p:cNvSpPr/>
              <p:nvPr/>
            </p:nvSpPr>
            <p:spPr>
              <a:xfrm>
                <a:off x="1679410" y="3817847"/>
                <a:ext cx="153384" cy="181579"/>
              </a:xfrm>
              <a:custGeom>
                <a:avLst/>
                <a:gdLst/>
                <a:ahLst/>
                <a:cxnLst/>
                <a:rect l="l" t="t" r="r" b="b"/>
                <a:pathLst>
                  <a:path w="963" h="1140" extrusionOk="0">
                    <a:moveTo>
                      <a:pt x="1" y="1"/>
                    </a:moveTo>
                    <a:lnTo>
                      <a:pt x="1" y="786"/>
                    </a:lnTo>
                    <a:cubicBezTo>
                      <a:pt x="1" y="985"/>
                      <a:pt x="155" y="1140"/>
                      <a:pt x="35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39">
                <a:extLst>
                  <a:ext uri="{FF2B5EF4-FFF2-40B4-BE49-F238E27FC236}">
                    <a16:creationId xmlns:a16="http://schemas.microsoft.com/office/drawing/2014/main" id="{513586C3-4366-9DF2-7101-79CA318E3353}"/>
                  </a:ext>
                </a:extLst>
              </p:cNvPr>
              <p:cNvSpPr/>
              <p:nvPr/>
            </p:nvSpPr>
            <p:spPr>
              <a:xfrm>
                <a:off x="1468047" y="3999265"/>
                <a:ext cx="211521" cy="95249"/>
              </a:xfrm>
              <a:custGeom>
                <a:avLst/>
                <a:gdLst/>
                <a:ahLst/>
                <a:cxnLst/>
                <a:rect l="l" t="t" r="r" b="b"/>
                <a:pathLst>
                  <a:path w="1328" h="598" extrusionOk="0">
                    <a:moveTo>
                      <a:pt x="1" y="1"/>
                    </a:moveTo>
                    <a:lnTo>
                      <a:pt x="1" y="598"/>
                    </a:lnTo>
                    <a:lnTo>
                      <a:pt x="1328" y="598"/>
                    </a:lnTo>
                    <a:lnTo>
                      <a:pt x="13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39">
                <a:extLst>
                  <a:ext uri="{FF2B5EF4-FFF2-40B4-BE49-F238E27FC236}">
                    <a16:creationId xmlns:a16="http://schemas.microsoft.com/office/drawing/2014/main" id="{D1F7068A-7B26-6588-7FAD-AB36086774F0}"/>
                  </a:ext>
                </a:extLst>
              </p:cNvPr>
              <p:cNvSpPr/>
              <p:nvPr/>
            </p:nvSpPr>
            <p:spPr>
              <a:xfrm>
                <a:off x="1679410"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39">
                <a:extLst>
                  <a:ext uri="{FF2B5EF4-FFF2-40B4-BE49-F238E27FC236}">
                    <a16:creationId xmlns:a16="http://schemas.microsoft.com/office/drawing/2014/main" id="{98258B5D-240F-645F-1E0A-03103345B6E5}"/>
                  </a:ext>
                </a:extLst>
              </p:cNvPr>
              <p:cNvSpPr/>
              <p:nvPr/>
            </p:nvSpPr>
            <p:spPr>
              <a:xfrm>
                <a:off x="1468047" y="4094355"/>
                <a:ext cx="211521" cy="583124"/>
              </a:xfrm>
              <a:custGeom>
                <a:avLst/>
                <a:gdLst/>
                <a:ahLst/>
                <a:cxnLst/>
                <a:rect l="l" t="t" r="r" b="b"/>
                <a:pathLst>
                  <a:path w="1328" h="3661" extrusionOk="0">
                    <a:moveTo>
                      <a:pt x="1" y="1"/>
                    </a:moveTo>
                    <a:lnTo>
                      <a:pt x="1" y="3661"/>
                    </a:lnTo>
                    <a:lnTo>
                      <a:pt x="1328" y="3661"/>
                    </a:lnTo>
                    <a:lnTo>
                      <a:pt x="13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39">
                <a:extLst>
                  <a:ext uri="{FF2B5EF4-FFF2-40B4-BE49-F238E27FC236}">
                    <a16:creationId xmlns:a16="http://schemas.microsoft.com/office/drawing/2014/main" id="{DF9445AD-A874-C7AE-E714-475C08AE171A}"/>
                  </a:ext>
                </a:extLst>
              </p:cNvPr>
              <p:cNvSpPr/>
              <p:nvPr/>
            </p:nvSpPr>
            <p:spPr>
              <a:xfrm>
                <a:off x="1679410"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39">
                <a:extLst>
                  <a:ext uri="{FF2B5EF4-FFF2-40B4-BE49-F238E27FC236}">
                    <a16:creationId xmlns:a16="http://schemas.microsoft.com/office/drawing/2014/main" id="{2C9B822E-DA9C-7556-7B63-E13E88522F43}"/>
                  </a:ext>
                </a:extLst>
              </p:cNvPr>
              <p:cNvSpPr/>
              <p:nvPr/>
            </p:nvSpPr>
            <p:spPr>
              <a:xfrm>
                <a:off x="219723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39">
                <a:extLst>
                  <a:ext uri="{FF2B5EF4-FFF2-40B4-BE49-F238E27FC236}">
                    <a16:creationId xmlns:a16="http://schemas.microsoft.com/office/drawing/2014/main" id="{F7CBC0F3-23CF-C949-EB0E-12141DE60602}"/>
                  </a:ext>
                </a:extLst>
              </p:cNvPr>
              <p:cNvSpPr/>
              <p:nvPr/>
            </p:nvSpPr>
            <p:spPr>
              <a:xfrm>
                <a:off x="30388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39">
                <a:extLst>
                  <a:ext uri="{FF2B5EF4-FFF2-40B4-BE49-F238E27FC236}">
                    <a16:creationId xmlns:a16="http://schemas.microsoft.com/office/drawing/2014/main" id="{11FEC45A-AF53-E8A1-3772-F0D12175E183}"/>
                  </a:ext>
                </a:extLst>
              </p:cNvPr>
              <p:cNvSpPr/>
              <p:nvPr/>
            </p:nvSpPr>
            <p:spPr>
              <a:xfrm>
                <a:off x="30388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39">
                <a:extLst>
                  <a:ext uri="{FF2B5EF4-FFF2-40B4-BE49-F238E27FC236}">
                    <a16:creationId xmlns:a16="http://schemas.microsoft.com/office/drawing/2014/main" id="{2C7268C3-B911-4651-6C6C-975DB39B6758}"/>
                  </a:ext>
                </a:extLst>
              </p:cNvPr>
              <p:cNvSpPr/>
              <p:nvPr/>
            </p:nvSpPr>
            <p:spPr>
              <a:xfrm>
                <a:off x="37619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39">
                <a:extLst>
                  <a:ext uri="{FF2B5EF4-FFF2-40B4-BE49-F238E27FC236}">
                    <a16:creationId xmlns:a16="http://schemas.microsoft.com/office/drawing/2014/main" id="{50363A1B-37DB-E33A-FD99-2E5B64403DDF}"/>
                  </a:ext>
                </a:extLst>
              </p:cNvPr>
              <p:cNvSpPr/>
              <p:nvPr/>
            </p:nvSpPr>
            <p:spPr>
              <a:xfrm>
                <a:off x="35676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39">
                <a:extLst>
                  <a:ext uri="{FF2B5EF4-FFF2-40B4-BE49-F238E27FC236}">
                    <a16:creationId xmlns:a16="http://schemas.microsoft.com/office/drawing/2014/main" id="{FE644051-2507-3D02-07AE-F00CEE05C07F}"/>
                  </a:ext>
                </a:extLst>
              </p:cNvPr>
              <p:cNvSpPr/>
              <p:nvPr/>
            </p:nvSpPr>
            <p:spPr>
              <a:xfrm>
                <a:off x="61925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39">
                <a:extLst>
                  <a:ext uri="{FF2B5EF4-FFF2-40B4-BE49-F238E27FC236}">
                    <a16:creationId xmlns:a16="http://schemas.microsoft.com/office/drawing/2014/main" id="{B3339A4F-D38F-0A5B-6A29-C7FD6A380822}"/>
                  </a:ext>
                </a:extLst>
              </p:cNvPr>
              <p:cNvSpPr/>
              <p:nvPr/>
            </p:nvSpPr>
            <p:spPr>
              <a:xfrm>
                <a:off x="59982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39">
                <a:extLst>
                  <a:ext uri="{FF2B5EF4-FFF2-40B4-BE49-F238E27FC236}">
                    <a16:creationId xmlns:a16="http://schemas.microsoft.com/office/drawing/2014/main" id="{C3277FC3-BD7E-69EC-0DE7-81E0311C1506}"/>
                  </a:ext>
                </a:extLst>
              </p:cNvPr>
              <p:cNvSpPr/>
              <p:nvPr/>
            </p:nvSpPr>
            <p:spPr>
              <a:xfrm>
                <a:off x="86231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39">
                <a:extLst>
                  <a:ext uri="{FF2B5EF4-FFF2-40B4-BE49-F238E27FC236}">
                    <a16:creationId xmlns:a16="http://schemas.microsoft.com/office/drawing/2014/main" id="{B290D3CE-7C64-BE6B-2BF3-80D7C185BBA7}"/>
                  </a:ext>
                </a:extLst>
              </p:cNvPr>
              <p:cNvSpPr/>
              <p:nvPr/>
            </p:nvSpPr>
            <p:spPr>
              <a:xfrm>
                <a:off x="84288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39">
                <a:extLst>
                  <a:ext uri="{FF2B5EF4-FFF2-40B4-BE49-F238E27FC236}">
                    <a16:creationId xmlns:a16="http://schemas.microsoft.com/office/drawing/2014/main" id="{C01162BB-788F-1819-865A-59900A1773A3}"/>
                  </a:ext>
                </a:extLst>
              </p:cNvPr>
              <p:cNvSpPr/>
              <p:nvPr/>
            </p:nvSpPr>
            <p:spPr>
              <a:xfrm>
                <a:off x="110537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39">
                <a:extLst>
                  <a:ext uri="{FF2B5EF4-FFF2-40B4-BE49-F238E27FC236}">
                    <a16:creationId xmlns:a16="http://schemas.microsoft.com/office/drawing/2014/main" id="{00AB9638-ACAE-0F0E-CFD3-E8B2D32B82FC}"/>
                  </a:ext>
                </a:extLst>
              </p:cNvPr>
              <p:cNvSpPr/>
              <p:nvPr/>
            </p:nvSpPr>
            <p:spPr>
              <a:xfrm>
                <a:off x="108594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39">
                <a:extLst>
                  <a:ext uri="{FF2B5EF4-FFF2-40B4-BE49-F238E27FC236}">
                    <a16:creationId xmlns:a16="http://schemas.microsoft.com/office/drawing/2014/main" id="{63656C36-8707-AD23-A56A-15093D07766E}"/>
                  </a:ext>
                </a:extLst>
              </p:cNvPr>
              <p:cNvSpPr/>
              <p:nvPr/>
            </p:nvSpPr>
            <p:spPr>
              <a:xfrm>
                <a:off x="135018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39">
                <a:extLst>
                  <a:ext uri="{FF2B5EF4-FFF2-40B4-BE49-F238E27FC236}">
                    <a16:creationId xmlns:a16="http://schemas.microsoft.com/office/drawing/2014/main" id="{FC332F48-9DB5-0137-C01B-C3E9293BA818}"/>
                  </a:ext>
                </a:extLst>
              </p:cNvPr>
              <p:cNvSpPr/>
              <p:nvPr/>
            </p:nvSpPr>
            <p:spPr>
              <a:xfrm>
                <a:off x="132900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39">
                <a:extLst>
                  <a:ext uri="{FF2B5EF4-FFF2-40B4-BE49-F238E27FC236}">
                    <a16:creationId xmlns:a16="http://schemas.microsoft.com/office/drawing/2014/main" id="{2671AFB3-EC6B-9224-EB06-C986A9B89D21}"/>
                  </a:ext>
                </a:extLst>
              </p:cNvPr>
              <p:cNvSpPr/>
              <p:nvPr/>
            </p:nvSpPr>
            <p:spPr>
              <a:xfrm>
                <a:off x="159308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39">
                <a:extLst>
                  <a:ext uri="{FF2B5EF4-FFF2-40B4-BE49-F238E27FC236}">
                    <a16:creationId xmlns:a16="http://schemas.microsoft.com/office/drawing/2014/main" id="{3EC79B6C-7F2E-F6BF-6937-CFD265D34659}"/>
                  </a:ext>
                </a:extLst>
              </p:cNvPr>
              <p:cNvSpPr/>
              <p:nvPr/>
            </p:nvSpPr>
            <p:spPr>
              <a:xfrm>
                <a:off x="157206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39">
                <a:extLst>
                  <a:ext uri="{FF2B5EF4-FFF2-40B4-BE49-F238E27FC236}">
                    <a16:creationId xmlns:a16="http://schemas.microsoft.com/office/drawing/2014/main" id="{FFDD3B98-D659-5A00-8E73-8677EA7ADEF9}"/>
                  </a:ext>
                </a:extLst>
              </p:cNvPr>
              <p:cNvSpPr/>
              <p:nvPr/>
            </p:nvSpPr>
            <p:spPr>
              <a:xfrm>
                <a:off x="183614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39">
                <a:extLst>
                  <a:ext uri="{FF2B5EF4-FFF2-40B4-BE49-F238E27FC236}">
                    <a16:creationId xmlns:a16="http://schemas.microsoft.com/office/drawing/2014/main" id="{2B1D152F-08B1-8DD2-7F28-FED14D179AC5}"/>
                  </a:ext>
                </a:extLst>
              </p:cNvPr>
              <p:cNvSpPr/>
              <p:nvPr/>
            </p:nvSpPr>
            <p:spPr>
              <a:xfrm>
                <a:off x="181687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39">
                <a:extLst>
                  <a:ext uri="{FF2B5EF4-FFF2-40B4-BE49-F238E27FC236}">
                    <a16:creationId xmlns:a16="http://schemas.microsoft.com/office/drawing/2014/main" id="{5462B2DB-8AA5-333A-AF4C-3F20632AC921}"/>
                  </a:ext>
                </a:extLst>
              </p:cNvPr>
              <p:cNvSpPr/>
              <p:nvPr/>
            </p:nvSpPr>
            <p:spPr>
              <a:xfrm>
                <a:off x="207920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39">
                <a:extLst>
                  <a:ext uri="{FF2B5EF4-FFF2-40B4-BE49-F238E27FC236}">
                    <a16:creationId xmlns:a16="http://schemas.microsoft.com/office/drawing/2014/main" id="{6F92AA31-700E-2C16-5554-676336261089}"/>
                  </a:ext>
                </a:extLst>
              </p:cNvPr>
              <p:cNvSpPr/>
              <p:nvPr/>
            </p:nvSpPr>
            <p:spPr>
              <a:xfrm>
                <a:off x="205993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39">
                <a:extLst>
                  <a:ext uri="{FF2B5EF4-FFF2-40B4-BE49-F238E27FC236}">
                    <a16:creationId xmlns:a16="http://schemas.microsoft.com/office/drawing/2014/main" id="{9E9BE7BF-B7CF-F1E4-2E27-5C8A44A10516}"/>
                  </a:ext>
                </a:extLst>
              </p:cNvPr>
              <p:cNvSpPr/>
              <p:nvPr/>
            </p:nvSpPr>
            <p:spPr>
              <a:xfrm>
                <a:off x="219723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39">
                <a:extLst>
                  <a:ext uri="{FF2B5EF4-FFF2-40B4-BE49-F238E27FC236}">
                    <a16:creationId xmlns:a16="http://schemas.microsoft.com/office/drawing/2014/main" id="{1FD3C21E-9FF2-DF9C-434E-0BB38218B807}"/>
                  </a:ext>
                </a:extLst>
              </p:cNvPr>
              <p:cNvSpPr/>
              <p:nvPr/>
            </p:nvSpPr>
            <p:spPr>
              <a:xfrm>
                <a:off x="225536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39">
                <a:extLst>
                  <a:ext uri="{FF2B5EF4-FFF2-40B4-BE49-F238E27FC236}">
                    <a16:creationId xmlns:a16="http://schemas.microsoft.com/office/drawing/2014/main" id="{2CCB2294-EB49-6639-8DC9-C6FAC28CB7A2}"/>
                  </a:ext>
                </a:extLst>
              </p:cNvPr>
              <p:cNvSpPr/>
              <p:nvPr/>
            </p:nvSpPr>
            <p:spPr>
              <a:xfrm>
                <a:off x="30388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39">
                <a:extLst>
                  <a:ext uri="{FF2B5EF4-FFF2-40B4-BE49-F238E27FC236}">
                    <a16:creationId xmlns:a16="http://schemas.microsoft.com/office/drawing/2014/main" id="{EE49E942-C385-3BBF-A4F6-17219EAB477E}"/>
                  </a:ext>
                </a:extLst>
              </p:cNvPr>
              <p:cNvSpPr/>
              <p:nvPr/>
            </p:nvSpPr>
            <p:spPr>
              <a:xfrm>
                <a:off x="232274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39">
                <a:extLst>
                  <a:ext uri="{FF2B5EF4-FFF2-40B4-BE49-F238E27FC236}">
                    <a16:creationId xmlns:a16="http://schemas.microsoft.com/office/drawing/2014/main" id="{B8AC4369-A291-5404-E18F-3DCAF1B2B847}"/>
                  </a:ext>
                </a:extLst>
              </p:cNvPr>
              <p:cNvSpPr/>
              <p:nvPr/>
            </p:nvSpPr>
            <p:spPr>
              <a:xfrm>
                <a:off x="230331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5" name="Google Shape;1745;p39">
              <a:extLst>
                <a:ext uri="{FF2B5EF4-FFF2-40B4-BE49-F238E27FC236}">
                  <a16:creationId xmlns:a16="http://schemas.microsoft.com/office/drawing/2014/main" id="{EF95CFFE-B857-264B-F773-369CE6B172C4}"/>
                </a:ext>
              </a:extLst>
            </p:cNvPr>
            <p:cNvGrpSpPr/>
            <p:nvPr/>
          </p:nvGrpSpPr>
          <p:grpSpPr>
            <a:xfrm flipH="1">
              <a:off x="3990354" y="4445837"/>
              <a:ext cx="2988670" cy="1555435"/>
              <a:chOff x="2194050" y="3377600"/>
              <a:chExt cx="2497635" cy="1299879"/>
            </a:xfrm>
          </p:grpSpPr>
          <p:sp>
            <p:nvSpPr>
              <p:cNvPr id="1746" name="Google Shape;1746;p39">
                <a:extLst>
                  <a:ext uri="{FF2B5EF4-FFF2-40B4-BE49-F238E27FC236}">
                    <a16:creationId xmlns:a16="http://schemas.microsoft.com/office/drawing/2014/main" id="{DA056253-A823-93FD-F525-0DEDB277DE2C}"/>
                  </a:ext>
                </a:extLst>
              </p:cNvPr>
              <p:cNvSpPr/>
              <p:nvPr/>
            </p:nvSpPr>
            <p:spPr>
              <a:xfrm>
                <a:off x="274005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39">
                <a:extLst>
                  <a:ext uri="{FF2B5EF4-FFF2-40B4-BE49-F238E27FC236}">
                    <a16:creationId xmlns:a16="http://schemas.microsoft.com/office/drawing/2014/main" id="{69AB1801-2285-9498-1CE7-D776D6C34213}"/>
                  </a:ext>
                </a:extLst>
              </p:cNvPr>
              <p:cNvSpPr/>
              <p:nvPr/>
            </p:nvSpPr>
            <p:spPr>
              <a:xfrm>
                <a:off x="225043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39">
                <a:extLst>
                  <a:ext uri="{FF2B5EF4-FFF2-40B4-BE49-F238E27FC236}">
                    <a16:creationId xmlns:a16="http://schemas.microsoft.com/office/drawing/2014/main" id="{39331D75-1641-FB88-6E61-5518E772D1E7}"/>
                  </a:ext>
                </a:extLst>
              </p:cNvPr>
              <p:cNvSpPr/>
              <p:nvPr/>
            </p:nvSpPr>
            <p:spPr>
              <a:xfrm>
                <a:off x="219405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39">
                <a:extLst>
                  <a:ext uri="{FF2B5EF4-FFF2-40B4-BE49-F238E27FC236}">
                    <a16:creationId xmlns:a16="http://schemas.microsoft.com/office/drawing/2014/main" id="{DE4448BF-D85E-88B0-9076-D30BE815EE39}"/>
                  </a:ext>
                </a:extLst>
              </p:cNvPr>
              <p:cNvSpPr/>
              <p:nvPr/>
            </p:nvSpPr>
            <p:spPr>
              <a:xfrm>
                <a:off x="219405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39">
                <a:extLst>
                  <a:ext uri="{FF2B5EF4-FFF2-40B4-BE49-F238E27FC236}">
                    <a16:creationId xmlns:a16="http://schemas.microsoft.com/office/drawing/2014/main" id="{D6EF4938-FE4F-7812-3248-98BC0391CF39}"/>
                  </a:ext>
                </a:extLst>
              </p:cNvPr>
              <p:cNvSpPr/>
              <p:nvPr/>
            </p:nvSpPr>
            <p:spPr>
              <a:xfrm>
                <a:off x="3232138"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39">
                <a:extLst>
                  <a:ext uri="{FF2B5EF4-FFF2-40B4-BE49-F238E27FC236}">
                    <a16:creationId xmlns:a16="http://schemas.microsoft.com/office/drawing/2014/main" id="{94C96993-716C-1570-FF08-28EB65B8681C}"/>
                  </a:ext>
                </a:extLst>
              </p:cNvPr>
              <p:cNvSpPr/>
              <p:nvPr/>
            </p:nvSpPr>
            <p:spPr>
              <a:xfrm>
                <a:off x="3503389" y="3817847"/>
                <a:ext cx="153384" cy="181579"/>
              </a:xfrm>
              <a:custGeom>
                <a:avLst/>
                <a:gdLst/>
                <a:ahLst/>
                <a:cxnLst/>
                <a:rect l="l" t="t" r="r" b="b"/>
                <a:pathLst>
                  <a:path w="963" h="1140" extrusionOk="0">
                    <a:moveTo>
                      <a:pt x="1" y="1"/>
                    </a:moveTo>
                    <a:lnTo>
                      <a:pt x="1" y="786"/>
                    </a:lnTo>
                    <a:cubicBezTo>
                      <a:pt x="1" y="985"/>
                      <a:pt x="155" y="1140"/>
                      <a:pt x="36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39">
                <a:extLst>
                  <a:ext uri="{FF2B5EF4-FFF2-40B4-BE49-F238E27FC236}">
                    <a16:creationId xmlns:a16="http://schemas.microsoft.com/office/drawing/2014/main" id="{9F5673E9-E651-97CC-BF83-A9EB6BA15EF4}"/>
                  </a:ext>
                </a:extLst>
              </p:cNvPr>
              <p:cNvSpPr/>
              <p:nvPr/>
            </p:nvSpPr>
            <p:spPr>
              <a:xfrm>
                <a:off x="3293779" y="3999265"/>
                <a:ext cx="209768" cy="95249"/>
              </a:xfrm>
              <a:custGeom>
                <a:avLst/>
                <a:gdLst/>
                <a:ahLst/>
                <a:cxnLst/>
                <a:rect l="l" t="t" r="r" b="b"/>
                <a:pathLst>
                  <a:path w="1317" h="598" extrusionOk="0">
                    <a:moveTo>
                      <a:pt x="1" y="1"/>
                    </a:moveTo>
                    <a:lnTo>
                      <a:pt x="1" y="598"/>
                    </a:lnTo>
                    <a:lnTo>
                      <a:pt x="1317" y="598"/>
                    </a:lnTo>
                    <a:lnTo>
                      <a:pt x="13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39">
                <a:extLst>
                  <a:ext uri="{FF2B5EF4-FFF2-40B4-BE49-F238E27FC236}">
                    <a16:creationId xmlns:a16="http://schemas.microsoft.com/office/drawing/2014/main" id="{B57452CC-BA40-9035-7635-C73A2AEE65E9}"/>
                  </a:ext>
                </a:extLst>
              </p:cNvPr>
              <p:cNvSpPr/>
              <p:nvPr/>
            </p:nvSpPr>
            <p:spPr>
              <a:xfrm>
                <a:off x="3503389"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39">
                <a:extLst>
                  <a:ext uri="{FF2B5EF4-FFF2-40B4-BE49-F238E27FC236}">
                    <a16:creationId xmlns:a16="http://schemas.microsoft.com/office/drawing/2014/main" id="{C984E186-C7D0-0785-B856-7B2884CC25FF}"/>
                  </a:ext>
                </a:extLst>
              </p:cNvPr>
              <p:cNvSpPr/>
              <p:nvPr/>
            </p:nvSpPr>
            <p:spPr>
              <a:xfrm>
                <a:off x="3293779" y="4094355"/>
                <a:ext cx="209768" cy="583124"/>
              </a:xfrm>
              <a:custGeom>
                <a:avLst/>
                <a:gdLst/>
                <a:ahLst/>
                <a:cxnLst/>
                <a:rect l="l" t="t" r="r" b="b"/>
                <a:pathLst>
                  <a:path w="1317" h="3661" extrusionOk="0">
                    <a:moveTo>
                      <a:pt x="1" y="1"/>
                    </a:moveTo>
                    <a:lnTo>
                      <a:pt x="1" y="3661"/>
                    </a:lnTo>
                    <a:lnTo>
                      <a:pt x="1317" y="3661"/>
                    </a:lnTo>
                    <a:lnTo>
                      <a:pt x="13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39">
                <a:extLst>
                  <a:ext uri="{FF2B5EF4-FFF2-40B4-BE49-F238E27FC236}">
                    <a16:creationId xmlns:a16="http://schemas.microsoft.com/office/drawing/2014/main" id="{5BC0A432-B564-C4DF-6398-19B4E3F3B7E5}"/>
                  </a:ext>
                </a:extLst>
              </p:cNvPr>
              <p:cNvSpPr/>
              <p:nvPr/>
            </p:nvSpPr>
            <p:spPr>
              <a:xfrm>
                <a:off x="3503389"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39">
                <a:extLst>
                  <a:ext uri="{FF2B5EF4-FFF2-40B4-BE49-F238E27FC236}">
                    <a16:creationId xmlns:a16="http://schemas.microsoft.com/office/drawing/2014/main" id="{445E7F46-6528-565D-A1DE-D10E8FD1B515}"/>
                  </a:ext>
                </a:extLst>
              </p:cNvPr>
              <p:cNvSpPr/>
              <p:nvPr/>
            </p:nvSpPr>
            <p:spPr>
              <a:xfrm>
                <a:off x="414378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39">
                <a:extLst>
                  <a:ext uri="{FF2B5EF4-FFF2-40B4-BE49-F238E27FC236}">
                    <a16:creationId xmlns:a16="http://schemas.microsoft.com/office/drawing/2014/main" id="{07A90A7E-B10F-053E-6A7C-DD058ABB5B39}"/>
                  </a:ext>
                </a:extLst>
              </p:cNvPr>
              <p:cNvSpPr/>
              <p:nvPr/>
            </p:nvSpPr>
            <p:spPr>
              <a:xfrm>
                <a:off x="225043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39">
                <a:extLst>
                  <a:ext uri="{FF2B5EF4-FFF2-40B4-BE49-F238E27FC236}">
                    <a16:creationId xmlns:a16="http://schemas.microsoft.com/office/drawing/2014/main" id="{35F9BE6C-C664-ADE5-6E72-534B90946A7D}"/>
                  </a:ext>
                </a:extLst>
              </p:cNvPr>
              <p:cNvSpPr/>
              <p:nvPr/>
            </p:nvSpPr>
            <p:spPr>
              <a:xfrm>
                <a:off x="225043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39">
                <a:extLst>
                  <a:ext uri="{FF2B5EF4-FFF2-40B4-BE49-F238E27FC236}">
                    <a16:creationId xmlns:a16="http://schemas.microsoft.com/office/drawing/2014/main" id="{A1A7E51F-3613-4E22-2431-22F403D822B7}"/>
                  </a:ext>
                </a:extLst>
              </p:cNvPr>
              <p:cNvSpPr/>
              <p:nvPr/>
            </p:nvSpPr>
            <p:spPr>
              <a:xfrm>
                <a:off x="256580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39">
                <a:extLst>
                  <a:ext uri="{FF2B5EF4-FFF2-40B4-BE49-F238E27FC236}">
                    <a16:creationId xmlns:a16="http://schemas.microsoft.com/office/drawing/2014/main" id="{B391657D-D2CF-B650-DB9B-9FAE12FE5376}"/>
                  </a:ext>
                </a:extLst>
              </p:cNvPr>
              <p:cNvSpPr/>
              <p:nvPr/>
            </p:nvSpPr>
            <p:spPr>
              <a:xfrm>
                <a:off x="254637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39">
                <a:extLst>
                  <a:ext uri="{FF2B5EF4-FFF2-40B4-BE49-F238E27FC236}">
                    <a16:creationId xmlns:a16="http://schemas.microsoft.com/office/drawing/2014/main" id="{EAB61B3B-22AA-725B-513E-D66D87CBF9C9}"/>
                  </a:ext>
                </a:extLst>
              </p:cNvPr>
              <p:cNvSpPr/>
              <p:nvPr/>
            </p:nvSpPr>
            <p:spPr>
              <a:xfrm>
                <a:off x="280886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39">
                <a:extLst>
                  <a:ext uri="{FF2B5EF4-FFF2-40B4-BE49-F238E27FC236}">
                    <a16:creationId xmlns:a16="http://schemas.microsoft.com/office/drawing/2014/main" id="{8A4121A0-B6CE-F96F-4A32-601F5E2C7057}"/>
                  </a:ext>
                </a:extLst>
              </p:cNvPr>
              <p:cNvSpPr/>
              <p:nvPr/>
            </p:nvSpPr>
            <p:spPr>
              <a:xfrm>
                <a:off x="278943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39">
                <a:extLst>
                  <a:ext uri="{FF2B5EF4-FFF2-40B4-BE49-F238E27FC236}">
                    <a16:creationId xmlns:a16="http://schemas.microsoft.com/office/drawing/2014/main" id="{9678EF88-4299-C89E-8D8D-8573EA5CE8D5}"/>
                  </a:ext>
                </a:extLst>
              </p:cNvPr>
              <p:cNvSpPr/>
              <p:nvPr/>
            </p:nvSpPr>
            <p:spPr>
              <a:xfrm>
                <a:off x="305192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39">
                <a:extLst>
                  <a:ext uri="{FF2B5EF4-FFF2-40B4-BE49-F238E27FC236}">
                    <a16:creationId xmlns:a16="http://schemas.microsoft.com/office/drawing/2014/main" id="{7D87CCDD-64CA-11A1-0EE7-82DA57422C7B}"/>
                  </a:ext>
                </a:extLst>
              </p:cNvPr>
              <p:cNvSpPr/>
              <p:nvPr/>
            </p:nvSpPr>
            <p:spPr>
              <a:xfrm>
                <a:off x="303249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39">
                <a:extLst>
                  <a:ext uri="{FF2B5EF4-FFF2-40B4-BE49-F238E27FC236}">
                    <a16:creationId xmlns:a16="http://schemas.microsoft.com/office/drawing/2014/main" id="{1F9BEB2C-8E51-C9AA-296A-B6E4AECF6584}"/>
                  </a:ext>
                </a:extLst>
              </p:cNvPr>
              <p:cNvSpPr/>
              <p:nvPr/>
            </p:nvSpPr>
            <p:spPr>
              <a:xfrm>
                <a:off x="329673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39">
                <a:extLst>
                  <a:ext uri="{FF2B5EF4-FFF2-40B4-BE49-F238E27FC236}">
                    <a16:creationId xmlns:a16="http://schemas.microsoft.com/office/drawing/2014/main" id="{D136AB9F-15DA-BE11-619C-3D5216D129C4}"/>
                  </a:ext>
                </a:extLst>
              </p:cNvPr>
              <p:cNvSpPr/>
              <p:nvPr/>
            </p:nvSpPr>
            <p:spPr>
              <a:xfrm>
                <a:off x="327555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39">
                <a:extLst>
                  <a:ext uri="{FF2B5EF4-FFF2-40B4-BE49-F238E27FC236}">
                    <a16:creationId xmlns:a16="http://schemas.microsoft.com/office/drawing/2014/main" id="{111DA4FA-7F50-6095-B7A7-F84B1040E203}"/>
                  </a:ext>
                </a:extLst>
              </p:cNvPr>
              <p:cNvSpPr/>
              <p:nvPr/>
            </p:nvSpPr>
            <p:spPr>
              <a:xfrm>
                <a:off x="353963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39">
                <a:extLst>
                  <a:ext uri="{FF2B5EF4-FFF2-40B4-BE49-F238E27FC236}">
                    <a16:creationId xmlns:a16="http://schemas.microsoft.com/office/drawing/2014/main" id="{C1DFFF09-0CD6-CF03-6DF3-15F2EAFEF725}"/>
                  </a:ext>
                </a:extLst>
              </p:cNvPr>
              <p:cNvSpPr/>
              <p:nvPr/>
            </p:nvSpPr>
            <p:spPr>
              <a:xfrm>
                <a:off x="351861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39">
                <a:extLst>
                  <a:ext uri="{FF2B5EF4-FFF2-40B4-BE49-F238E27FC236}">
                    <a16:creationId xmlns:a16="http://schemas.microsoft.com/office/drawing/2014/main" id="{FAF84E20-3049-8CBC-CC0D-B24F89DA4F54}"/>
                  </a:ext>
                </a:extLst>
              </p:cNvPr>
              <p:cNvSpPr/>
              <p:nvPr/>
            </p:nvSpPr>
            <p:spPr>
              <a:xfrm>
                <a:off x="378269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39">
                <a:extLst>
                  <a:ext uri="{FF2B5EF4-FFF2-40B4-BE49-F238E27FC236}">
                    <a16:creationId xmlns:a16="http://schemas.microsoft.com/office/drawing/2014/main" id="{454BBEA7-213F-CD0D-723D-E1D41A4A689A}"/>
                  </a:ext>
                </a:extLst>
              </p:cNvPr>
              <p:cNvSpPr/>
              <p:nvPr/>
            </p:nvSpPr>
            <p:spPr>
              <a:xfrm>
                <a:off x="376342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39">
                <a:extLst>
                  <a:ext uri="{FF2B5EF4-FFF2-40B4-BE49-F238E27FC236}">
                    <a16:creationId xmlns:a16="http://schemas.microsoft.com/office/drawing/2014/main" id="{A4D9FD11-FF1A-3408-D869-93CC1F3096E4}"/>
                  </a:ext>
                </a:extLst>
              </p:cNvPr>
              <p:cNvSpPr/>
              <p:nvPr/>
            </p:nvSpPr>
            <p:spPr>
              <a:xfrm>
                <a:off x="402575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39">
                <a:extLst>
                  <a:ext uri="{FF2B5EF4-FFF2-40B4-BE49-F238E27FC236}">
                    <a16:creationId xmlns:a16="http://schemas.microsoft.com/office/drawing/2014/main" id="{9EEEE6F8-EBAD-9505-1B3F-15AE5E8DD404}"/>
                  </a:ext>
                </a:extLst>
              </p:cNvPr>
              <p:cNvSpPr/>
              <p:nvPr/>
            </p:nvSpPr>
            <p:spPr>
              <a:xfrm>
                <a:off x="400648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39">
                <a:extLst>
                  <a:ext uri="{FF2B5EF4-FFF2-40B4-BE49-F238E27FC236}">
                    <a16:creationId xmlns:a16="http://schemas.microsoft.com/office/drawing/2014/main" id="{94C263A1-3C85-4D2E-87C1-FC1D71848287}"/>
                  </a:ext>
                </a:extLst>
              </p:cNvPr>
              <p:cNvSpPr/>
              <p:nvPr/>
            </p:nvSpPr>
            <p:spPr>
              <a:xfrm>
                <a:off x="414378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39">
                <a:extLst>
                  <a:ext uri="{FF2B5EF4-FFF2-40B4-BE49-F238E27FC236}">
                    <a16:creationId xmlns:a16="http://schemas.microsoft.com/office/drawing/2014/main" id="{CCD3B8BB-6758-1B09-7736-49CBBF45C44A}"/>
                  </a:ext>
                </a:extLst>
              </p:cNvPr>
              <p:cNvSpPr/>
              <p:nvPr/>
            </p:nvSpPr>
            <p:spPr>
              <a:xfrm>
                <a:off x="420191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39">
                <a:extLst>
                  <a:ext uri="{FF2B5EF4-FFF2-40B4-BE49-F238E27FC236}">
                    <a16:creationId xmlns:a16="http://schemas.microsoft.com/office/drawing/2014/main" id="{594AB6F7-3924-67F2-2D99-1F1994B5D78C}"/>
                  </a:ext>
                </a:extLst>
              </p:cNvPr>
              <p:cNvSpPr/>
              <p:nvPr/>
            </p:nvSpPr>
            <p:spPr>
              <a:xfrm>
                <a:off x="225043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76" name="Google Shape;1776;p39">
              <a:extLst>
                <a:ext uri="{FF2B5EF4-FFF2-40B4-BE49-F238E27FC236}">
                  <a16:creationId xmlns:a16="http://schemas.microsoft.com/office/drawing/2014/main" id="{D58D05C4-D412-3618-9480-AC3D4FD098C7}"/>
                </a:ext>
              </a:extLst>
            </p:cNvPr>
            <p:cNvGrpSpPr/>
            <p:nvPr/>
          </p:nvGrpSpPr>
          <p:grpSpPr>
            <a:xfrm flipH="1">
              <a:off x="1671299" y="4445837"/>
              <a:ext cx="2988670" cy="1555435"/>
              <a:chOff x="247500" y="3377600"/>
              <a:chExt cx="2497635" cy="1299879"/>
            </a:xfrm>
          </p:grpSpPr>
          <p:sp>
            <p:nvSpPr>
              <p:cNvPr id="1777" name="Google Shape;1777;p39">
                <a:extLst>
                  <a:ext uri="{FF2B5EF4-FFF2-40B4-BE49-F238E27FC236}">
                    <a16:creationId xmlns:a16="http://schemas.microsoft.com/office/drawing/2014/main" id="{2CD7680D-88A4-F532-8671-6C5D7FE42AED}"/>
                  </a:ext>
                </a:extLst>
              </p:cNvPr>
              <p:cNvSpPr/>
              <p:nvPr/>
            </p:nvSpPr>
            <p:spPr>
              <a:xfrm>
                <a:off x="79350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39">
                <a:extLst>
                  <a:ext uri="{FF2B5EF4-FFF2-40B4-BE49-F238E27FC236}">
                    <a16:creationId xmlns:a16="http://schemas.microsoft.com/office/drawing/2014/main" id="{1816DFDE-E7C0-6003-4486-AA0D84ABA7BA}"/>
                  </a:ext>
                </a:extLst>
              </p:cNvPr>
              <p:cNvSpPr/>
              <p:nvPr/>
            </p:nvSpPr>
            <p:spPr>
              <a:xfrm>
                <a:off x="30388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39">
                <a:extLst>
                  <a:ext uri="{FF2B5EF4-FFF2-40B4-BE49-F238E27FC236}">
                    <a16:creationId xmlns:a16="http://schemas.microsoft.com/office/drawing/2014/main" id="{1856C101-E1EF-38E5-F03F-8533580C4806}"/>
                  </a:ext>
                </a:extLst>
              </p:cNvPr>
              <p:cNvSpPr/>
              <p:nvPr/>
            </p:nvSpPr>
            <p:spPr>
              <a:xfrm>
                <a:off x="24750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39">
                <a:extLst>
                  <a:ext uri="{FF2B5EF4-FFF2-40B4-BE49-F238E27FC236}">
                    <a16:creationId xmlns:a16="http://schemas.microsoft.com/office/drawing/2014/main" id="{657E12B4-AE00-8915-D930-473BFBCE4D38}"/>
                  </a:ext>
                </a:extLst>
              </p:cNvPr>
              <p:cNvSpPr/>
              <p:nvPr/>
            </p:nvSpPr>
            <p:spPr>
              <a:xfrm>
                <a:off x="24750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39">
                <a:extLst>
                  <a:ext uri="{FF2B5EF4-FFF2-40B4-BE49-F238E27FC236}">
                    <a16:creationId xmlns:a16="http://schemas.microsoft.com/office/drawing/2014/main" id="{CED0285E-9C6D-4CE9-AA28-C0178484D338}"/>
                  </a:ext>
                </a:extLst>
              </p:cNvPr>
              <p:cNvSpPr/>
              <p:nvPr/>
            </p:nvSpPr>
            <p:spPr>
              <a:xfrm>
                <a:off x="1408159"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39">
                <a:extLst>
                  <a:ext uri="{FF2B5EF4-FFF2-40B4-BE49-F238E27FC236}">
                    <a16:creationId xmlns:a16="http://schemas.microsoft.com/office/drawing/2014/main" id="{E0E3C72B-AEE6-7E7A-E390-762822D9A010}"/>
                  </a:ext>
                </a:extLst>
              </p:cNvPr>
              <p:cNvSpPr/>
              <p:nvPr/>
            </p:nvSpPr>
            <p:spPr>
              <a:xfrm>
                <a:off x="1679410" y="3817847"/>
                <a:ext cx="153384" cy="181579"/>
              </a:xfrm>
              <a:custGeom>
                <a:avLst/>
                <a:gdLst/>
                <a:ahLst/>
                <a:cxnLst/>
                <a:rect l="l" t="t" r="r" b="b"/>
                <a:pathLst>
                  <a:path w="963" h="1140" extrusionOk="0">
                    <a:moveTo>
                      <a:pt x="1" y="1"/>
                    </a:moveTo>
                    <a:lnTo>
                      <a:pt x="1" y="786"/>
                    </a:lnTo>
                    <a:cubicBezTo>
                      <a:pt x="1" y="985"/>
                      <a:pt x="155" y="1140"/>
                      <a:pt x="35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39">
                <a:extLst>
                  <a:ext uri="{FF2B5EF4-FFF2-40B4-BE49-F238E27FC236}">
                    <a16:creationId xmlns:a16="http://schemas.microsoft.com/office/drawing/2014/main" id="{75C526E0-EB5E-FA0D-A765-DFD2BEDF98D9}"/>
                  </a:ext>
                </a:extLst>
              </p:cNvPr>
              <p:cNvSpPr/>
              <p:nvPr/>
            </p:nvSpPr>
            <p:spPr>
              <a:xfrm>
                <a:off x="1468047" y="3999265"/>
                <a:ext cx="211521" cy="95249"/>
              </a:xfrm>
              <a:custGeom>
                <a:avLst/>
                <a:gdLst/>
                <a:ahLst/>
                <a:cxnLst/>
                <a:rect l="l" t="t" r="r" b="b"/>
                <a:pathLst>
                  <a:path w="1328" h="598" extrusionOk="0">
                    <a:moveTo>
                      <a:pt x="1" y="1"/>
                    </a:moveTo>
                    <a:lnTo>
                      <a:pt x="1" y="598"/>
                    </a:lnTo>
                    <a:lnTo>
                      <a:pt x="1328" y="598"/>
                    </a:lnTo>
                    <a:lnTo>
                      <a:pt x="13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39">
                <a:extLst>
                  <a:ext uri="{FF2B5EF4-FFF2-40B4-BE49-F238E27FC236}">
                    <a16:creationId xmlns:a16="http://schemas.microsoft.com/office/drawing/2014/main" id="{BE8704A1-A94F-850A-ECC7-ECC139865612}"/>
                  </a:ext>
                </a:extLst>
              </p:cNvPr>
              <p:cNvSpPr/>
              <p:nvPr/>
            </p:nvSpPr>
            <p:spPr>
              <a:xfrm>
                <a:off x="1679410"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39">
                <a:extLst>
                  <a:ext uri="{FF2B5EF4-FFF2-40B4-BE49-F238E27FC236}">
                    <a16:creationId xmlns:a16="http://schemas.microsoft.com/office/drawing/2014/main" id="{56120C89-7905-BB91-A5FF-FE7B67E18A17}"/>
                  </a:ext>
                </a:extLst>
              </p:cNvPr>
              <p:cNvSpPr/>
              <p:nvPr/>
            </p:nvSpPr>
            <p:spPr>
              <a:xfrm>
                <a:off x="1468047" y="4094355"/>
                <a:ext cx="211521" cy="583124"/>
              </a:xfrm>
              <a:custGeom>
                <a:avLst/>
                <a:gdLst/>
                <a:ahLst/>
                <a:cxnLst/>
                <a:rect l="l" t="t" r="r" b="b"/>
                <a:pathLst>
                  <a:path w="1328" h="3661" extrusionOk="0">
                    <a:moveTo>
                      <a:pt x="1" y="1"/>
                    </a:moveTo>
                    <a:lnTo>
                      <a:pt x="1" y="3661"/>
                    </a:lnTo>
                    <a:lnTo>
                      <a:pt x="1328" y="3661"/>
                    </a:lnTo>
                    <a:lnTo>
                      <a:pt x="13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39">
                <a:extLst>
                  <a:ext uri="{FF2B5EF4-FFF2-40B4-BE49-F238E27FC236}">
                    <a16:creationId xmlns:a16="http://schemas.microsoft.com/office/drawing/2014/main" id="{AC57010C-C7FB-82E8-F976-38086EFCD5AB}"/>
                  </a:ext>
                </a:extLst>
              </p:cNvPr>
              <p:cNvSpPr/>
              <p:nvPr/>
            </p:nvSpPr>
            <p:spPr>
              <a:xfrm>
                <a:off x="1679410"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39">
                <a:extLst>
                  <a:ext uri="{FF2B5EF4-FFF2-40B4-BE49-F238E27FC236}">
                    <a16:creationId xmlns:a16="http://schemas.microsoft.com/office/drawing/2014/main" id="{B40D9349-5955-07E7-2C74-D8482B6DF50F}"/>
                  </a:ext>
                </a:extLst>
              </p:cNvPr>
              <p:cNvSpPr/>
              <p:nvPr/>
            </p:nvSpPr>
            <p:spPr>
              <a:xfrm>
                <a:off x="219723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39">
                <a:extLst>
                  <a:ext uri="{FF2B5EF4-FFF2-40B4-BE49-F238E27FC236}">
                    <a16:creationId xmlns:a16="http://schemas.microsoft.com/office/drawing/2014/main" id="{40D40767-56CC-E543-996F-4E094932F01E}"/>
                  </a:ext>
                </a:extLst>
              </p:cNvPr>
              <p:cNvSpPr/>
              <p:nvPr/>
            </p:nvSpPr>
            <p:spPr>
              <a:xfrm>
                <a:off x="30388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39">
                <a:extLst>
                  <a:ext uri="{FF2B5EF4-FFF2-40B4-BE49-F238E27FC236}">
                    <a16:creationId xmlns:a16="http://schemas.microsoft.com/office/drawing/2014/main" id="{0793E204-9865-E87D-F9B6-66E1493914F3}"/>
                  </a:ext>
                </a:extLst>
              </p:cNvPr>
              <p:cNvSpPr/>
              <p:nvPr/>
            </p:nvSpPr>
            <p:spPr>
              <a:xfrm>
                <a:off x="30388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39">
                <a:extLst>
                  <a:ext uri="{FF2B5EF4-FFF2-40B4-BE49-F238E27FC236}">
                    <a16:creationId xmlns:a16="http://schemas.microsoft.com/office/drawing/2014/main" id="{038DF61D-E117-1654-9D5A-A87692444A15}"/>
                  </a:ext>
                </a:extLst>
              </p:cNvPr>
              <p:cNvSpPr/>
              <p:nvPr/>
            </p:nvSpPr>
            <p:spPr>
              <a:xfrm>
                <a:off x="37619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39">
                <a:extLst>
                  <a:ext uri="{FF2B5EF4-FFF2-40B4-BE49-F238E27FC236}">
                    <a16:creationId xmlns:a16="http://schemas.microsoft.com/office/drawing/2014/main" id="{51432485-9006-5DF9-DA8C-63583DDDC2BC}"/>
                  </a:ext>
                </a:extLst>
              </p:cNvPr>
              <p:cNvSpPr/>
              <p:nvPr/>
            </p:nvSpPr>
            <p:spPr>
              <a:xfrm>
                <a:off x="35676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39">
                <a:extLst>
                  <a:ext uri="{FF2B5EF4-FFF2-40B4-BE49-F238E27FC236}">
                    <a16:creationId xmlns:a16="http://schemas.microsoft.com/office/drawing/2014/main" id="{4151B3EB-1ACF-5019-A578-82ED20CC7F9A}"/>
                  </a:ext>
                </a:extLst>
              </p:cNvPr>
              <p:cNvSpPr/>
              <p:nvPr/>
            </p:nvSpPr>
            <p:spPr>
              <a:xfrm>
                <a:off x="61925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39">
                <a:extLst>
                  <a:ext uri="{FF2B5EF4-FFF2-40B4-BE49-F238E27FC236}">
                    <a16:creationId xmlns:a16="http://schemas.microsoft.com/office/drawing/2014/main" id="{B72A0E1F-9A82-4287-A0CC-9FEAC260A5CF}"/>
                  </a:ext>
                </a:extLst>
              </p:cNvPr>
              <p:cNvSpPr/>
              <p:nvPr/>
            </p:nvSpPr>
            <p:spPr>
              <a:xfrm>
                <a:off x="59982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39">
                <a:extLst>
                  <a:ext uri="{FF2B5EF4-FFF2-40B4-BE49-F238E27FC236}">
                    <a16:creationId xmlns:a16="http://schemas.microsoft.com/office/drawing/2014/main" id="{A450C17F-C95F-9AC7-06E8-7A33C68FC73C}"/>
                  </a:ext>
                </a:extLst>
              </p:cNvPr>
              <p:cNvSpPr/>
              <p:nvPr/>
            </p:nvSpPr>
            <p:spPr>
              <a:xfrm>
                <a:off x="86231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39">
                <a:extLst>
                  <a:ext uri="{FF2B5EF4-FFF2-40B4-BE49-F238E27FC236}">
                    <a16:creationId xmlns:a16="http://schemas.microsoft.com/office/drawing/2014/main" id="{19A99B25-618B-BA8E-768C-C6746CAF9B3F}"/>
                  </a:ext>
                </a:extLst>
              </p:cNvPr>
              <p:cNvSpPr/>
              <p:nvPr/>
            </p:nvSpPr>
            <p:spPr>
              <a:xfrm>
                <a:off x="84288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39">
                <a:extLst>
                  <a:ext uri="{FF2B5EF4-FFF2-40B4-BE49-F238E27FC236}">
                    <a16:creationId xmlns:a16="http://schemas.microsoft.com/office/drawing/2014/main" id="{5CFDE621-794C-CCAA-58B8-7C26D02FC18D}"/>
                  </a:ext>
                </a:extLst>
              </p:cNvPr>
              <p:cNvSpPr/>
              <p:nvPr/>
            </p:nvSpPr>
            <p:spPr>
              <a:xfrm>
                <a:off x="110537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39">
                <a:extLst>
                  <a:ext uri="{FF2B5EF4-FFF2-40B4-BE49-F238E27FC236}">
                    <a16:creationId xmlns:a16="http://schemas.microsoft.com/office/drawing/2014/main" id="{F828FEFD-C854-A280-F2AC-BEB14E4CF9F2}"/>
                  </a:ext>
                </a:extLst>
              </p:cNvPr>
              <p:cNvSpPr/>
              <p:nvPr/>
            </p:nvSpPr>
            <p:spPr>
              <a:xfrm>
                <a:off x="108594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39">
                <a:extLst>
                  <a:ext uri="{FF2B5EF4-FFF2-40B4-BE49-F238E27FC236}">
                    <a16:creationId xmlns:a16="http://schemas.microsoft.com/office/drawing/2014/main" id="{CE2FCFB2-C402-C8B6-B9EC-4D9DC36CE367}"/>
                  </a:ext>
                </a:extLst>
              </p:cNvPr>
              <p:cNvSpPr/>
              <p:nvPr/>
            </p:nvSpPr>
            <p:spPr>
              <a:xfrm>
                <a:off x="135018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39">
                <a:extLst>
                  <a:ext uri="{FF2B5EF4-FFF2-40B4-BE49-F238E27FC236}">
                    <a16:creationId xmlns:a16="http://schemas.microsoft.com/office/drawing/2014/main" id="{FDF35002-4187-A4E2-0245-9368125F0417}"/>
                  </a:ext>
                </a:extLst>
              </p:cNvPr>
              <p:cNvSpPr/>
              <p:nvPr/>
            </p:nvSpPr>
            <p:spPr>
              <a:xfrm>
                <a:off x="132900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39">
                <a:extLst>
                  <a:ext uri="{FF2B5EF4-FFF2-40B4-BE49-F238E27FC236}">
                    <a16:creationId xmlns:a16="http://schemas.microsoft.com/office/drawing/2014/main" id="{9D74FDA0-CB16-CC62-33D3-2E879FBD823C}"/>
                  </a:ext>
                </a:extLst>
              </p:cNvPr>
              <p:cNvSpPr/>
              <p:nvPr/>
            </p:nvSpPr>
            <p:spPr>
              <a:xfrm>
                <a:off x="159308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39">
                <a:extLst>
                  <a:ext uri="{FF2B5EF4-FFF2-40B4-BE49-F238E27FC236}">
                    <a16:creationId xmlns:a16="http://schemas.microsoft.com/office/drawing/2014/main" id="{E13895DA-1A8C-3FC4-EC27-3C5E4DCF5985}"/>
                  </a:ext>
                </a:extLst>
              </p:cNvPr>
              <p:cNvSpPr/>
              <p:nvPr/>
            </p:nvSpPr>
            <p:spPr>
              <a:xfrm>
                <a:off x="157206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39">
                <a:extLst>
                  <a:ext uri="{FF2B5EF4-FFF2-40B4-BE49-F238E27FC236}">
                    <a16:creationId xmlns:a16="http://schemas.microsoft.com/office/drawing/2014/main" id="{478C7388-03AB-2C27-7FA9-F0A98573AA85}"/>
                  </a:ext>
                </a:extLst>
              </p:cNvPr>
              <p:cNvSpPr/>
              <p:nvPr/>
            </p:nvSpPr>
            <p:spPr>
              <a:xfrm>
                <a:off x="183614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39">
                <a:extLst>
                  <a:ext uri="{FF2B5EF4-FFF2-40B4-BE49-F238E27FC236}">
                    <a16:creationId xmlns:a16="http://schemas.microsoft.com/office/drawing/2014/main" id="{754CC017-E695-5E08-8084-CF80435089A0}"/>
                  </a:ext>
                </a:extLst>
              </p:cNvPr>
              <p:cNvSpPr/>
              <p:nvPr/>
            </p:nvSpPr>
            <p:spPr>
              <a:xfrm>
                <a:off x="181687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39">
                <a:extLst>
                  <a:ext uri="{FF2B5EF4-FFF2-40B4-BE49-F238E27FC236}">
                    <a16:creationId xmlns:a16="http://schemas.microsoft.com/office/drawing/2014/main" id="{DB945E24-EDAF-70E6-1501-C8E40169447A}"/>
                  </a:ext>
                </a:extLst>
              </p:cNvPr>
              <p:cNvSpPr/>
              <p:nvPr/>
            </p:nvSpPr>
            <p:spPr>
              <a:xfrm>
                <a:off x="207920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39">
                <a:extLst>
                  <a:ext uri="{FF2B5EF4-FFF2-40B4-BE49-F238E27FC236}">
                    <a16:creationId xmlns:a16="http://schemas.microsoft.com/office/drawing/2014/main" id="{261B973B-7D9B-E19E-AE58-5CC96E50E60A}"/>
                  </a:ext>
                </a:extLst>
              </p:cNvPr>
              <p:cNvSpPr/>
              <p:nvPr/>
            </p:nvSpPr>
            <p:spPr>
              <a:xfrm>
                <a:off x="205993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39">
                <a:extLst>
                  <a:ext uri="{FF2B5EF4-FFF2-40B4-BE49-F238E27FC236}">
                    <a16:creationId xmlns:a16="http://schemas.microsoft.com/office/drawing/2014/main" id="{B4A42A06-82BB-093C-25FE-EE40AEA6BBC8}"/>
                  </a:ext>
                </a:extLst>
              </p:cNvPr>
              <p:cNvSpPr/>
              <p:nvPr/>
            </p:nvSpPr>
            <p:spPr>
              <a:xfrm>
                <a:off x="219723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39">
                <a:extLst>
                  <a:ext uri="{FF2B5EF4-FFF2-40B4-BE49-F238E27FC236}">
                    <a16:creationId xmlns:a16="http://schemas.microsoft.com/office/drawing/2014/main" id="{5EE63492-E9B8-9EA5-873A-82151033197D}"/>
                  </a:ext>
                </a:extLst>
              </p:cNvPr>
              <p:cNvSpPr/>
              <p:nvPr/>
            </p:nvSpPr>
            <p:spPr>
              <a:xfrm>
                <a:off x="225536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39">
                <a:extLst>
                  <a:ext uri="{FF2B5EF4-FFF2-40B4-BE49-F238E27FC236}">
                    <a16:creationId xmlns:a16="http://schemas.microsoft.com/office/drawing/2014/main" id="{52C607D6-CA39-9D67-8A0F-2FE5ABAD40CD}"/>
                  </a:ext>
                </a:extLst>
              </p:cNvPr>
              <p:cNvSpPr/>
              <p:nvPr/>
            </p:nvSpPr>
            <p:spPr>
              <a:xfrm>
                <a:off x="30388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39">
                <a:extLst>
                  <a:ext uri="{FF2B5EF4-FFF2-40B4-BE49-F238E27FC236}">
                    <a16:creationId xmlns:a16="http://schemas.microsoft.com/office/drawing/2014/main" id="{69765616-D605-EF3C-1DB3-66198061C844}"/>
                  </a:ext>
                </a:extLst>
              </p:cNvPr>
              <p:cNvSpPr/>
              <p:nvPr/>
            </p:nvSpPr>
            <p:spPr>
              <a:xfrm>
                <a:off x="230331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10" name="Google Shape;1810;p39">
              <a:extLst>
                <a:ext uri="{FF2B5EF4-FFF2-40B4-BE49-F238E27FC236}">
                  <a16:creationId xmlns:a16="http://schemas.microsoft.com/office/drawing/2014/main" id="{9DC0CDC0-C68F-595E-EF77-2E4B9806B439}"/>
                </a:ext>
              </a:extLst>
            </p:cNvPr>
            <p:cNvGrpSpPr/>
            <p:nvPr/>
          </p:nvGrpSpPr>
          <p:grpSpPr>
            <a:xfrm flipH="1">
              <a:off x="-657980" y="4445837"/>
              <a:ext cx="2988670" cy="1555435"/>
              <a:chOff x="247500" y="3377600"/>
              <a:chExt cx="2497635" cy="1299879"/>
            </a:xfrm>
          </p:grpSpPr>
          <p:sp>
            <p:nvSpPr>
              <p:cNvPr id="1811" name="Google Shape;1811;p39">
                <a:extLst>
                  <a:ext uri="{FF2B5EF4-FFF2-40B4-BE49-F238E27FC236}">
                    <a16:creationId xmlns:a16="http://schemas.microsoft.com/office/drawing/2014/main" id="{BA869A94-BA9D-ACD3-AAFA-F802E1DD702F}"/>
                  </a:ext>
                </a:extLst>
              </p:cNvPr>
              <p:cNvSpPr/>
              <p:nvPr/>
            </p:nvSpPr>
            <p:spPr>
              <a:xfrm>
                <a:off x="79350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39">
                <a:extLst>
                  <a:ext uri="{FF2B5EF4-FFF2-40B4-BE49-F238E27FC236}">
                    <a16:creationId xmlns:a16="http://schemas.microsoft.com/office/drawing/2014/main" id="{35780118-203C-592F-C006-9E572642F6AE}"/>
                  </a:ext>
                </a:extLst>
              </p:cNvPr>
              <p:cNvSpPr/>
              <p:nvPr/>
            </p:nvSpPr>
            <p:spPr>
              <a:xfrm>
                <a:off x="30388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39">
                <a:extLst>
                  <a:ext uri="{FF2B5EF4-FFF2-40B4-BE49-F238E27FC236}">
                    <a16:creationId xmlns:a16="http://schemas.microsoft.com/office/drawing/2014/main" id="{3E4C30B0-E0CC-5B09-1541-762241EA511A}"/>
                  </a:ext>
                </a:extLst>
              </p:cNvPr>
              <p:cNvSpPr/>
              <p:nvPr/>
            </p:nvSpPr>
            <p:spPr>
              <a:xfrm>
                <a:off x="24750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39">
                <a:extLst>
                  <a:ext uri="{FF2B5EF4-FFF2-40B4-BE49-F238E27FC236}">
                    <a16:creationId xmlns:a16="http://schemas.microsoft.com/office/drawing/2014/main" id="{AC9809E2-EF3A-06A0-4175-20EA5C07AAE9}"/>
                  </a:ext>
                </a:extLst>
              </p:cNvPr>
              <p:cNvSpPr/>
              <p:nvPr/>
            </p:nvSpPr>
            <p:spPr>
              <a:xfrm>
                <a:off x="24750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39">
                <a:extLst>
                  <a:ext uri="{FF2B5EF4-FFF2-40B4-BE49-F238E27FC236}">
                    <a16:creationId xmlns:a16="http://schemas.microsoft.com/office/drawing/2014/main" id="{2B6FDFFB-49BE-02A2-0F30-75F2FDD7CB63}"/>
                  </a:ext>
                </a:extLst>
              </p:cNvPr>
              <p:cNvSpPr/>
              <p:nvPr/>
            </p:nvSpPr>
            <p:spPr>
              <a:xfrm>
                <a:off x="1408159"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39">
                <a:extLst>
                  <a:ext uri="{FF2B5EF4-FFF2-40B4-BE49-F238E27FC236}">
                    <a16:creationId xmlns:a16="http://schemas.microsoft.com/office/drawing/2014/main" id="{C6D5C161-9F09-1220-B64D-9FA4638E55CC}"/>
                  </a:ext>
                </a:extLst>
              </p:cNvPr>
              <p:cNvSpPr/>
              <p:nvPr/>
            </p:nvSpPr>
            <p:spPr>
              <a:xfrm>
                <a:off x="1679410" y="3817847"/>
                <a:ext cx="153384" cy="181579"/>
              </a:xfrm>
              <a:custGeom>
                <a:avLst/>
                <a:gdLst/>
                <a:ahLst/>
                <a:cxnLst/>
                <a:rect l="l" t="t" r="r" b="b"/>
                <a:pathLst>
                  <a:path w="963" h="1140" extrusionOk="0">
                    <a:moveTo>
                      <a:pt x="1" y="1"/>
                    </a:moveTo>
                    <a:lnTo>
                      <a:pt x="1" y="786"/>
                    </a:lnTo>
                    <a:cubicBezTo>
                      <a:pt x="1" y="985"/>
                      <a:pt x="155" y="1140"/>
                      <a:pt x="35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39">
                <a:extLst>
                  <a:ext uri="{FF2B5EF4-FFF2-40B4-BE49-F238E27FC236}">
                    <a16:creationId xmlns:a16="http://schemas.microsoft.com/office/drawing/2014/main" id="{1E79A764-546E-4B23-F45A-1938001E09D7}"/>
                  </a:ext>
                </a:extLst>
              </p:cNvPr>
              <p:cNvSpPr/>
              <p:nvPr/>
            </p:nvSpPr>
            <p:spPr>
              <a:xfrm>
                <a:off x="1468047" y="3999265"/>
                <a:ext cx="211521" cy="95249"/>
              </a:xfrm>
              <a:custGeom>
                <a:avLst/>
                <a:gdLst/>
                <a:ahLst/>
                <a:cxnLst/>
                <a:rect l="l" t="t" r="r" b="b"/>
                <a:pathLst>
                  <a:path w="1328" h="598" extrusionOk="0">
                    <a:moveTo>
                      <a:pt x="1" y="1"/>
                    </a:moveTo>
                    <a:lnTo>
                      <a:pt x="1" y="598"/>
                    </a:lnTo>
                    <a:lnTo>
                      <a:pt x="1328" y="598"/>
                    </a:lnTo>
                    <a:lnTo>
                      <a:pt x="13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39">
                <a:extLst>
                  <a:ext uri="{FF2B5EF4-FFF2-40B4-BE49-F238E27FC236}">
                    <a16:creationId xmlns:a16="http://schemas.microsoft.com/office/drawing/2014/main" id="{2EDF3284-37C4-E7E6-EC1D-7F53E18A98DD}"/>
                  </a:ext>
                </a:extLst>
              </p:cNvPr>
              <p:cNvSpPr/>
              <p:nvPr/>
            </p:nvSpPr>
            <p:spPr>
              <a:xfrm>
                <a:off x="1679410"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39">
                <a:extLst>
                  <a:ext uri="{FF2B5EF4-FFF2-40B4-BE49-F238E27FC236}">
                    <a16:creationId xmlns:a16="http://schemas.microsoft.com/office/drawing/2014/main" id="{66092B11-BCFC-DFA6-CF19-B621B6DB28EB}"/>
                  </a:ext>
                </a:extLst>
              </p:cNvPr>
              <p:cNvSpPr/>
              <p:nvPr/>
            </p:nvSpPr>
            <p:spPr>
              <a:xfrm>
                <a:off x="1468047" y="4094355"/>
                <a:ext cx="211521" cy="583124"/>
              </a:xfrm>
              <a:custGeom>
                <a:avLst/>
                <a:gdLst/>
                <a:ahLst/>
                <a:cxnLst/>
                <a:rect l="l" t="t" r="r" b="b"/>
                <a:pathLst>
                  <a:path w="1328" h="3661" extrusionOk="0">
                    <a:moveTo>
                      <a:pt x="1" y="1"/>
                    </a:moveTo>
                    <a:lnTo>
                      <a:pt x="1" y="3661"/>
                    </a:lnTo>
                    <a:lnTo>
                      <a:pt x="1328" y="3661"/>
                    </a:lnTo>
                    <a:lnTo>
                      <a:pt x="13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39">
                <a:extLst>
                  <a:ext uri="{FF2B5EF4-FFF2-40B4-BE49-F238E27FC236}">
                    <a16:creationId xmlns:a16="http://schemas.microsoft.com/office/drawing/2014/main" id="{FDF17AAB-B92B-D2ED-1244-51DC45A1369D}"/>
                  </a:ext>
                </a:extLst>
              </p:cNvPr>
              <p:cNvSpPr/>
              <p:nvPr/>
            </p:nvSpPr>
            <p:spPr>
              <a:xfrm>
                <a:off x="1679410"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39">
                <a:extLst>
                  <a:ext uri="{FF2B5EF4-FFF2-40B4-BE49-F238E27FC236}">
                    <a16:creationId xmlns:a16="http://schemas.microsoft.com/office/drawing/2014/main" id="{D82F792B-2DB5-973E-7F3C-95662AA6CB48}"/>
                  </a:ext>
                </a:extLst>
              </p:cNvPr>
              <p:cNvSpPr/>
              <p:nvPr/>
            </p:nvSpPr>
            <p:spPr>
              <a:xfrm>
                <a:off x="219723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39">
                <a:extLst>
                  <a:ext uri="{FF2B5EF4-FFF2-40B4-BE49-F238E27FC236}">
                    <a16:creationId xmlns:a16="http://schemas.microsoft.com/office/drawing/2014/main" id="{997CD2D5-177C-4D20-82E8-921CE76E9CFF}"/>
                  </a:ext>
                </a:extLst>
              </p:cNvPr>
              <p:cNvSpPr/>
              <p:nvPr/>
            </p:nvSpPr>
            <p:spPr>
              <a:xfrm>
                <a:off x="30388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39">
                <a:extLst>
                  <a:ext uri="{FF2B5EF4-FFF2-40B4-BE49-F238E27FC236}">
                    <a16:creationId xmlns:a16="http://schemas.microsoft.com/office/drawing/2014/main" id="{27DDE332-2822-CB91-A0CC-CD9D77E489C4}"/>
                  </a:ext>
                </a:extLst>
              </p:cNvPr>
              <p:cNvSpPr/>
              <p:nvPr/>
            </p:nvSpPr>
            <p:spPr>
              <a:xfrm>
                <a:off x="30388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39">
                <a:extLst>
                  <a:ext uri="{FF2B5EF4-FFF2-40B4-BE49-F238E27FC236}">
                    <a16:creationId xmlns:a16="http://schemas.microsoft.com/office/drawing/2014/main" id="{3B2BF7CD-5351-11C4-917B-2E42DF8CFBC5}"/>
                  </a:ext>
                </a:extLst>
              </p:cNvPr>
              <p:cNvSpPr/>
              <p:nvPr/>
            </p:nvSpPr>
            <p:spPr>
              <a:xfrm>
                <a:off x="37619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39">
                <a:extLst>
                  <a:ext uri="{FF2B5EF4-FFF2-40B4-BE49-F238E27FC236}">
                    <a16:creationId xmlns:a16="http://schemas.microsoft.com/office/drawing/2014/main" id="{82D1229F-5A99-89B2-160F-91FDBA34E1D6}"/>
                  </a:ext>
                </a:extLst>
              </p:cNvPr>
              <p:cNvSpPr/>
              <p:nvPr/>
            </p:nvSpPr>
            <p:spPr>
              <a:xfrm>
                <a:off x="35676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39">
                <a:extLst>
                  <a:ext uri="{FF2B5EF4-FFF2-40B4-BE49-F238E27FC236}">
                    <a16:creationId xmlns:a16="http://schemas.microsoft.com/office/drawing/2014/main" id="{2689EE47-1839-AAFF-E861-21AE0B98467D}"/>
                  </a:ext>
                </a:extLst>
              </p:cNvPr>
              <p:cNvSpPr/>
              <p:nvPr/>
            </p:nvSpPr>
            <p:spPr>
              <a:xfrm>
                <a:off x="61925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39">
                <a:extLst>
                  <a:ext uri="{FF2B5EF4-FFF2-40B4-BE49-F238E27FC236}">
                    <a16:creationId xmlns:a16="http://schemas.microsoft.com/office/drawing/2014/main" id="{F8BF797F-0C83-05EF-84B3-41C028312030}"/>
                  </a:ext>
                </a:extLst>
              </p:cNvPr>
              <p:cNvSpPr/>
              <p:nvPr/>
            </p:nvSpPr>
            <p:spPr>
              <a:xfrm>
                <a:off x="59982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39">
                <a:extLst>
                  <a:ext uri="{FF2B5EF4-FFF2-40B4-BE49-F238E27FC236}">
                    <a16:creationId xmlns:a16="http://schemas.microsoft.com/office/drawing/2014/main" id="{AAC2385D-B89A-B327-2182-DA6A44ED4E72}"/>
                  </a:ext>
                </a:extLst>
              </p:cNvPr>
              <p:cNvSpPr/>
              <p:nvPr/>
            </p:nvSpPr>
            <p:spPr>
              <a:xfrm>
                <a:off x="86231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39">
                <a:extLst>
                  <a:ext uri="{FF2B5EF4-FFF2-40B4-BE49-F238E27FC236}">
                    <a16:creationId xmlns:a16="http://schemas.microsoft.com/office/drawing/2014/main" id="{6980A553-3759-F0FA-6342-EEAE556A7928}"/>
                  </a:ext>
                </a:extLst>
              </p:cNvPr>
              <p:cNvSpPr/>
              <p:nvPr/>
            </p:nvSpPr>
            <p:spPr>
              <a:xfrm>
                <a:off x="84288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39">
                <a:extLst>
                  <a:ext uri="{FF2B5EF4-FFF2-40B4-BE49-F238E27FC236}">
                    <a16:creationId xmlns:a16="http://schemas.microsoft.com/office/drawing/2014/main" id="{F57D6235-7C60-E272-A63C-8D0EC5A29D1B}"/>
                  </a:ext>
                </a:extLst>
              </p:cNvPr>
              <p:cNvSpPr/>
              <p:nvPr/>
            </p:nvSpPr>
            <p:spPr>
              <a:xfrm>
                <a:off x="110537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39">
                <a:extLst>
                  <a:ext uri="{FF2B5EF4-FFF2-40B4-BE49-F238E27FC236}">
                    <a16:creationId xmlns:a16="http://schemas.microsoft.com/office/drawing/2014/main" id="{C3E3758E-8CC8-2DF4-296A-619B94A0BE0C}"/>
                  </a:ext>
                </a:extLst>
              </p:cNvPr>
              <p:cNvSpPr/>
              <p:nvPr/>
            </p:nvSpPr>
            <p:spPr>
              <a:xfrm>
                <a:off x="108594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39">
                <a:extLst>
                  <a:ext uri="{FF2B5EF4-FFF2-40B4-BE49-F238E27FC236}">
                    <a16:creationId xmlns:a16="http://schemas.microsoft.com/office/drawing/2014/main" id="{E822D792-2C35-F4E1-A198-A6518171653E}"/>
                  </a:ext>
                </a:extLst>
              </p:cNvPr>
              <p:cNvSpPr/>
              <p:nvPr/>
            </p:nvSpPr>
            <p:spPr>
              <a:xfrm>
                <a:off x="135018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39">
                <a:extLst>
                  <a:ext uri="{FF2B5EF4-FFF2-40B4-BE49-F238E27FC236}">
                    <a16:creationId xmlns:a16="http://schemas.microsoft.com/office/drawing/2014/main" id="{608A3682-41EA-57A3-8E0B-F87192D77FD9}"/>
                  </a:ext>
                </a:extLst>
              </p:cNvPr>
              <p:cNvSpPr/>
              <p:nvPr/>
            </p:nvSpPr>
            <p:spPr>
              <a:xfrm>
                <a:off x="132900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39">
                <a:extLst>
                  <a:ext uri="{FF2B5EF4-FFF2-40B4-BE49-F238E27FC236}">
                    <a16:creationId xmlns:a16="http://schemas.microsoft.com/office/drawing/2014/main" id="{CD9B533F-33E4-A53B-6AD5-CE5C1F44CA1B}"/>
                  </a:ext>
                </a:extLst>
              </p:cNvPr>
              <p:cNvSpPr/>
              <p:nvPr/>
            </p:nvSpPr>
            <p:spPr>
              <a:xfrm>
                <a:off x="159308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39">
                <a:extLst>
                  <a:ext uri="{FF2B5EF4-FFF2-40B4-BE49-F238E27FC236}">
                    <a16:creationId xmlns:a16="http://schemas.microsoft.com/office/drawing/2014/main" id="{E173BCB0-D4C5-536C-ABE0-0131A4D83B3D}"/>
                  </a:ext>
                </a:extLst>
              </p:cNvPr>
              <p:cNvSpPr/>
              <p:nvPr/>
            </p:nvSpPr>
            <p:spPr>
              <a:xfrm>
                <a:off x="157206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39">
                <a:extLst>
                  <a:ext uri="{FF2B5EF4-FFF2-40B4-BE49-F238E27FC236}">
                    <a16:creationId xmlns:a16="http://schemas.microsoft.com/office/drawing/2014/main" id="{F26A0DD1-922A-C2E8-9586-C913EF01A927}"/>
                  </a:ext>
                </a:extLst>
              </p:cNvPr>
              <p:cNvSpPr/>
              <p:nvPr/>
            </p:nvSpPr>
            <p:spPr>
              <a:xfrm>
                <a:off x="183614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39">
                <a:extLst>
                  <a:ext uri="{FF2B5EF4-FFF2-40B4-BE49-F238E27FC236}">
                    <a16:creationId xmlns:a16="http://schemas.microsoft.com/office/drawing/2014/main" id="{A6773680-BD0C-BF85-2AF6-721A80C6330A}"/>
                  </a:ext>
                </a:extLst>
              </p:cNvPr>
              <p:cNvSpPr/>
              <p:nvPr/>
            </p:nvSpPr>
            <p:spPr>
              <a:xfrm>
                <a:off x="181687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39">
                <a:extLst>
                  <a:ext uri="{FF2B5EF4-FFF2-40B4-BE49-F238E27FC236}">
                    <a16:creationId xmlns:a16="http://schemas.microsoft.com/office/drawing/2014/main" id="{935073F3-440C-B4B4-8273-3FE2D2650171}"/>
                  </a:ext>
                </a:extLst>
              </p:cNvPr>
              <p:cNvSpPr/>
              <p:nvPr/>
            </p:nvSpPr>
            <p:spPr>
              <a:xfrm>
                <a:off x="207920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39">
                <a:extLst>
                  <a:ext uri="{FF2B5EF4-FFF2-40B4-BE49-F238E27FC236}">
                    <a16:creationId xmlns:a16="http://schemas.microsoft.com/office/drawing/2014/main" id="{09C6C9F7-23A1-ADA9-49B8-E518DAC42661}"/>
                  </a:ext>
                </a:extLst>
              </p:cNvPr>
              <p:cNvSpPr/>
              <p:nvPr/>
            </p:nvSpPr>
            <p:spPr>
              <a:xfrm>
                <a:off x="205993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39">
                <a:extLst>
                  <a:ext uri="{FF2B5EF4-FFF2-40B4-BE49-F238E27FC236}">
                    <a16:creationId xmlns:a16="http://schemas.microsoft.com/office/drawing/2014/main" id="{5387B6D4-8C27-399F-DBB3-97FA35E66B55}"/>
                  </a:ext>
                </a:extLst>
              </p:cNvPr>
              <p:cNvSpPr/>
              <p:nvPr/>
            </p:nvSpPr>
            <p:spPr>
              <a:xfrm>
                <a:off x="219723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39">
                <a:extLst>
                  <a:ext uri="{FF2B5EF4-FFF2-40B4-BE49-F238E27FC236}">
                    <a16:creationId xmlns:a16="http://schemas.microsoft.com/office/drawing/2014/main" id="{AF050759-E6E0-2623-673D-1FB73A4277D9}"/>
                  </a:ext>
                </a:extLst>
              </p:cNvPr>
              <p:cNvSpPr/>
              <p:nvPr/>
            </p:nvSpPr>
            <p:spPr>
              <a:xfrm>
                <a:off x="225536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39">
                <a:extLst>
                  <a:ext uri="{FF2B5EF4-FFF2-40B4-BE49-F238E27FC236}">
                    <a16:creationId xmlns:a16="http://schemas.microsoft.com/office/drawing/2014/main" id="{58E4ADC9-E3DF-A29A-D384-FC5440422C6C}"/>
                  </a:ext>
                </a:extLst>
              </p:cNvPr>
              <p:cNvSpPr/>
              <p:nvPr/>
            </p:nvSpPr>
            <p:spPr>
              <a:xfrm>
                <a:off x="30388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39">
                <a:extLst>
                  <a:ext uri="{FF2B5EF4-FFF2-40B4-BE49-F238E27FC236}">
                    <a16:creationId xmlns:a16="http://schemas.microsoft.com/office/drawing/2014/main" id="{8CF58582-EF7E-FB4A-0390-35679FF2334F}"/>
                  </a:ext>
                </a:extLst>
              </p:cNvPr>
              <p:cNvSpPr/>
              <p:nvPr/>
            </p:nvSpPr>
            <p:spPr>
              <a:xfrm>
                <a:off x="230331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aphicFrame>
        <p:nvGraphicFramePr>
          <p:cNvPr id="2" name="Table 1">
            <a:extLst>
              <a:ext uri="{FF2B5EF4-FFF2-40B4-BE49-F238E27FC236}">
                <a16:creationId xmlns:a16="http://schemas.microsoft.com/office/drawing/2014/main" id="{96D53579-CEA9-067B-0C1E-FD960517F326}"/>
              </a:ext>
            </a:extLst>
          </p:cNvPr>
          <p:cNvGraphicFramePr>
            <a:graphicFrameLocks noGrp="1"/>
          </p:cNvGraphicFramePr>
          <p:nvPr>
            <p:extLst>
              <p:ext uri="{D42A27DB-BD31-4B8C-83A1-F6EECF244321}">
                <p14:modId xmlns:p14="http://schemas.microsoft.com/office/powerpoint/2010/main" val="1239979208"/>
              </p:ext>
            </p:extLst>
          </p:nvPr>
        </p:nvGraphicFramePr>
        <p:xfrm>
          <a:off x="1182414" y="1158766"/>
          <a:ext cx="7241586" cy="2083264"/>
        </p:xfrm>
        <a:graphic>
          <a:graphicData uri="http://schemas.openxmlformats.org/drawingml/2006/table">
            <a:tbl>
              <a:tblPr>
                <a:tableStyleId>{5940675A-B579-460E-94D1-54222C63F5DA}</a:tableStyleId>
              </a:tblPr>
              <a:tblGrid>
                <a:gridCol w="3686684">
                  <a:extLst>
                    <a:ext uri="{9D8B030D-6E8A-4147-A177-3AD203B41FA5}">
                      <a16:colId xmlns:a16="http://schemas.microsoft.com/office/drawing/2014/main" val="2949792338"/>
                    </a:ext>
                  </a:extLst>
                </a:gridCol>
                <a:gridCol w="3554902">
                  <a:extLst>
                    <a:ext uri="{9D8B030D-6E8A-4147-A177-3AD203B41FA5}">
                      <a16:colId xmlns:a16="http://schemas.microsoft.com/office/drawing/2014/main" val="888973030"/>
                    </a:ext>
                  </a:extLst>
                </a:gridCol>
              </a:tblGrid>
              <a:tr h="338304">
                <a:tc>
                  <a:txBody>
                    <a:bodyPr/>
                    <a:lstStyle/>
                    <a:p>
                      <a:pPr>
                        <a:buNone/>
                      </a:pPr>
                      <a:r>
                        <a:rPr lang="en-US" sz="1400"/>
                        <a:t>Column</a:t>
                      </a:r>
                    </a:p>
                  </a:txBody>
                  <a:tcPr anchor="ctr"/>
                </a:tc>
                <a:tc>
                  <a:txBody>
                    <a:bodyPr/>
                    <a:lstStyle/>
                    <a:p>
                      <a:pPr>
                        <a:buNone/>
                      </a:pPr>
                      <a:r>
                        <a:rPr lang="en-US" sz="1400" dirty="0"/>
                        <a:t>Logic</a:t>
                      </a:r>
                    </a:p>
                  </a:txBody>
                  <a:tcPr anchor="ctr"/>
                </a:tc>
                <a:extLst>
                  <a:ext uri="{0D108BD9-81ED-4DB2-BD59-A6C34878D82A}">
                    <a16:rowId xmlns:a16="http://schemas.microsoft.com/office/drawing/2014/main" val="1768911608"/>
                  </a:ext>
                </a:extLst>
              </a:tr>
              <a:tr h="323141">
                <a:tc>
                  <a:txBody>
                    <a:bodyPr/>
                    <a:lstStyle/>
                    <a:p>
                      <a:pPr>
                        <a:buNone/>
                      </a:pPr>
                      <a:r>
                        <a:rPr lang="en-US" sz="1400"/>
                        <a:t>Journey Duration (min)</a:t>
                      </a:r>
                    </a:p>
                  </a:txBody>
                  <a:tcPr anchor="ctr"/>
                </a:tc>
                <a:tc>
                  <a:txBody>
                    <a:bodyPr/>
                    <a:lstStyle/>
                    <a:p>
                      <a:pPr>
                        <a:buNone/>
                      </a:pPr>
                      <a:r>
                        <a:rPr lang="en-US" sz="1400"/>
                        <a:t>Actual Arrival Time – Departure Time</a:t>
                      </a:r>
                    </a:p>
                  </a:txBody>
                  <a:tcPr anchor="ctr"/>
                </a:tc>
                <a:extLst>
                  <a:ext uri="{0D108BD9-81ED-4DB2-BD59-A6C34878D82A}">
                    <a16:rowId xmlns:a16="http://schemas.microsoft.com/office/drawing/2014/main" val="1222267043"/>
                  </a:ext>
                </a:extLst>
              </a:tr>
              <a:tr h="549339">
                <a:tc>
                  <a:txBody>
                    <a:bodyPr/>
                    <a:lstStyle/>
                    <a:p>
                      <a:pPr>
                        <a:buNone/>
                      </a:pPr>
                      <a:r>
                        <a:rPr lang="en-US" sz="1400"/>
                        <a:t>Delay Minutes</a:t>
                      </a:r>
                    </a:p>
                  </a:txBody>
                  <a:tcPr anchor="ctr"/>
                </a:tc>
                <a:tc>
                  <a:txBody>
                    <a:bodyPr/>
                    <a:lstStyle/>
                    <a:p>
                      <a:pPr>
                        <a:buNone/>
                      </a:pPr>
                      <a:r>
                        <a:rPr lang="en-US" sz="1400"/>
                        <a:t>Actual Arrival Time – Arrival Time (when Delayed)</a:t>
                      </a:r>
                    </a:p>
                  </a:txBody>
                  <a:tcPr anchor="ctr"/>
                </a:tc>
                <a:extLst>
                  <a:ext uri="{0D108BD9-81ED-4DB2-BD59-A6C34878D82A}">
                    <a16:rowId xmlns:a16="http://schemas.microsoft.com/office/drawing/2014/main" val="1756925947"/>
                  </a:ext>
                </a:extLst>
              </a:tr>
              <a:tr h="549339">
                <a:tc>
                  <a:txBody>
                    <a:bodyPr/>
                    <a:lstStyle/>
                    <a:p>
                      <a:pPr>
                        <a:buNone/>
                      </a:pPr>
                      <a:r>
                        <a:rPr lang="en-US" sz="1400" dirty="0"/>
                        <a:t>Route</a:t>
                      </a:r>
                    </a:p>
                  </a:txBody>
                  <a:tcPr anchor="ctr"/>
                </a:tc>
                <a:tc>
                  <a:txBody>
                    <a:bodyPr/>
                    <a:lstStyle/>
                    <a:p>
                      <a:pPr>
                        <a:buNone/>
                      </a:pPr>
                      <a:r>
                        <a:rPr lang="en-US" sz="1400"/>
                        <a:t>Departure Station &amp; " → " &amp; Arrival Destination</a:t>
                      </a:r>
                    </a:p>
                  </a:txBody>
                  <a:tcPr anchor="ctr"/>
                </a:tc>
                <a:extLst>
                  <a:ext uri="{0D108BD9-81ED-4DB2-BD59-A6C34878D82A}">
                    <a16:rowId xmlns:a16="http://schemas.microsoft.com/office/drawing/2014/main" val="2596141574"/>
                  </a:ext>
                </a:extLst>
              </a:tr>
              <a:tr h="323141">
                <a:tc>
                  <a:txBody>
                    <a:bodyPr/>
                    <a:lstStyle/>
                    <a:p>
                      <a:pPr>
                        <a:buNone/>
                      </a:pPr>
                      <a:r>
                        <a:rPr lang="en-US" sz="1400" dirty="0"/>
                        <a:t>Purchase Lead Days</a:t>
                      </a:r>
                    </a:p>
                  </a:txBody>
                  <a:tcPr anchor="ctr"/>
                </a:tc>
                <a:tc>
                  <a:txBody>
                    <a:bodyPr/>
                    <a:lstStyle/>
                    <a:p>
                      <a:pPr>
                        <a:buNone/>
                      </a:pPr>
                      <a:r>
                        <a:rPr lang="en-US" sz="1400" dirty="0"/>
                        <a:t>Date of Journey – Date of Purchase</a:t>
                      </a:r>
                    </a:p>
                  </a:txBody>
                  <a:tcPr anchor="ctr"/>
                </a:tc>
                <a:extLst>
                  <a:ext uri="{0D108BD9-81ED-4DB2-BD59-A6C34878D82A}">
                    <a16:rowId xmlns:a16="http://schemas.microsoft.com/office/drawing/2014/main" val="2324745210"/>
                  </a:ext>
                </a:extLst>
              </a:tr>
            </a:tbl>
          </a:graphicData>
        </a:graphic>
      </p:graphicFrame>
    </p:spTree>
    <p:extLst>
      <p:ext uri="{BB962C8B-B14F-4D97-AF65-F5344CB8AC3E}">
        <p14:creationId xmlns:p14="http://schemas.microsoft.com/office/powerpoint/2010/main" val="3775252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543"/>
                                        </p:tgtEl>
                                        <p:attrNameLst>
                                          <p:attrName>style.visibility</p:attrName>
                                        </p:attrNameLst>
                                      </p:cBhvr>
                                      <p:to>
                                        <p:strVal val="visible"/>
                                      </p:to>
                                    </p:set>
                                    <p:animEffect transition="in" filter="barn(inVertical)">
                                      <p:cBhvr>
                                        <p:cTn id="7" dur="500"/>
                                        <p:tgtEl>
                                          <p:spTgt spid="154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1559"/>
                                        </p:tgtEl>
                                        <p:attrNameLst>
                                          <p:attrName>style.visibility</p:attrName>
                                        </p:attrNameLst>
                                      </p:cBhvr>
                                      <p:to>
                                        <p:strVal val="visible"/>
                                      </p:to>
                                    </p:set>
                                    <p:animEffect transition="in" filter="fade">
                                      <p:cBhvr>
                                        <p:cTn id="17" dur="1000"/>
                                        <p:tgtEl>
                                          <p:spTgt spid="1559"/>
                                        </p:tgtEl>
                                      </p:cBhvr>
                                    </p:animEffect>
                                    <p:anim calcmode="lin" valueType="num">
                                      <p:cBhvr>
                                        <p:cTn id="18" dur="1000" fill="hold"/>
                                        <p:tgtEl>
                                          <p:spTgt spid="1559"/>
                                        </p:tgtEl>
                                        <p:attrNameLst>
                                          <p:attrName>ppt_x</p:attrName>
                                        </p:attrNameLst>
                                      </p:cBhvr>
                                      <p:tavLst>
                                        <p:tav tm="0">
                                          <p:val>
                                            <p:strVal val="#ppt_x"/>
                                          </p:val>
                                        </p:tav>
                                        <p:tav tm="100000">
                                          <p:val>
                                            <p:strVal val="#ppt_x"/>
                                          </p:val>
                                        </p:tav>
                                      </p:tavLst>
                                    </p:anim>
                                    <p:anim calcmode="lin" valueType="num">
                                      <p:cBhvr>
                                        <p:cTn id="19" dur="1000" fill="hold"/>
                                        <p:tgtEl>
                                          <p:spTgt spid="155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05"/>
        <p:cNvGrpSpPr/>
        <p:nvPr/>
      </p:nvGrpSpPr>
      <p:grpSpPr>
        <a:xfrm>
          <a:off x="0" y="0"/>
          <a:ext cx="0" cy="0"/>
          <a:chOff x="0" y="0"/>
          <a:chExt cx="0" cy="0"/>
        </a:xfrm>
      </p:grpSpPr>
      <p:sp>
        <p:nvSpPr>
          <p:cNvPr id="1906" name="Google Shape;1906;p42"/>
          <p:cNvSpPr txBox="1">
            <a:spLocks noGrp="1"/>
          </p:cNvSpPr>
          <p:nvPr>
            <p:ph type="title"/>
          </p:nvPr>
        </p:nvSpPr>
        <p:spPr>
          <a:xfrm>
            <a:off x="1987500" y="922415"/>
            <a:ext cx="5919952" cy="1155896"/>
          </a:xfrm>
          <a:prstGeom prst="rect">
            <a:avLst/>
          </a:prstGeom>
        </p:spPr>
        <p:txBody>
          <a:bodyPr spcFirstLastPara="1" wrap="square" lIns="91425" tIns="91425" rIns="91425" bIns="91425" anchor="ctr" anchorCtr="0">
            <a:noAutofit/>
          </a:bodyPr>
          <a:lstStyle/>
          <a:p>
            <a:pPr lvl="0">
              <a:lnSpc>
                <a:spcPct val="115000"/>
              </a:lnSpc>
              <a:spcAft>
                <a:spcPts val="1600"/>
              </a:spcAft>
            </a:pPr>
            <a:r>
              <a:rPr lang="en-US" dirty="0">
                <a:latin typeface="Aptos Black" panose="020B0004020202020204" pitchFamily="34" charset="0"/>
              </a:rPr>
              <a:t>DAX Measures</a:t>
            </a:r>
            <a:endParaRPr lang="en-US" dirty="0">
              <a:solidFill>
                <a:schemeClr val="dk1"/>
              </a:solidFill>
              <a:latin typeface="Aptos Black" panose="020B0004020202020204" pitchFamily="34" charset="0"/>
              <a:ea typeface="Arimo"/>
              <a:cs typeface="Arimo"/>
              <a:sym typeface="Arimo"/>
            </a:endParaRPr>
          </a:p>
        </p:txBody>
      </p:sp>
      <p:grpSp>
        <p:nvGrpSpPr>
          <p:cNvPr id="1908" name="Google Shape;1908;p42"/>
          <p:cNvGrpSpPr/>
          <p:nvPr/>
        </p:nvGrpSpPr>
        <p:grpSpPr>
          <a:xfrm>
            <a:off x="-261650" y="2954393"/>
            <a:ext cx="9582300" cy="1649595"/>
            <a:chOff x="-261650" y="2954393"/>
            <a:chExt cx="9582300" cy="1649595"/>
          </a:xfrm>
        </p:grpSpPr>
        <p:grpSp>
          <p:nvGrpSpPr>
            <p:cNvPr id="1909" name="Google Shape;1909;p42"/>
            <p:cNvGrpSpPr/>
            <p:nvPr/>
          </p:nvGrpSpPr>
          <p:grpSpPr>
            <a:xfrm>
              <a:off x="2324298" y="2954393"/>
              <a:ext cx="3853025" cy="1649595"/>
              <a:chOff x="-1795175" y="2679375"/>
              <a:chExt cx="4495421" cy="1924624"/>
            </a:xfrm>
          </p:grpSpPr>
          <p:sp>
            <p:nvSpPr>
              <p:cNvPr id="1910" name="Google Shape;1910;p42"/>
              <p:cNvSpPr/>
              <p:nvPr/>
            </p:nvSpPr>
            <p:spPr>
              <a:xfrm>
                <a:off x="850262" y="2964225"/>
                <a:ext cx="330448" cy="219617"/>
              </a:xfrm>
              <a:custGeom>
                <a:avLst/>
                <a:gdLst/>
                <a:ahLst/>
                <a:cxnLst/>
                <a:rect l="l" t="t" r="r" b="b"/>
                <a:pathLst>
                  <a:path w="1616" h="1074" extrusionOk="0">
                    <a:moveTo>
                      <a:pt x="1538" y="1"/>
                    </a:moveTo>
                    <a:lnTo>
                      <a:pt x="1" y="996"/>
                    </a:lnTo>
                    <a:lnTo>
                      <a:pt x="67" y="1074"/>
                    </a:lnTo>
                    <a:lnTo>
                      <a:pt x="1615" y="78"/>
                    </a:lnTo>
                    <a:lnTo>
                      <a:pt x="15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42"/>
              <p:cNvSpPr/>
              <p:nvPr/>
            </p:nvSpPr>
            <p:spPr>
              <a:xfrm>
                <a:off x="325755" y="2964225"/>
                <a:ext cx="332697" cy="219617"/>
              </a:xfrm>
              <a:custGeom>
                <a:avLst/>
                <a:gdLst/>
                <a:ahLst/>
                <a:cxnLst/>
                <a:rect l="l" t="t" r="r" b="b"/>
                <a:pathLst>
                  <a:path w="1627" h="1074" extrusionOk="0">
                    <a:moveTo>
                      <a:pt x="78" y="1"/>
                    </a:moveTo>
                    <a:lnTo>
                      <a:pt x="1" y="78"/>
                    </a:lnTo>
                    <a:lnTo>
                      <a:pt x="1549" y="1074"/>
                    </a:lnTo>
                    <a:lnTo>
                      <a:pt x="1626" y="996"/>
                    </a:lnTo>
                    <a:lnTo>
                      <a:pt x="7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42"/>
              <p:cNvSpPr/>
              <p:nvPr/>
            </p:nvSpPr>
            <p:spPr>
              <a:xfrm>
                <a:off x="739635" y="2679375"/>
                <a:ext cx="441074" cy="301002"/>
              </a:xfrm>
              <a:custGeom>
                <a:avLst/>
                <a:gdLst/>
                <a:ahLst/>
                <a:cxnLst/>
                <a:rect l="l" t="t" r="r" b="b"/>
                <a:pathLst>
                  <a:path w="2157" h="1472" extrusionOk="0">
                    <a:moveTo>
                      <a:pt x="67" y="1"/>
                    </a:moveTo>
                    <a:lnTo>
                      <a:pt x="0" y="78"/>
                    </a:lnTo>
                    <a:lnTo>
                      <a:pt x="2156" y="1471"/>
                    </a:lnTo>
                    <a:lnTo>
                      <a:pt x="2156" y="1350"/>
                    </a:lnTo>
                    <a:lnTo>
                      <a:pt x="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42"/>
              <p:cNvSpPr/>
              <p:nvPr/>
            </p:nvSpPr>
            <p:spPr>
              <a:xfrm>
                <a:off x="325755" y="2679375"/>
                <a:ext cx="443323" cy="301002"/>
              </a:xfrm>
              <a:custGeom>
                <a:avLst/>
                <a:gdLst/>
                <a:ahLst/>
                <a:cxnLst/>
                <a:rect l="l" t="t" r="r" b="b"/>
                <a:pathLst>
                  <a:path w="2168" h="1472" extrusionOk="0">
                    <a:moveTo>
                      <a:pt x="2091" y="1"/>
                    </a:moveTo>
                    <a:lnTo>
                      <a:pt x="1" y="1350"/>
                    </a:lnTo>
                    <a:lnTo>
                      <a:pt x="1" y="1471"/>
                    </a:lnTo>
                    <a:lnTo>
                      <a:pt x="2168" y="78"/>
                    </a:lnTo>
                    <a:lnTo>
                      <a:pt x="209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42"/>
              <p:cNvSpPr/>
              <p:nvPr/>
            </p:nvSpPr>
            <p:spPr>
              <a:xfrm>
                <a:off x="753131" y="2964225"/>
                <a:ext cx="332493" cy="219617"/>
              </a:xfrm>
              <a:custGeom>
                <a:avLst/>
                <a:gdLst/>
                <a:ahLst/>
                <a:cxnLst/>
                <a:rect l="l" t="t" r="r" b="b"/>
                <a:pathLst>
                  <a:path w="1626" h="1074" extrusionOk="0">
                    <a:moveTo>
                      <a:pt x="1549" y="1"/>
                    </a:moveTo>
                    <a:lnTo>
                      <a:pt x="1" y="996"/>
                    </a:lnTo>
                    <a:lnTo>
                      <a:pt x="78" y="1074"/>
                    </a:lnTo>
                    <a:lnTo>
                      <a:pt x="1626" y="78"/>
                    </a:lnTo>
                    <a:lnTo>
                      <a:pt x="154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42"/>
              <p:cNvSpPr/>
              <p:nvPr/>
            </p:nvSpPr>
            <p:spPr>
              <a:xfrm>
                <a:off x="230874" y="2964225"/>
                <a:ext cx="330243" cy="219617"/>
              </a:xfrm>
              <a:custGeom>
                <a:avLst/>
                <a:gdLst/>
                <a:ahLst/>
                <a:cxnLst/>
                <a:rect l="l" t="t" r="r" b="b"/>
                <a:pathLst>
                  <a:path w="1615" h="1074" extrusionOk="0">
                    <a:moveTo>
                      <a:pt x="78" y="1"/>
                    </a:moveTo>
                    <a:lnTo>
                      <a:pt x="0" y="78"/>
                    </a:lnTo>
                    <a:lnTo>
                      <a:pt x="1537" y="1074"/>
                    </a:lnTo>
                    <a:lnTo>
                      <a:pt x="1615" y="996"/>
                    </a:lnTo>
                    <a:lnTo>
                      <a:pt x="7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42"/>
              <p:cNvSpPr/>
              <p:nvPr/>
            </p:nvSpPr>
            <p:spPr>
              <a:xfrm>
                <a:off x="642300" y="2679375"/>
                <a:ext cx="443323" cy="301002"/>
              </a:xfrm>
              <a:custGeom>
                <a:avLst/>
                <a:gdLst/>
                <a:ahLst/>
                <a:cxnLst/>
                <a:rect l="l" t="t" r="r" b="b"/>
                <a:pathLst>
                  <a:path w="2168" h="1472" extrusionOk="0">
                    <a:moveTo>
                      <a:pt x="78" y="1"/>
                    </a:moveTo>
                    <a:lnTo>
                      <a:pt x="1" y="78"/>
                    </a:lnTo>
                    <a:lnTo>
                      <a:pt x="2168" y="1471"/>
                    </a:lnTo>
                    <a:lnTo>
                      <a:pt x="2168" y="1350"/>
                    </a:lnTo>
                    <a:lnTo>
                      <a:pt x="7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42"/>
              <p:cNvSpPr/>
              <p:nvPr/>
            </p:nvSpPr>
            <p:spPr>
              <a:xfrm>
                <a:off x="230874" y="2679375"/>
                <a:ext cx="441074" cy="301002"/>
              </a:xfrm>
              <a:custGeom>
                <a:avLst/>
                <a:gdLst/>
                <a:ahLst/>
                <a:cxnLst/>
                <a:rect l="l" t="t" r="r" b="b"/>
                <a:pathLst>
                  <a:path w="2157" h="1472" extrusionOk="0">
                    <a:moveTo>
                      <a:pt x="2090" y="1"/>
                    </a:moveTo>
                    <a:lnTo>
                      <a:pt x="0" y="1350"/>
                    </a:lnTo>
                    <a:lnTo>
                      <a:pt x="0" y="1471"/>
                    </a:lnTo>
                    <a:lnTo>
                      <a:pt x="2156" y="78"/>
                    </a:lnTo>
                    <a:lnTo>
                      <a:pt x="209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42"/>
              <p:cNvSpPr/>
              <p:nvPr/>
            </p:nvSpPr>
            <p:spPr>
              <a:xfrm>
                <a:off x="-1297047" y="4325490"/>
                <a:ext cx="274623" cy="234953"/>
              </a:xfrm>
              <a:custGeom>
                <a:avLst/>
                <a:gdLst/>
                <a:ahLst/>
                <a:cxnLst/>
                <a:rect l="l" t="t" r="r" b="b"/>
                <a:pathLst>
                  <a:path w="1343" h="1149" extrusionOk="0">
                    <a:moveTo>
                      <a:pt x="768" y="337"/>
                    </a:moveTo>
                    <a:cubicBezTo>
                      <a:pt x="888" y="337"/>
                      <a:pt x="1004" y="434"/>
                      <a:pt x="1004" y="576"/>
                    </a:cubicBezTo>
                    <a:cubicBezTo>
                      <a:pt x="1004" y="697"/>
                      <a:pt x="893" y="808"/>
                      <a:pt x="771" y="808"/>
                    </a:cubicBezTo>
                    <a:cubicBezTo>
                      <a:pt x="561" y="808"/>
                      <a:pt x="451" y="553"/>
                      <a:pt x="605" y="410"/>
                    </a:cubicBezTo>
                    <a:cubicBezTo>
                      <a:pt x="652" y="359"/>
                      <a:pt x="710" y="337"/>
                      <a:pt x="768" y="337"/>
                    </a:cubicBezTo>
                    <a:close/>
                    <a:moveTo>
                      <a:pt x="758" y="0"/>
                    </a:moveTo>
                    <a:cubicBezTo>
                      <a:pt x="247" y="0"/>
                      <a:pt x="0" y="623"/>
                      <a:pt x="351" y="985"/>
                    </a:cubicBezTo>
                    <a:cubicBezTo>
                      <a:pt x="468" y="1098"/>
                      <a:pt x="612" y="1149"/>
                      <a:pt x="753" y="1149"/>
                    </a:cubicBezTo>
                    <a:cubicBezTo>
                      <a:pt x="1053" y="1149"/>
                      <a:pt x="1343" y="918"/>
                      <a:pt x="1335" y="565"/>
                    </a:cubicBezTo>
                    <a:cubicBezTo>
                      <a:pt x="1335" y="255"/>
                      <a:pt x="1081" y="1"/>
                      <a:pt x="771" y="1"/>
                    </a:cubicBezTo>
                    <a:cubicBezTo>
                      <a:pt x="767" y="1"/>
                      <a:pt x="762" y="0"/>
                      <a:pt x="7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42"/>
              <p:cNvSpPr/>
              <p:nvPr/>
            </p:nvSpPr>
            <p:spPr>
              <a:xfrm>
                <a:off x="-1356552" y="4280299"/>
                <a:ext cx="377888" cy="323495"/>
              </a:xfrm>
              <a:custGeom>
                <a:avLst/>
                <a:gdLst/>
                <a:ahLst/>
                <a:cxnLst/>
                <a:rect l="l" t="t" r="r" b="b"/>
                <a:pathLst>
                  <a:path w="1848" h="1582" extrusionOk="0">
                    <a:moveTo>
                      <a:pt x="1050" y="215"/>
                    </a:moveTo>
                    <a:cubicBezTo>
                      <a:pt x="1345" y="215"/>
                      <a:pt x="1626" y="443"/>
                      <a:pt x="1626" y="786"/>
                    </a:cubicBezTo>
                    <a:cubicBezTo>
                      <a:pt x="1626" y="1106"/>
                      <a:pt x="1372" y="1361"/>
                      <a:pt x="1062" y="1361"/>
                    </a:cubicBezTo>
                    <a:cubicBezTo>
                      <a:pt x="1058" y="1361"/>
                      <a:pt x="1053" y="1361"/>
                      <a:pt x="1049" y="1361"/>
                    </a:cubicBezTo>
                    <a:cubicBezTo>
                      <a:pt x="538" y="1361"/>
                      <a:pt x="291" y="749"/>
                      <a:pt x="642" y="387"/>
                    </a:cubicBezTo>
                    <a:cubicBezTo>
                      <a:pt x="761" y="269"/>
                      <a:pt x="907" y="215"/>
                      <a:pt x="1050" y="215"/>
                    </a:cubicBezTo>
                    <a:close/>
                    <a:moveTo>
                      <a:pt x="1062" y="0"/>
                    </a:moveTo>
                    <a:cubicBezTo>
                      <a:pt x="355" y="0"/>
                      <a:pt x="1" y="852"/>
                      <a:pt x="498" y="1349"/>
                    </a:cubicBezTo>
                    <a:cubicBezTo>
                      <a:pt x="659" y="1510"/>
                      <a:pt x="856" y="1582"/>
                      <a:pt x="1050" y="1582"/>
                    </a:cubicBezTo>
                    <a:cubicBezTo>
                      <a:pt x="1457" y="1582"/>
                      <a:pt x="1847" y="1265"/>
                      <a:pt x="1847" y="786"/>
                    </a:cubicBezTo>
                    <a:cubicBezTo>
                      <a:pt x="1847" y="354"/>
                      <a:pt x="1494" y="0"/>
                      <a:pt x="10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42"/>
              <p:cNvSpPr/>
              <p:nvPr/>
            </p:nvSpPr>
            <p:spPr>
              <a:xfrm>
                <a:off x="-1205028" y="4393380"/>
                <a:ext cx="113285" cy="96312"/>
              </a:xfrm>
              <a:custGeom>
                <a:avLst/>
                <a:gdLst/>
                <a:ahLst/>
                <a:cxnLst/>
                <a:rect l="l" t="t" r="r" b="b"/>
                <a:pathLst>
                  <a:path w="554" h="471" extrusionOk="0">
                    <a:moveTo>
                      <a:pt x="321" y="0"/>
                    </a:moveTo>
                    <a:cubicBezTo>
                      <a:pt x="111" y="0"/>
                      <a:pt x="1" y="255"/>
                      <a:pt x="155" y="398"/>
                    </a:cubicBezTo>
                    <a:cubicBezTo>
                      <a:pt x="202" y="449"/>
                      <a:pt x="260" y="471"/>
                      <a:pt x="318" y="471"/>
                    </a:cubicBezTo>
                    <a:cubicBezTo>
                      <a:pt x="438" y="471"/>
                      <a:pt x="554" y="374"/>
                      <a:pt x="554" y="233"/>
                    </a:cubicBezTo>
                    <a:cubicBezTo>
                      <a:pt x="554" y="100"/>
                      <a:pt x="454" y="0"/>
                      <a:pt x="3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42"/>
              <p:cNvSpPr/>
              <p:nvPr/>
            </p:nvSpPr>
            <p:spPr>
              <a:xfrm>
                <a:off x="-1094197" y="4280299"/>
                <a:ext cx="165224" cy="323495"/>
              </a:xfrm>
              <a:custGeom>
                <a:avLst/>
                <a:gdLst/>
                <a:ahLst/>
                <a:cxnLst/>
                <a:rect l="l" t="t" r="r" b="b"/>
                <a:pathLst>
                  <a:path w="808" h="1582" extrusionOk="0">
                    <a:moveTo>
                      <a:pt x="0" y="0"/>
                    </a:moveTo>
                    <a:cubicBezTo>
                      <a:pt x="421" y="12"/>
                      <a:pt x="763" y="365"/>
                      <a:pt x="763" y="786"/>
                    </a:cubicBezTo>
                    <a:cubicBezTo>
                      <a:pt x="763" y="1217"/>
                      <a:pt x="421" y="1560"/>
                      <a:pt x="0" y="1582"/>
                    </a:cubicBezTo>
                    <a:lnTo>
                      <a:pt x="56" y="1582"/>
                    </a:lnTo>
                    <a:cubicBezTo>
                      <a:pt x="476" y="1560"/>
                      <a:pt x="808" y="1217"/>
                      <a:pt x="808" y="786"/>
                    </a:cubicBezTo>
                    <a:cubicBezTo>
                      <a:pt x="808" y="365"/>
                      <a:pt x="476" y="12"/>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42"/>
              <p:cNvSpPr/>
              <p:nvPr/>
            </p:nvSpPr>
            <p:spPr>
              <a:xfrm>
                <a:off x="-1137139" y="4280094"/>
                <a:ext cx="203667" cy="323904"/>
              </a:xfrm>
              <a:custGeom>
                <a:avLst/>
                <a:gdLst/>
                <a:ahLst/>
                <a:cxnLst/>
                <a:rect l="l" t="t" r="r" b="b"/>
                <a:pathLst>
                  <a:path w="996" h="1584" extrusionOk="0">
                    <a:moveTo>
                      <a:pt x="39" y="0"/>
                    </a:moveTo>
                    <a:cubicBezTo>
                      <a:pt x="27" y="0"/>
                      <a:pt x="13" y="1"/>
                      <a:pt x="0" y="1"/>
                    </a:cubicBezTo>
                    <a:lnTo>
                      <a:pt x="78" y="1"/>
                    </a:lnTo>
                    <a:cubicBezTo>
                      <a:pt x="66" y="1"/>
                      <a:pt x="53" y="0"/>
                      <a:pt x="39" y="0"/>
                    </a:cubicBezTo>
                    <a:close/>
                    <a:moveTo>
                      <a:pt x="78" y="1"/>
                    </a:moveTo>
                    <a:cubicBezTo>
                      <a:pt x="496" y="22"/>
                      <a:pt x="830" y="370"/>
                      <a:pt x="830" y="787"/>
                    </a:cubicBezTo>
                    <a:cubicBezTo>
                      <a:pt x="830" y="1214"/>
                      <a:pt x="496" y="1562"/>
                      <a:pt x="78" y="1583"/>
                    </a:cubicBezTo>
                    <a:lnTo>
                      <a:pt x="199" y="1583"/>
                    </a:lnTo>
                    <a:cubicBezTo>
                      <a:pt x="642" y="1583"/>
                      <a:pt x="996" y="1229"/>
                      <a:pt x="996" y="787"/>
                    </a:cubicBezTo>
                    <a:cubicBezTo>
                      <a:pt x="996" y="355"/>
                      <a:pt x="642" y="1"/>
                      <a:pt x="210" y="1"/>
                    </a:cubicBezTo>
                    <a:close/>
                    <a:moveTo>
                      <a:pt x="0" y="1583"/>
                    </a:moveTo>
                    <a:cubicBezTo>
                      <a:pt x="13" y="1583"/>
                      <a:pt x="27" y="1584"/>
                      <a:pt x="39" y="1584"/>
                    </a:cubicBezTo>
                    <a:cubicBezTo>
                      <a:pt x="53" y="1584"/>
                      <a:pt x="66" y="1583"/>
                      <a:pt x="78" y="158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42"/>
              <p:cNvSpPr/>
              <p:nvPr/>
            </p:nvSpPr>
            <p:spPr>
              <a:xfrm>
                <a:off x="-1150635" y="4280299"/>
                <a:ext cx="176471" cy="323495"/>
              </a:xfrm>
              <a:custGeom>
                <a:avLst/>
                <a:gdLst/>
                <a:ahLst/>
                <a:cxnLst/>
                <a:rect l="l" t="t" r="r" b="b"/>
                <a:pathLst>
                  <a:path w="863" h="1582" extrusionOk="0">
                    <a:moveTo>
                      <a:pt x="0" y="0"/>
                    </a:moveTo>
                    <a:cubicBezTo>
                      <a:pt x="420" y="12"/>
                      <a:pt x="763" y="365"/>
                      <a:pt x="763" y="786"/>
                    </a:cubicBezTo>
                    <a:cubicBezTo>
                      <a:pt x="763" y="1217"/>
                      <a:pt x="420" y="1560"/>
                      <a:pt x="0" y="1582"/>
                    </a:cubicBezTo>
                    <a:lnTo>
                      <a:pt x="66" y="1582"/>
                    </a:lnTo>
                    <a:cubicBezTo>
                      <a:pt x="509" y="1582"/>
                      <a:pt x="863" y="1228"/>
                      <a:pt x="863" y="786"/>
                    </a:cubicBezTo>
                    <a:cubicBezTo>
                      <a:pt x="863" y="354"/>
                      <a:pt x="509"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42"/>
              <p:cNvSpPr/>
              <p:nvPr/>
            </p:nvSpPr>
            <p:spPr>
              <a:xfrm>
                <a:off x="-1301545" y="4325286"/>
                <a:ext cx="166860" cy="233522"/>
              </a:xfrm>
              <a:custGeom>
                <a:avLst/>
                <a:gdLst/>
                <a:ahLst/>
                <a:cxnLst/>
                <a:rect l="l" t="t" r="r" b="b"/>
                <a:pathLst>
                  <a:path w="816" h="1142" extrusionOk="0">
                    <a:moveTo>
                      <a:pt x="751" y="0"/>
                    </a:moveTo>
                    <a:cubicBezTo>
                      <a:pt x="0" y="0"/>
                      <a:pt x="0" y="1142"/>
                      <a:pt x="751" y="1142"/>
                    </a:cubicBezTo>
                    <a:cubicBezTo>
                      <a:pt x="765" y="1142"/>
                      <a:pt x="779" y="1141"/>
                      <a:pt x="793" y="1141"/>
                    </a:cubicBezTo>
                    <a:lnTo>
                      <a:pt x="815" y="1141"/>
                    </a:lnTo>
                    <a:cubicBezTo>
                      <a:pt x="517" y="1129"/>
                      <a:pt x="274" y="875"/>
                      <a:pt x="274" y="566"/>
                    </a:cubicBezTo>
                    <a:cubicBezTo>
                      <a:pt x="274" y="267"/>
                      <a:pt x="517" y="13"/>
                      <a:pt x="815" y="2"/>
                    </a:cubicBezTo>
                    <a:lnTo>
                      <a:pt x="793" y="2"/>
                    </a:lnTo>
                    <a:cubicBezTo>
                      <a:pt x="779" y="1"/>
                      <a:pt x="765" y="0"/>
                      <a:pt x="7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42"/>
              <p:cNvSpPr/>
              <p:nvPr/>
            </p:nvSpPr>
            <p:spPr>
              <a:xfrm>
                <a:off x="-1134889" y="4391130"/>
                <a:ext cx="70343" cy="97335"/>
              </a:xfrm>
              <a:custGeom>
                <a:avLst/>
                <a:gdLst/>
                <a:ahLst/>
                <a:cxnLst/>
                <a:rect l="l" t="t" r="r" b="b"/>
                <a:pathLst>
                  <a:path w="344" h="476" extrusionOk="0">
                    <a:moveTo>
                      <a:pt x="34" y="0"/>
                    </a:moveTo>
                    <a:lnTo>
                      <a:pt x="34" y="11"/>
                    </a:lnTo>
                    <a:lnTo>
                      <a:pt x="0" y="11"/>
                    </a:lnTo>
                    <a:cubicBezTo>
                      <a:pt x="288" y="45"/>
                      <a:pt x="288" y="443"/>
                      <a:pt x="0" y="476"/>
                    </a:cubicBezTo>
                    <a:lnTo>
                      <a:pt x="34" y="476"/>
                    </a:lnTo>
                    <a:cubicBezTo>
                      <a:pt x="343" y="476"/>
                      <a:pt x="343" y="0"/>
                      <a:pt x="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42"/>
              <p:cNvSpPr/>
              <p:nvPr/>
            </p:nvSpPr>
            <p:spPr>
              <a:xfrm>
                <a:off x="-1299910" y="4379679"/>
                <a:ext cx="377684" cy="45600"/>
              </a:xfrm>
              <a:custGeom>
                <a:avLst/>
                <a:gdLst/>
                <a:ahLst/>
                <a:cxnLst/>
                <a:rect l="l" t="t" r="r" b="b"/>
                <a:pathLst>
                  <a:path w="1847" h="223" extrusionOk="0">
                    <a:moveTo>
                      <a:pt x="56" y="1"/>
                    </a:moveTo>
                    <a:cubicBezTo>
                      <a:pt x="22" y="67"/>
                      <a:pt x="0" y="145"/>
                      <a:pt x="0" y="222"/>
                    </a:cubicBezTo>
                    <a:lnTo>
                      <a:pt x="1847" y="222"/>
                    </a:lnTo>
                    <a:cubicBezTo>
                      <a:pt x="1836" y="145"/>
                      <a:pt x="1814" y="67"/>
                      <a:pt x="1792" y="1"/>
                    </a:cubicBezTo>
                    <a:close/>
                  </a:path>
                </a:pathLst>
              </a:custGeom>
              <a:solidFill>
                <a:srgbClr val="6363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42"/>
              <p:cNvSpPr/>
              <p:nvPr/>
            </p:nvSpPr>
            <p:spPr>
              <a:xfrm>
                <a:off x="-872534" y="4325490"/>
                <a:ext cx="273805" cy="235158"/>
              </a:xfrm>
              <a:custGeom>
                <a:avLst/>
                <a:gdLst/>
                <a:ahLst/>
                <a:cxnLst/>
                <a:rect l="l" t="t" r="r" b="b"/>
                <a:pathLst>
                  <a:path w="1339" h="1150" extrusionOk="0">
                    <a:moveTo>
                      <a:pt x="767" y="337"/>
                    </a:moveTo>
                    <a:cubicBezTo>
                      <a:pt x="890" y="337"/>
                      <a:pt x="1006" y="434"/>
                      <a:pt x="1006" y="576"/>
                    </a:cubicBezTo>
                    <a:cubicBezTo>
                      <a:pt x="995" y="697"/>
                      <a:pt x="896" y="808"/>
                      <a:pt x="763" y="808"/>
                    </a:cubicBezTo>
                    <a:cubicBezTo>
                      <a:pt x="553" y="808"/>
                      <a:pt x="453" y="553"/>
                      <a:pt x="597" y="410"/>
                    </a:cubicBezTo>
                    <a:cubicBezTo>
                      <a:pt x="647" y="359"/>
                      <a:pt x="708" y="337"/>
                      <a:pt x="767" y="337"/>
                    </a:cubicBezTo>
                    <a:close/>
                    <a:moveTo>
                      <a:pt x="763" y="1"/>
                    </a:moveTo>
                    <a:cubicBezTo>
                      <a:pt x="254" y="1"/>
                      <a:pt x="0" y="620"/>
                      <a:pt x="365" y="985"/>
                    </a:cubicBezTo>
                    <a:cubicBezTo>
                      <a:pt x="479" y="1098"/>
                      <a:pt x="619" y="1149"/>
                      <a:pt x="758" y="1149"/>
                    </a:cubicBezTo>
                    <a:cubicBezTo>
                      <a:pt x="1052" y="1149"/>
                      <a:pt x="1338" y="921"/>
                      <a:pt x="1338" y="576"/>
                    </a:cubicBezTo>
                    <a:cubicBezTo>
                      <a:pt x="1338" y="255"/>
                      <a:pt x="1084" y="1"/>
                      <a:pt x="7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42"/>
              <p:cNvSpPr/>
              <p:nvPr/>
            </p:nvSpPr>
            <p:spPr>
              <a:xfrm>
                <a:off x="-933675" y="4280299"/>
                <a:ext cx="380138" cy="323495"/>
              </a:xfrm>
              <a:custGeom>
                <a:avLst/>
                <a:gdLst/>
                <a:ahLst/>
                <a:cxnLst/>
                <a:rect l="l" t="t" r="r" b="b"/>
                <a:pathLst>
                  <a:path w="1859" h="1582" extrusionOk="0">
                    <a:moveTo>
                      <a:pt x="1064" y="215"/>
                    </a:moveTo>
                    <a:cubicBezTo>
                      <a:pt x="1356" y="215"/>
                      <a:pt x="1637" y="443"/>
                      <a:pt x="1637" y="786"/>
                    </a:cubicBezTo>
                    <a:cubicBezTo>
                      <a:pt x="1637" y="1106"/>
                      <a:pt x="1383" y="1361"/>
                      <a:pt x="1062" y="1361"/>
                    </a:cubicBezTo>
                    <a:cubicBezTo>
                      <a:pt x="553" y="1361"/>
                      <a:pt x="299" y="741"/>
                      <a:pt x="664" y="387"/>
                    </a:cubicBezTo>
                    <a:cubicBezTo>
                      <a:pt x="779" y="269"/>
                      <a:pt x="923" y="215"/>
                      <a:pt x="1064" y="215"/>
                    </a:cubicBezTo>
                    <a:close/>
                    <a:moveTo>
                      <a:pt x="1062" y="0"/>
                    </a:moveTo>
                    <a:cubicBezTo>
                      <a:pt x="354" y="0"/>
                      <a:pt x="1" y="852"/>
                      <a:pt x="509" y="1349"/>
                    </a:cubicBezTo>
                    <a:cubicBezTo>
                      <a:pt x="670" y="1510"/>
                      <a:pt x="867" y="1582"/>
                      <a:pt x="1061" y="1582"/>
                    </a:cubicBezTo>
                    <a:cubicBezTo>
                      <a:pt x="1468" y="1582"/>
                      <a:pt x="1858" y="1265"/>
                      <a:pt x="1858" y="786"/>
                    </a:cubicBezTo>
                    <a:cubicBezTo>
                      <a:pt x="1858" y="354"/>
                      <a:pt x="1504" y="0"/>
                      <a:pt x="10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42"/>
              <p:cNvSpPr/>
              <p:nvPr/>
            </p:nvSpPr>
            <p:spPr>
              <a:xfrm>
                <a:off x="-779901" y="4393380"/>
                <a:ext cx="113285" cy="96312"/>
              </a:xfrm>
              <a:custGeom>
                <a:avLst/>
                <a:gdLst/>
                <a:ahLst/>
                <a:cxnLst/>
                <a:rect l="l" t="t" r="r" b="b"/>
                <a:pathLst>
                  <a:path w="554" h="471" extrusionOk="0">
                    <a:moveTo>
                      <a:pt x="310" y="0"/>
                    </a:moveTo>
                    <a:cubicBezTo>
                      <a:pt x="100" y="0"/>
                      <a:pt x="0" y="255"/>
                      <a:pt x="144" y="398"/>
                    </a:cubicBezTo>
                    <a:cubicBezTo>
                      <a:pt x="194" y="449"/>
                      <a:pt x="255" y="471"/>
                      <a:pt x="314" y="471"/>
                    </a:cubicBezTo>
                    <a:cubicBezTo>
                      <a:pt x="437" y="471"/>
                      <a:pt x="553" y="374"/>
                      <a:pt x="553" y="233"/>
                    </a:cubicBezTo>
                    <a:cubicBezTo>
                      <a:pt x="553" y="100"/>
                      <a:pt x="443" y="0"/>
                      <a:pt x="3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42"/>
              <p:cNvSpPr/>
              <p:nvPr/>
            </p:nvSpPr>
            <p:spPr>
              <a:xfrm>
                <a:off x="-669070" y="4280094"/>
                <a:ext cx="178720" cy="323904"/>
              </a:xfrm>
              <a:custGeom>
                <a:avLst/>
                <a:gdLst/>
                <a:ahLst/>
                <a:cxnLst/>
                <a:rect l="l" t="t" r="r" b="b"/>
                <a:pathLst>
                  <a:path w="874" h="1584" extrusionOk="0">
                    <a:moveTo>
                      <a:pt x="84" y="0"/>
                    </a:moveTo>
                    <a:cubicBezTo>
                      <a:pt x="71" y="0"/>
                      <a:pt x="58" y="1"/>
                      <a:pt x="45" y="1"/>
                    </a:cubicBezTo>
                    <a:lnTo>
                      <a:pt x="0" y="1"/>
                    </a:lnTo>
                    <a:cubicBezTo>
                      <a:pt x="420" y="13"/>
                      <a:pt x="752" y="366"/>
                      <a:pt x="752" y="787"/>
                    </a:cubicBezTo>
                    <a:cubicBezTo>
                      <a:pt x="752" y="1218"/>
                      <a:pt x="420" y="1561"/>
                      <a:pt x="0" y="1583"/>
                    </a:cubicBezTo>
                    <a:lnTo>
                      <a:pt x="45" y="1583"/>
                    </a:lnTo>
                    <a:cubicBezTo>
                      <a:pt x="58" y="1583"/>
                      <a:pt x="71" y="1584"/>
                      <a:pt x="84" y="1584"/>
                    </a:cubicBezTo>
                    <a:cubicBezTo>
                      <a:pt x="519" y="1584"/>
                      <a:pt x="874" y="1227"/>
                      <a:pt x="874" y="787"/>
                    </a:cubicBezTo>
                    <a:cubicBezTo>
                      <a:pt x="874" y="357"/>
                      <a:pt x="519" y="0"/>
                      <a:pt x="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42"/>
              <p:cNvSpPr/>
              <p:nvPr/>
            </p:nvSpPr>
            <p:spPr>
              <a:xfrm>
                <a:off x="-712012" y="4280094"/>
                <a:ext cx="203667" cy="323904"/>
              </a:xfrm>
              <a:custGeom>
                <a:avLst/>
                <a:gdLst/>
                <a:ahLst/>
                <a:cxnLst/>
                <a:rect l="l" t="t" r="r" b="b"/>
                <a:pathLst>
                  <a:path w="996" h="1584" extrusionOk="0">
                    <a:moveTo>
                      <a:pt x="39" y="0"/>
                    </a:moveTo>
                    <a:cubicBezTo>
                      <a:pt x="26" y="0"/>
                      <a:pt x="13" y="1"/>
                      <a:pt x="0" y="1"/>
                    </a:cubicBezTo>
                    <a:lnTo>
                      <a:pt x="78" y="1"/>
                    </a:lnTo>
                    <a:cubicBezTo>
                      <a:pt x="65" y="1"/>
                      <a:pt x="52" y="0"/>
                      <a:pt x="39" y="0"/>
                    </a:cubicBezTo>
                    <a:close/>
                    <a:moveTo>
                      <a:pt x="78" y="1"/>
                    </a:moveTo>
                    <a:cubicBezTo>
                      <a:pt x="496" y="22"/>
                      <a:pt x="830" y="370"/>
                      <a:pt x="830" y="787"/>
                    </a:cubicBezTo>
                    <a:cubicBezTo>
                      <a:pt x="830" y="1214"/>
                      <a:pt x="496" y="1562"/>
                      <a:pt x="78" y="1583"/>
                    </a:cubicBezTo>
                    <a:lnTo>
                      <a:pt x="210" y="1583"/>
                    </a:lnTo>
                    <a:cubicBezTo>
                      <a:pt x="642" y="1583"/>
                      <a:pt x="995" y="1229"/>
                      <a:pt x="995" y="787"/>
                    </a:cubicBezTo>
                    <a:cubicBezTo>
                      <a:pt x="995" y="355"/>
                      <a:pt x="642" y="1"/>
                      <a:pt x="210" y="1"/>
                    </a:cubicBezTo>
                    <a:close/>
                    <a:moveTo>
                      <a:pt x="0" y="1583"/>
                    </a:moveTo>
                    <a:cubicBezTo>
                      <a:pt x="13" y="1583"/>
                      <a:pt x="26" y="1584"/>
                      <a:pt x="39" y="1584"/>
                    </a:cubicBezTo>
                    <a:cubicBezTo>
                      <a:pt x="52" y="1584"/>
                      <a:pt x="65" y="1583"/>
                      <a:pt x="78" y="158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42"/>
              <p:cNvSpPr/>
              <p:nvPr/>
            </p:nvSpPr>
            <p:spPr>
              <a:xfrm>
                <a:off x="-725712" y="4280299"/>
                <a:ext cx="176675" cy="323495"/>
              </a:xfrm>
              <a:custGeom>
                <a:avLst/>
                <a:gdLst/>
                <a:ahLst/>
                <a:cxnLst/>
                <a:rect l="l" t="t" r="r" b="b"/>
                <a:pathLst>
                  <a:path w="864" h="1582" extrusionOk="0">
                    <a:moveTo>
                      <a:pt x="1" y="0"/>
                    </a:moveTo>
                    <a:cubicBezTo>
                      <a:pt x="421" y="12"/>
                      <a:pt x="753" y="365"/>
                      <a:pt x="753" y="786"/>
                    </a:cubicBezTo>
                    <a:cubicBezTo>
                      <a:pt x="753" y="1217"/>
                      <a:pt x="421" y="1560"/>
                      <a:pt x="1" y="1582"/>
                    </a:cubicBezTo>
                    <a:lnTo>
                      <a:pt x="67" y="1582"/>
                    </a:lnTo>
                    <a:cubicBezTo>
                      <a:pt x="509" y="1582"/>
                      <a:pt x="863" y="1228"/>
                      <a:pt x="863" y="786"/>
                    </a:cubicBezTo>
                    <a:cubicBezTo>
                      <a:pt x="863" y="354"/>
                      <a:pt x="509" y="0"/>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42"/>
              <p:cNvSpPr/>
              <p:nvPr/>
            </p:nvSpPr>
            <p:spPr>
              <a:xfrm>
                <a:off x="-876623" y="4325286"/>
                <a:ext cx="167064" cy="233522"/>
              </a:xfrm>
              <a:custGeom>
                <a:avLst/>
                <a:gdLst/>
                <a:ahLst/>
                <a:cxnLst/>
                <a:rect l="l" t="t" r="r" b="b"/>
                <a:pathLst>
                  <a:path w="817" h="1142" extrusionOk="0">
                    <a:moveTo>
                      <a:pt x="742" y="0"/>
                    </a:moveTo>
                    <a:cubicBezTo>
                      <a:pt x="1" y="0"/>
                      <a:pt x="1" y="1142"/>
                      <a:pt x="742" y="1142"/>
                    </a:cubicBezTo>
                    <a:cubicBezTo>
                      <a:pt x="755" y="1142"/>
                      <a:pt x="769" y="1141"/>
                      <a:pt x="783" y="1141"/>
                    </a:cubicBezTo>
                    <a:lnTo>
                      <a:pt x="816" y="1141"/>
                    </a:lnTo>
                    <a:cubicBezTo>
                      <a:pt x="507" y="1129"/>
                      <a:pt x="274" y="875"/>
                      <a:pt x="274" y="566"/>
                    </a:cubicBezTo>
                    <a:cubicBezTo>
                      <a:pt x="274" y="267"/>
                      <a:pt x="507" y="13"/>
                      <a:pt x="816" y="2"/>
                    </a:cubicBezTo>
                    <a:lnTo>
                      <a:pt x="783" y="2"/>
                    </a:lnTo>
                    <a:cubicBezTo>
                      <a:pt x="769" y="1"/>
                      <a:pt x="755" y="0"/>
                      <a:pt x="7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42"/>
              <p:cNvSpPr/>
              <p:nvPr/>
            </p:nvSpPr>
            <p:spPr>
              <a:xfrm>
                <a:off x="-709763" y="4391130"/>
                <a:ext cx="70343" cy="97335"/>
              </a:xfrm>
              <a:custGeom>
                <a:avLst/>
                <a:gdLst/>
                <a:ahLst/>
                <a:cxnLst/>
                <a:rect l="l" t="t" r="r" b="b"/>
                <a:pathLst>
                  <a:path w="344" h="476" extrusionOk="0">
                    <a:moveTo>
                      <a:pt x="33" y="0"/>
                    </a:moveTo>
                    <a:lnTo>
                      <a:pt x="33" y="11"/>
                    </a:lnTo>
                    <a:lnTo>
                      <a:pt x="0" y="11"/>
                    </a:lnTo>
                    <a:cubicBezTo>
                      <a:pt x="277" y="45"/>
                      <a:pt x="277" y="443"/>
                      <a:pt x="0" y="476"/>
                    </a:cubicBezTo>
                    <a:lnTo>
                      <a:pt x="33" y="476"/>
                    </a:lnTo>
                    <a:cubicBezTo>
                      <a:pt x="343" y="476"/>
                      <a:pt x="343" y="0"/>
                      <a:pt x="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42"/>
              <p:cNvSpPr/>
              <p:nvPr/>
            </p:nvSpPr>
            <p:spPr>
              <a:xfrm>
                <a:off x="-877237" y="4379679"/>
                <a:ext cx="377888" cy="45600"/>
              </a:xfrm>
              <a:custGeom>
                <a:avLst/>
                <a:gdLst/>
                <a:ahLst/>
                <a:cxnLst/>
                <a:rect l="l" t="t" r="r" b="b"/>
                <a:pathLst>
                  <a:path w="1848" h="223" extrusionOk="0">
                    <a:moveTo>
                      <a:pt x="56" y="1"/>
                    </a:moveTo>
                    <a:cubicBezTo>
                      <a:pt x="34" y="67"/>
                      <a:pt x="12" y="145"/>
                      <a:pt x="1" y="222"/>
                    </a:cubicBezTo>
                    <a:lnTo>
                      <a:pt x="1848" y="222"/>
                    </a:lnTo>
                    <a:cubicBezTo>
                      <a:pt x="1848" y="145"/>
                      <a:pt x="1825" y="67"/>
                      <a:pt x="1792" y="1"/>
                    </a:cubicBezTo>
                    <a:close/>
                  </a:path>
                </a:pathLst>
              </a:custGeom>
              <a:solidFill>
                <a:srgbClr val="6363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42"/>
              <p:cNvSpPr/>
              <p:nvPr/>
            </p:nvSpPr>
            <p:spPr>
              <a:xfrm>
                <a:off x="-1410741" y="4379679"/>
                <a:ext cx="667235" cy="178924"/>
              </a:xfrm>
              <a:custGeom>
                <a:avLst/>
                <a:gdLst/>
                <a:ahLst/>
                <a:cxnLst/>
                <a:rect l="l" t="t" r="r" b="b"/>
                <a:pathLst>
                  <a:path w="3263" h="875" extrusionOk="0">
                    <a:moveTo>
                      <a:pt x="0" y="1"/>
                    </a:moveTo>
                    <a:lnTo>
                      <a:pt x="0" y="875"/>
                    </a:lnTo>
                    <a:lnTo>
                      <a:pt x="3262" y="875"/>
                    </a:lnTo>
                    <a:lnTo>
                      <a:pt x="326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42"/>
              <p:cNvSpPr/>
              <p:nvPr/>
            </p:nvSpPr>
            <p:spPr>
              <a:xfrm>
                <a:off x="-1566764" y="4325490"/>
                <a:ext cx="273805" cy="235158"/>
              </a:xfrm>
              <a:custGeom>
                <a:avLst/>
                <a:gdLst/>
                <a:ahLst/>
                <a:cxnLst/>
                <a:rect l="l" t="t" r="r" b="b"/>
                <a:pathLst>
                  <a:path w="1339" h="1150" extrusionOk="0">
                    <a:moveTo>
                      <a:pt x="768" y="337"/>
                    </a:moveTo>
                    <a:cubicBezTo>
                      <a:pt x="891" y="337"/>
                      <a:pt x="1007" y="434"/>
                      <a:pt x="1007" y="576"/>
                    </a:cubicBezTo>
                    <a:cubicBezTo>
                      <a:pt x="996" y="697"/>
                      <a:pt x="896" y="808"/>
                      <a:pt x="763" y="808"/>
                    </a:cubicBezTo>
                    <a:cubicBezTo>
                      <a:pt x="553" y="808"/>
                      <a:pt x="454" y="553"/>
                      <a:pt x="598" y="410"/>
                    </a:cubicBezTo>
                    <a:cubicBezTo>
                      <a:pt x="648" y="359"/>
                      <a:pt x="709" y="337"/>
                      <a:pt x="768" y="337"/>
                    </a:cubicBezTo>
                    <a:close/>
                    <a:moveTo>
                      <a:pt x="763" y="1"/>
                    </a:moveTo>
                    <a:cubicBezTo>
                      <a:pt x="255" y="1"/>
                      <a:pt x="0" y="620"/>
                      <a:pt x="354" y="985"/>
                    </a:cubicBezTo>
                    <a:cubicBezTo>
                      <a:pt x="471" y="1098"/>
                      <a:pt x="615" y="1149"/>
                      <a:pt x="755" y="1149"/>
                    </a:cubicBezTo>
                    <a:cubicBezTo>
                      <a:pt x="1053" y="1149"/>
                      <a:pt x="1338" y="921"/>
                      <a:pt x="1338" y="576"/>
                    </a:cubicBezTo>
                    <a:cubicBezTo>
                      <a:pt x="1338" y="255"/>
                      <a:pt x="1084" y="1"/>
                      <a:pt x="7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42"/>
              <p:cNvSpPr/>
              <p:nvPr/>
            </p:nvSpPr>
            <p:spPr>
              <a:xfrm>
                <a:off x="-1627905" y="4280299"/>
                <a:ext cx="380138" cy="323495"/>
              </a:xfrm>
              <a:custGeom>
                <a:avLst/>
                <a:gdLst/>
                <a:ahLst/>
                <a:cxnLst/>
                <a:rect l="l" t="t" r="r" b="b"/>
                <a:pathLst>
                  <a:path w="1859" h="1582" extrusionOk="0">
                    <a:moveTo>
                      <a:pt x="1061" y="215"/>
                    </a:moveTo>
                    <a:cubicBezTo>
                      <a:pt x="1356" y="215"/>
                      <a:pt x="1637" y="443"/>
                      <a:pt x="1637" y="786"/>
                    </a:cubicBezTo>
                    <a:cubicBezTo>
                      <a:pt x="1637" y="1106"/>
                      <a:pt x="1383" y="1361"/>
                      <a:pt x="1062" y="1361"/>
                    </a:cubicBezTo>
                    <a:cubicBezTo>
                      <a:pt x="554" y="1361"/>
                      <a:pt x="299" y="741"/>
                      <a:pt x="653" y="387"/>
                    </a:cubicBezTo>
                    <a:cubicBezTo>
                      <a:pt x="772" y="269"/>
                      <a:pt x="918" y="215"/>
                      <a:pt x="1061" y="215"/>
                    </a:cubicBezTo>
                    <a:close/>
                    <a:moveTo>
                      <a:pt x="1062" y="0"/>
                    </a:moveTo>
                    <a:cubicBezTo>
                      <a:pt x="355" y="0"/>
                      <a:pt x="1" y="852"/>
                      <a:pt x="498" y="1349"/>
                    </a:cubicBezTo>
                    <a:cubicBezTo>
                      <a:pt x="663" y="1510"/>
                      <a:pt x="862" y="1582"/>
                      <a:pt x="1058" y="1582"/>
                    </a:cubicBezTo>
                    <a:cubicBezTo>
                      <a:pt x="1468" y="1582"/>
                      <a:pt x="1859" y="1265"/>
                      <a:pt x="1859" y="786"/>
                    </a:cubicBezTo>
                    <a:cubicBezTo>
                      <a:pt x="1859" y="354"/>
                      <a:pt x="1505" y="0"/>
                      <a:pt x="106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42"/>
              <p:cNvSpPr/>
              <p:nvPr/>
            </p:nvSpPr>
            <p:spPr>
              <a:xfrm>
                <a:off x="-1474132" y="4393380"/>
                <a:ext cx="113285" cy="96312"/>
              </a:xfrm>
              <a:custGeom>
                <a:avLst/>
                <a:gdLst/>
                <a:ahLst/>
                <a:cxnLst/>
                <a:rect l="l" t="t" r="r" b="b"/>
                <a:pathLst>
                  <a:path w="554" h="471" extrusionOk="0">
                    <a:moveTo>
                      <a:pt x="310" y="0"/>
                    </a:moveTo>
                    <a:cubicBezTo>
                      <a:pt x="100" y="0"/>
                      <a:pt x="1" y="255"/>
                      <a:pt x="145" y="398"/>
                    </a:cubicBezTo>
                    <a:cubicBezTo>
                      <a:pt x="195" y="449"/>
                      <a:pt x="256" y="471"/>
                      <a:pt x="315" y="471"/>
                    </a:cubicBezTo>
                    <a:cubicBezTo>
                      <a:pt x="438" y="471"/>
                      <a:pt x="554" y="374"/>
                      <a:pt x="554" y="233"/>
                    </a:cubicBezTo>
                    <a:cubicBezTo>
                      <a:pt x="554" y="100"/>
                      <a:pt x="443" y="0"/>
                      <a:pt x="31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42"/>
              <p:cNvSpPr/>
              <p:nvPr/>
            </p:nvSpPr>
            <p:spPr>
              <a:xfrm>
                <a:off x="-1363300" y="4280299"/>
                <a:ext cx="165224" cy="323495"/>
              </a:xfrm>
              <a:custGeom>
                <a:avLst/>
                <a:gdLst/>
                <a:ahLst/>
                <a:cxnLst/>
                <a:rect l="l" t="t" r="r" b="b"/>
                <a:pathLst>
                  <a:path w="808" h="1582" extrusionOk="0">
                    <a:moveTo>
                      <a:pt x="1" y="0"/>
                    </a:moveTo>
                    <a:cubicBezTo>
                      <a:pt x="421" y="12"/>
                      <a:pt x="764" y="365"/>
                      <a:pt x="764" y="786"/>
                    </a:cubicBezTo>
                    <a:cubicBezTo>
                      <a:pt x="764" y="1217"/>
                      <a:pt x="421" y="1560"/>
                      <a:pt x="1" y="1582"/>
                    </a:cubicBezTo>
                    <a:lnTo>
                      <a:pt x="56" y="1582"/>
                    </a:lnTo>
                    <a:cubicBezTo>
                      <a:pt x="476" y="1560"/>
                      <a:pt x="808" y="1217"/>
                      <a:pt x="808" y="786"/>
                    </a:cubicBezTo>
                    <a:cubicBezTo>
                      <a:pt x="808" y="365"/>
                      <a:pt x="476" y="12"/>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42"/>
              <p:cNvSpPr/>
              <p:nvPr/>
            </p:nvSpPr>
            <p:spPr>
              <a:xfrm>
                <a:off x="-1406242" y="4280299"/>
                <a:ext cx="203667" cy="323495"/>
              </a:xfrm>
              <a:custGeom>
                <a:avLst/>
                <a:gdLst/>
                <a:ahLst/>
                <a:cxnLst/>
                <a:rect l="l" t="t" r="r" b="b"/>
                <a:pathLst>
                  <a:path w="996" h="1582" extrusionOk="0">
                    <a:moveTo>
                      <a:pt x="1" y="0"/>
                    </a:moveTo>
                    <a:cubicBezTo>
                      <a:pt x="421" y="12"/>
                      <a:pt x="763" y="365"/>
                      <a:pt x="763" y="786"/>
                    </a:cubicBezTo>
                    <a:cubicBezTo>
                      <a:pt x="763" y="1217"/>
                      <a:pt x="421" y="1560"/>
                      <a:pt x="1" y="1582"/>
                    </a:cubicBezTo>
                    <a:lnTo>
                      <a:pt x="211" y="1582"/>
                    </a:lnTo>
                    <a:cubicBezTo>
                      <a:pt x="642" y="1582"/>
                      <a:pt x="996" y="1228"/>
                      <a:pt x="996" y="786"/>
                    </a:cubicBezTo>
                    <a:cubicBezTo>
                      <a:pt x="996" y="354"/>
                      <a:pt x="642" y="0"/>
                      <a:pt x="2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42"/>
              <p:cNvSpPr/>
              <p:nvPr/>
            </p:nvSpPr>
            <p:spPr>
              <a:xfrm>
                <a:off x="-1419738" y="4280299"/>
                <a:ext cx="176471" cy="323495"/>
              </a:xfrm>
              <a:custGeom>
                <a:avLst/>
                <a:gdLst/>
                <a:ahLst/>
                <a:cxnLst/>
                <a:rect l="l" t="t" r="r" b="b"/>
                <a:pathLst>
                  <a:path w="863" h="1582" extrusionOk="0">
                    <a:moveTo>
                      <a:pt x="0" y="0"/>
                    </a:moveTo>
                    <a:cubicBezTo>
                      <a:pt x="420" y="12"/>
                      <a:pt x="763" y="365"/>
                      <a:pt x="763" y="786"/>
                    </a:cubicBezTo>
                    <a:cubicBezTo>
                      <a:pt x="763" y="1217"/>
                      <a:pt x="420" y="1560"/>
                      <a:pt x="0" y="1582"/>
                    </a:cubicBezTo>
                    <a:lnTo>
                      <a:pt x="78" y="1582"/>
                    </a:lnTo>
                    <a:cubicBezTo>
                      <a:pt x="509" y="1582"/>
                      <a:pt x="863" y="1228"/>
                      <a:pt x="863" y="786"/>
                    </a:cubicBezTo>
                    <a:cubicBezTo>
                      <a:pt x="863" y="354"/>
                      <a:pt x="509" y="0"/>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42"/>
              <p:cNvSpPr/>
              <p:nvPr/>
            </p:nvSpPr>
            <p:spPr>
              <a:xfrm>
                <a:off x="-1570649" y="4325286"/>
                <a:ext cx="166860" cy="233522"/>
              </a:xfrm>
              <a:custGeom>
                <a:avLst/>
                <a:gdLst/>
                <a:ahLst/>
                <a:cxnLst/>
                <a:rect l="l" t="t" r="r" b="b"/>
                <a:pathLst>
                  <a:path w="816" h="1142" extrusionOk="0">
                    <a:moveTo>
                      <a:pt x="741" y="0"/>
                    </a:moveTo>
                    <a:cubicBezTo>
                      <a:pt x="0" y="0"/>
                      <a:pt x="0" y="1142"/>
                      <a:pt x="741" y="1142"/>
                    </a:cubicBezTo>
                    <a:cubicBezTo>
                      <a:pt x="754" y="1142"/>
                      <a:pt x="768" y="1141"/>
                      <a:pt x="782" y="1141"/>
                    </a:cubicBezTo>
                    <a:lnTo>
                      <a:pt x="816" y="1141"/>
                    </a:lnTo>
                    <a:cubicBezTo>
                      <a:pt x="506" y="1129"/>
                      <a:pt x="263" y="875"/>
                      <a:pt x="274" y="566"/>
                    </a:cubicBezTo>
                    <a:cubicBezTo>
                      <a:pt x="274" y="267"/>
                      <a:pt x="506" y="13"/>
                      <a:pt x="816" y="2"/>
                    </a:cubicBezTo>
                    <a:lnTo>
                      <a:pt x="782" y="2"/>
                    </a:lnTo>
                    <a:cubicBezTo>
                      <a:pt x="768" y="1"/>
                      <a:pt x="754" y="0"/>
                      <a:pt x="7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42"/>
              <p:cNvSpPr/>
              <p:nvPr/>
            </p:nvSpPr>
            <p:spPr>
              <a:xfrm>
                <a:off x="-1403993" y="4391130"/>
                <a:ext cx="70343" cy="97335"/>
              </a:xfrm>
              <a:custGeom>
                <a:avLst/>
                <a:gdLst/>
                <a:ahLst/>
                <a:cxnLst/>
                <a:rect l="l" t="t" r="r" b="b"/>
                <a:pathLst>
                  <a:path w="344" h="476" extrusionOk="0">
                    <a:moveTo>
                      <a:pt x="34" y="0"/>
                    </a:moveTo>
                    <a:lnTo>
                      <a:pt x="34" y="11"/>
                    </a:lnTo>
                    <a:lnTo>
                      <a:pt x="1" y="11"/>
                    </a:lnTo>
                    <a:cubicBezTo>
                      <a:pt x="277" y="45"/>
                      <a:pt x="277" y="443"/>
                      <a:pt x="1" y="476"/>
                    </a:cubicBezTo>
                    <a:lnTo>
                      <a:pt x="34" y="476"/>
                    </a:lnTo>
                    <a:cubicBezTo>
                      <a:pt x="343" y="476"/>
                      <a:pt x="343" y="0"/>
                      <a:pt x="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42"/>
              <p:cNvSpPr/>
              <p:nvPr/>
            </p:nvSpPr>
            <p:spPr>
              <a:xfrm>
                <a:off x="-1571263" y="4379679"/>
                <a:ext cx="377684" cy="45600"/>
              </a:xfrm>
              <a:custGeom>
                <a:avLst/>
                <a:gdLst/>
                <a:ahLst/>
                <a:cxnLst/>
                <a:rect l="l" t="t" r="r" b="b"/>
                <a:pathLst>
                  <a:path w="1847" h="223" extrusionOk="0">
                    <a:moveTo>
                      <a:pt x="56" y="1"/>
                    </a:moveTo>
                    <a:cubicBezTo>
                      <a:pt x="22" y="67"/>
                      <a:pt x="11" y="145"/>
                      <a:pt x="0" y="222"/>
                    </a:cubicBezTo>
                    <a:lnTo>
                      <a:pt x="1847" y="222"/>
                    </a:lnTo>
                    <a:cubicBezTo>
                      <a:pt x="1836" y="145"/>
                      <a:pt x="1825" y="67"/>
                      <a:pt x="17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42"/>
              <p:cNvSpPr/>
              <p:nvPr/>
            </p:nvSpPr>
            <p:spPr>
              <a:xfrm>
                <a:off x="-1143887" y="4325490"/>
                <a:ext cx="276055" cy="235158"/>
              </a:xfrm>
              <a:custGeom>
                <a:avLst/>
                <a:gdLst/>
                <a:ahLst/>
                <a:cxnLst/>
                <a:rect l="l" t="t" r="r" b="b"/>
                <a:pathLst>
                  <a:path w="1350" h="1150" extrusionOk="0">
                    <a:moveTo>
                      <a:pt x="771" y="337"/>
                    </a:moveTo>
                    <a:cubicBezTo>
                      <a:pt x="890" y="337"/>
                      <a:pt x="1006" y="434"/>
                      <a:pt x="1006" y="576"/>
                    </a:cubicBezTo>
                    <a:cubicBezTo>
                      <a:pt x="1006" y="697"/>
                      <a:pt x="907" y="808"/>
                      <a:pt x="774" y="808"/>
                    </a:cubicBezTo>
                    <a:cubicBezTo>
                      <a:pt x="564" y="808"/>
                      <a:pt x="454" y="553"/>
                      <a:pt x="608" y="410"/>
                    </a:cubicBezTo>
                    <a:cubicBezTo>
                      <a:pt x="655" y="359"/>
                      <a:pt x="713" y="337"/>
                      <a:pt x="771" y="337"/>
                    </a:cubicBezTo>
                    <a:close/>
                    <a:moveTo>
                      <a:pt x="774" y="1"/>
                    </a:moveTo>
                    <a:cubicBezTo>
                      <a:pt x="266" y="1"/>
                      <a:pt x="0" y="620"/>
                      <a:pt x="365" y="985"/>
                    </a:cubicBezTo>
                    <a:cubicBezTo>
                      <a:pt x="482" y="1098"/>
                      <a:pt x="625" y="1149"/>
                      <a:pt x="766" y="1149"/>
                    </a:cubicBezTo>
                    <a:cubicBezTo>
                      <a:pt x="1064" y="1149"/>
                      <a:pt x="1349" y="921"/>
                      <a:pt x="1349" y="576"/>
                    </a:cubicBezTo>
                    <a:cubicBezTo>
                      <a:pt x="1349" y="255"/>
                      <a:pt x="1084" y="1"/>
                      <a:pt x="7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42"/>
              <p:cNvSpPr/>
              <p:nvPr/>
            </p:nvSpPr>
            <p:spPr>
              <a:xfrm>
                <a:off x="-1202779" y="4280299"/>
                <a:ext cx="377888" cy="323495"/>
              </a:xfrm>
              <a:custGeom>
                <a:avLst/>
                <a:gdLst/>
                <a:ahLst/>
                <a:cxnLst/>
                <a:rect l="l" t="t" r="r" b="b"/>
                <a:pathLst>
                  <a:path w="1848" h="1582" extrusionOk="0">
                    <a:moveTo>
                      <a:pt x="1061" y="215"/>
                    </a:moveTo>
                    <a:cubicBezTo>
                      <a:pt x="1356" y="215"/>
                      <a:pt x="1637" y="443"/>
                      <a:pt x="1637" y="786"/>
                    </a:cubicBezTo>
                    <a:cubicBezTo>
                      <a:pt x="1637" y="1106"/>
                      <a:pt x="1372" y="1361"/>
                      <a:pt x="1062" y="1361"/>
                    </a:cubicBezTo>
                    <a:cubicBezTo>
                      <a:pt x="554" y="1361"/>
                      <a:pt x="288" y="741"/>
                      <a:pt x="653" y="387"/>
                    </a:cubicBezTo>
                    <a:cubicBezTo>
                      <a:pt x="772" y="269"/>
                      <a:pt x="918" y="215"/>
                      <a:pt x="1061" y="215"/>
                    </a:cubicBezTo>
                    <a:close/>
                    <a:moveTo>
                      <a:pt x="1062" y="0"/>
                    </a:moveTo>
                    <a:cubicBezTo>
                      <a:pt x="355" y="0"/>
                      <a:pt x="1" y="852"/>
                      <a:pt x="498" y="1349"/>
                    </a:cubicBezTo>
                    <a:cubicBezTo>
                      <a:pt x="659" y="1510"/>
                      <a:pt x="856" y="1582"/>
                      <a:pt x="1050" y="1582"/>
                    </a:cubicBezTo>
                    <a:cubicBezTo>
                      <a:pt x="1457" y="1582"/>
                      <a:pt x="1847" y="1265"/>
                      <a:pt x="1847" y="786"/>
                    </a:cubicBezTo>
                    <a:cubicBezTo>
                      <a:pt x="1847" y="354"/>
                      <a:pt x="1493" y="0"/>
                      <a:pt x="106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42"/>
              <p:cNvSpPr/>
              <p:nvPr/>
            </p:nvSpPr>
            <p:spPr>
              <a:xfrm>
                <a:off x="-1051254" y="4393380"/>
                <a:ext cx="113285" cy="96312"/>
              </a:xfrm>
              <a:custGeom>
                <a:avLst/>
                <a:gdLst/>
                <a:ahLst/>
                <a:cxnLst/>
                <a:rect l="l" t="t" r="r" b="b"/>
                <a:pathLst>
                  <a:path w="554" h="471" extrusionOk="0">
                    <a:moveTo>
                      <a:pt x="321" y="0"/>
                    </a:moveTo>
                    <a:cubicBezTo>
                      <a:pt x="111" y="0"/>
                      <a:pt x="1" y="255"/>
                      <a:pt x="155" y="398"/>
                    </a:cubicBezTo>
                    <a:cubicBezTo>
                      <a:pt x="202" y="449"/>
                      <a:pt x="260" y="471"/>
                      <a:pt x="318" y="471"/>
                    </a:cubicBezTo>
                    <a:cubicBezTo>
                      <a:pt x="437" y="471"/>
                      <a:pt x="553" y="374"/>
                      <a:pt x="553" y="233"/>
                    </a:cubicBezTo>
                    <a:cubicBezTo>
                      <a:pt x="553" y="100"/>
                      <a:pt x="454" y="0"/>
                      <a:pt x="3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42"/>
              <p:cNvSpPr/>
              <p:nvPr/>
            </p:nvSpPr>
            <p:spPr>
              <a:xfrm>
                <a:off x="-938174" y="4280299"/>
                <a:ext cx="165224" cy="323495"/>
              </a:xfrm>
              <a:custGeom>
                <a:avLst/>
                <a:gdLst/>
                <a:ahLst/>
                <a:cxnLst/>
                <a:rect l="l" t="t" r="r" b="b"/>
                <a:pathLst>
                  <a:path w="808" h="1582" extrusionOk="0">
                    <a:moveTo>
                      <a:pt x="0" y="0"/>
                    </a:moveTo>
                    <a:cubicBezTo>
                      <a:pt x="421" y="12"/>
                      <a:pt x="752" y="365"/>
                      <a:pt x="752" y="786"/>
                    </a:cubicBezTo>
                    <a:cubicBezTo>
                      <a:pt x="752" y="1217"/>
                      <a:pt x="421" y="1560"/>
                      <a:pt x="0" y="1582"/>
                    </a:cubicBezTo>
                    <a:lnTo>
                      <a:pt x="45" y="1582"/>
                    </a:lnTo>
                    <a:cubicBezTo>
                      <a:pt x="476" y="1560"/>
                      <a:pt x="808" y="1217"/>
                      <a:pt x="808" y="786"/>
                    </a:cubicBezTo>
                    <a:cubicBezTo>
                      <a:pt x="808" y="365"/>
                      <a:pt x="476" y="12"/>
                      <a:pt x="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42"/>
              <p:cNvSpPr/>
              <p:nvPr/>
            </p:nvSpPr>
            <p:spPr>
              <a:xfrm>
                <a:off x="-981116" y="4280299"/>
                <a:ext cx="203667" cy="323495"/>
              </a:xfrm>
              <a:custGeom>
                <a:avLst/>
                <a:gdLst/>
                <a:ahLst/>
                <a:cxnLst/>
                <a:rect l="l" t="t" r="r" b="b"/>
                <a:pathLst>
                  <a:path w="996" h="1582" extrusionOk="0">
                    <a:moveTo>
                      <a:pt x="0" y="0"/>
                    </a:moveTo>
                    <a:cubicBezTo>
                      <a:pt x="421" y="12"/>
                      <a:pt x="752" y="365"/>
                      <a:pt x="752" y="786"/>
                    </a:cubicBezTo>
                    <a:cubicBezTo>
                      <a:pt x="752" y="1217"/>
                      <a:pt x="421" y="1560"/>
                      <a:pt x="0" y="1582"/>
                    </a:cubicBezTo>
                    <a:lnTo>
                      <a:pt x="210" y="1582"/>
                    </a:lnTo>
                    <a:cubicBezTo>
                      <a:pt x="642" y="1582"/>
                      <a:pt x="996" y="1228"/>
                      <a:pt x="996" y="786"/>
                    </a:cubicBezTo>
                    <a:cubicBezTo>
                      <a:pt x="996" y="354"/>
                      <a:pt x="631" y="0"/>
                      <a:pt x="1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42"/>
              <p:cNvSpPr/>
              <p:nvPr/>
            </p:nvSpPr>
            <p:spPr>
              <a:xfrm>
                <a:off x="-994816" y="4280299"/>
                <a:ext cx="174426" cy="323495"/>
              </a:xfrm>
              <a:custGeom>
                <a:avLst/>
                <a:gdLst/>
                <a:ahLst/>
                <a:cxnLst/>
                <a:rect l="l" t="t" r="r" b="b"/>
                <a:pathLst>
                  <a:path w="853" h="1582" extrusionOk="0">
                    <a:moveTo>
                      <a:pt x="1" y="0"/>
                    </a:moveTo>
                    <a:cubicBezTo>
                      <a:pt x="421" y="12"/>
                      <a:pt x="753" y="365"/>
                      <a:pt x="753" y="786"/>
                    </a:cubicBezTo>
                    <a:cubicBezTo>
                      <a:pt x="753" y="1217"/>
                      <a:pt x="421" y="1560"/>
                      <a:pt x="1" y="1582"/>
                    </a:cubicBezTo>
                    <a:lnTo>
                      <a:pt x="67" y="1582"/>
                    </a:lnTo>
                    <a:cubicBezTo>
                      <a:pt x="510" y="1582"/>
                      <a:pt x="852" y="1228"/>
                      <a:pt x="852" y="786"/>
                    </a:cubicBezTo>
                    <a:cubicBezTo>
                      <a:pt x="852" y="354"/>
                      <a:pt x="499" y="0"/>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42"/>
              <p:cNvSpPr/>
              <p:nvPr/>
            </p:nvSpPr>
            <p:spPr>
              <a:xfrm>
                <a:off x="-1147772" y="4325286"/>
                <a:ext cx="169109" cy="233522"/>
              </a:xfrm>
              <a:custGeom>
                <a:avLst/>
                <a:gdLst/>
                <a:ahLst/>
                <a:cxnLst/>
                <a:rect l="l" t="t" r="r" b="b"/>
                <a:pathLst>
                  <a:path w="827" h="1142" extrusionOk="0">
                    <a:moveTo>
                      <a:pt x="751" y="0"/>
                    </a:moveTo>
                    <a:cubicBezTo>
                      <a:pt x="0" y="0"/>
                      <a:pt x="0" y="1142"/>
                      <a:pt x="751" y="1142"/>
                    </a:cubicBezTo>
                    <a:cubicBezTo>
                      <a:pt x="765" y="1142"/>
                      <a:pt x="779" y="1141"/>
                      <a:pt x="793" y="1141"/>
                    </a:cubicBezTo>
                    <a:lnTo>
                      <a:pt x="826" y="1141"/>
                    </a:lnTo>
                    <a:cubicBezTo>
                      <a:pt x="517" y="1129"/>
                      <a:pt x="274" y="875"/>
                      <a:pt x="274" y="566"/>
                    </a:cubicBezTo>
                    <a:cubicBezTo>
                      <a:pt x="274" y="267"/>
                      <a:pt x="517" y="13"/>
                      <a:pt x="826" y="2"/>
                    </a:cubicBezTo>
                    <a:lnTo>
                      <a:pt x="793" y="2"/>
                    </a:lnTo>
                    <a:cubicBezTo>
                      <a:pt x="779" y="1"/>
                      <a:pt x="765" y="0"/>
                      <a:pt x="7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42"/>
              <p:cNvSpPr/>
              <p:nvPr/>
            </p:nvSpPr>
            <p:spPr>
              <a:xfrm>
                <a:off x="-978866" y="4391130"/>
                <a:ext cx="70343" cy="97335"/>
              </a:xfrm>
              <a:custGeom>
                <a:avLst/>
                <a:gdLst/>
                <a:ahLst/>
                <a:cxnLst/>
                <a:rect l="l" t="t" r="r" b="b"/>
                <a:pathLst>
                  <a:path w="344" h="476" extrusionOk="0">
                    <a:moveTo>
                      <a:pt x="23" y="0"/>
                    </a:moveTo>
                    <a:lnTo>
                      <a:pt x="23" y="11"/>
                    </a:lnTo>
                    <a:lnTo>
                      <a:pt x="0" y="11"/>
                    </a:lnTo>
                    <a:cubicBezTo>
                      <a:pt x="277" y="45"/>
                      <a:pt x="277" y="443"/>
                      <a:pt x="0" y="476"/>
                    </a:cubicBezTo>
                    <a:lnTo>
                      <a:pt x="23" y="476"/>
                    </a:lnTo>
                    <a:cubicBezTo>
                      <a:pt x="343" y="476"/>
                      <a:pt x="343" y="0"/>
                      <a:pt x="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42"/>
              <p:cNvSpPr/>
              <p:nvPr/>
            </p:nvSpPr>
            <p:spPr>
              <a:xfrm>
                <a:off x="-1146136" y="4379679"/>
                <a:ext cx="377684" cy="45600"/>
              </a:xfrm>
              <a:custGeom>
                <a:avLst/>
                <a:gdLst/>
                <a:ahLst/>
                <a:cxnLst/>
                <a:rect l="l" t="t" r="r" b="b"/>
                <a:pathLst>
                  <a:path w="1847" h="223" extrusionOk="0">
                    <a:moveTo>
                      <a:pt x="55" y="1"/>
                    </a:moveTo>
                    <a:cubicBezTo>
                      <a:pt x="22" y="67"/>
                      <a:pt x="0" y="145"/>
                      <a:pt x="0" y="222"/>
                    </a:cubicBezTo>
                    <a:lnTo>
                      <a:pt x="1847" y="222"/>
                    </a:lnTo>
                    <a:cubicBezTo>
                      <a:pt x="1836" y="145"/>
                      <a:pt x="1814" y="67"/>
                      <a:pt x="17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42"/>
              <p:cNvSpPr/>
              <p:nvPr/>
            </p:nvSpPr>
            <p:spPr>
              <a:xfrm>
                <a:off x="-743707" y="4379679"/>
                <a:ext cx="305501" cy="97539"/>
              </a:xfrm>
              <a:custGeom>
                <a:avLst/>
                <a:gdLst/>
                <a:ahLst/>
                <a:cxnLst/>
                <a:rect l="l" t="t" r="r" b="b"/>
                <a:pathLst>
                  <a:path w="1494" h="477" extrusionOk="0">
                    <a:moveTo>
                      <a:pt x="0" y="1"/>
                    </a:moveTo>
                    <a:lnTo>
                      <a:pt x="0" y="476"/>
                    </a:lnTo>
                    <a:lnTo>
                      <a:pt x="1493" y="476"/>
                    </a:lnTo>
                    <a:lnTo>
                      <a:pt x="149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42"/>
              <p:cNvSpPr/>
              <p:nvPr/>
            </p:nvSpPr>
            <p:spPr>
              <a:xfrm>
                <a:off x="-1605207" y="4205661"/>
                <a:ext cx="1250630" cy="174221"/>
              </a:xfrm>
              <a:custGeom>
                <a:avLst/>
                <a:gdLst/>
                <a:ahLst/>
                <a:cxnLst/>
                <a:rect l="l" t="t" r="r" b="b"/>
                <a:pathLst>
                  <a:path w="6116" h="852" extrusionOk="0">
                    <a:moveTo>
                      <a:pt x="0" y="1"/>
                    </a:moveTo>
                    <a:lnTo>
                      <a:pt x="0" y="852"/>
                    </a:lnTo>
                    <a:lnTo>
                      <a:pt x="6115" y="852"/>
                    </a:lnTo>
                    <a:lnTo>
                      <a:pt x="61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42"/>
              <p:cNvSpPr/>
              <p:nvPr/>
            </p:nvSpPr>
            <p:spPr>
              <a:xfrm>
                <a:off x="-1605207" y="4205661"/>
                <a:ext cx="1250630" cy="54393"/>
              </a:xfrm>
              <a:custGeom>
                <a:avLst/>
                <a:gdLst/>
                <a:ahLst/>
                <a:cxnLst/>
                <a:rect l="l" t="t" r="r" b="b"/>
                <a:pathLst>
                  <a:path w="6116" h="266" extrusionOk="0">
                    <a:moveTo>
                      <a:pt x="0" y="1"/>
                    </a:moveTo>
                    <a:lnTo>
                      <a:pt x="0" y="266"/>
                    </a:lnTo>
                    <a:lnTo>
                      <a:pt x="6115" y="266"/>
                    </a:lnTo>
                    <a:lnTo>
                      <a:pt x="611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42"/>
              <p:cNvSpPr/>
              <p:nvPr/>
            </p:nvSpPr>
            <p:spPr>
              <a:xfrm>
                <a:off x="1279888" y="4325490"/>
                <a:ext cx="273805" cy="235158"/>
              </a:xfrm>
              <a:custGeom>
                <a:avLst/>
                <a:gdLst/>
                <a:ahLst/>
                <a:cxnLst/>
                <a:rect l="l" t="t" r="r" b="b"/>
                <a:pathLst>
                  <a:path w="1339" h="1150" extrusionOk="0">
                    <a:moveTo>
                      <a:pt x="772" y="337"/>
                    </a:moveTo>
                    <a:cubicBezTo>
                      <a:pt x="891" y="337"/>
                      <a:pt x="1007" y="434"/>
                      <a:pt x="1007" y="576"/>
                    </a:cubicBezTo>
                    <a:cubicBezTo>
                      <a:pt x="1007" y="697"/>
                      <a:pt x="897" y="808"/>
                      <a:pt x="775" y="808"/>
                    </a:cubicBezTo>
                    <a:cubicBezTo>
                      <a:pt x="565" y="808"/>
                      <a:pt x="454" y="553"/>
                      <a:pt x="609" y="410"/>
                    </a:cubicBezTo>
                    <a:cubicBezTo>
                      <a:pt x="656" y="359"/>
                      <a:pt x="714" y="337"/>
                      <a:pt x="772" y="337"/>
                    </a:cubicBezTo>
                    <a:close/>
                    <a:moveTo>
                      <a:pt x="775" y="1"/>
                    </a:moveTo>
                    <a:cubicBezTo>
                      <a:pt x="255" y="1"/>
                      <a:pt x="1" y="620"/>
                      <a:pt x="366" y="985"/>
                    </a:cubicBezTo>
                    <a:cubicBezTo>
                      <a:pt x="483" y="1098"/>
                      <a:pt x="625" y="1149"/>
                      <a:pt x="764" y="1149"/>
                    </a:cubicBezTo>
                    <a:cubicBezTo>
                      <a:pt x="1058" y="1149"/>
                      <a:pt x="1339" y="921"/>
                      <a:pt x="1339" y="576"/>
                    </a:cubicBezTo>
                    <a:cubicBezTo>
                      <a:pt x="1339" y="255"/>
                      <a:pt x="1085" y="1"/>
                      <a:pt x="7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42"/>
              <p:cNvSpPr/>
              <p:nvPr/>
            </p:nvSpPr>
            <p:spPr>
              <a:xfrm>
                <a:off x="1221200" y="4280299"/>
                <a:ext cx="377888" cy="323495"/>
              </a:xfrm>
              <a:custGeom>
                <a:avLst/>
                <a:gdLst/>
                <a:ahLst/>
                <a:cxnLst/>
                <a:rect l="l" t="t" r="r" b="b"/>
                <a:pathLst>
                  <a:path w="1848" h="1582" extrusionOk="0">
                    <a:moveTo>
                      <a:pt x="1053" y="215"/>
                    </a:moveTo>
                    <a:cubicBezTo>
                      <a:pt x="1345" y="215"/>
                      <a:pt x="1626" y="443"/>
                      <a:pt x="1626" y="786"/>
                    </a:cubicBezTo>
                    <a:cubicBezTo>
                      <a:pt x="1626" y="1106"/>
                      <a:pt x="1372" y="1361"/>
                      <a:pt x="1062" y="1361"/>
                    </a:cubicBezTo>
                    <a:cubicBezTo>
                      <a:pt x="542" y="1361"/>
                      <a:pt x="288" y="741"/>
                      <a:pt x="653" y="387"/>
                    </a:cubicBezTo>
                    <a:cubicBezTo>
                      <a:pt x="768" y="269"/>
                      <a:pt x="912" y="215"/>
                      <a:pt x="1053" y="215"/>
                    </a:cubicBezTo>
                    <a:close/>
                    <a:moveTo>
                      <a:pt x="1062" y="0"/>
                    </a:moveTo>
                    <a:cubicBezTo>
                      <a:pt x="354" y="0"/>
                      <a:pt x="0" y="852"/>
                      <a:pt x="498" y="1349"/>
                    </a:cubicBezTo>
                    <a:cubicBezTo>
                      <a:pt x="659" y="1510"/>
                      <a:pt x="856" y="1582"/>
                      <a:pt x="1050" y="1582"/>
                    </a:cubicBezTo>
                    <a:cubicBezTo>
                      <a:pt x="1456" y="1582"/>
                      <a:pt x="1847" y="1265"/>
                      <a:pt x="1847" y="786"/>
                    </a:cubicBezTo>
                    <a:cubicBezTo>
                      <a:pt x="1847" y="354"/>
                      <a:pt x="1493" y="0"/>
                      <a:pt x="10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42"/>
              <p:cNvSpPr/>
              <p:nvPr/>
            </p:nvSpPr>
            <p:spPr>
              <a:xfrm>
                <a:off x="1372724" y="4393380"/>
                <a:ext cx="113285" cy="96312"/>
              </a:xfrm>
              <a:custGeom>
                <a:avLst/>
                <a:gdLst/>
                <a:ahLst/>
                <a:cxnLst/>
                <a:rect l="l" t="t" r="r" b="b"/>
                <a:pathLst>
                  <a:path w="554" h="471" extrusionOk="0">
                    <a:moveTo>
                      <a:pt x="321" y="0"/>
                    </a:moveTo>
                    <a:cubicBezTo>
                      <a:pt x="111" y="0"/>
                      <a:pt x="0" y="255"/>
                      <a:pt x="155" y="398"/>
                    </a:cubicBezTo>
                    <a:cubicBezTo>
                      <a:pt x="202" y="449"/>
                      <a:pt x="260" y="471"/>
                      <a:pt x="318" y="471"/>
                    </a:cubicBezTo>
                    <a:cubicBezTo>
                      <a:pt x="437" y="471"/>
                      <a:pt x="553" y="374"/>
                      <a:pt x="553" y="233"/>
                    </a:cubicBezTo>
                    <a:cubicBezTo>
                      <a:pt x="553" y="100"/>
                      <a:pt x="443" y="0"/>
                      <a:pt x="3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42"/>
              <p:cNvSpPr/>
              <p:nvPr/>
            </p:nvSpPr>
            <p:spPr>
              <a:xfrm>
                <a:off x="1483556" y="4280299"/>
                <a:ext cx="165224" cy="323495"/>
              </a:xfrm>
              <a:custGeom>
                <a:avLst/>
                <a:gdLst/>
                <a:ahLst/>
                <a:cxnLst/>
                <a:rect l="l" t="t" r="r" b="b"/>
                <a:pathLst>
                  <a:path w="808" h="1582" extrusionOk="0">
                    <a:moveTo>
                      <a:pt x="0" y="0"/>
                    </a:moveTo>
                    <a:cubicBezTo>
                      <a:pt x="420" y="12"/>
                      <a:pt x="752" y="365"/>
                      <a:pt x="752" y="786"/>
                    </a:cubicBezTo>
                    <a:cubicBezTo>
                      <a:pt x="752" y="1217"/>
                      <a:pt x="420" y="1560"/>
                      <a:pt x="0" y="1582"/>
                    </a:cubicBezTo>
                    <a:lnTo>
                      <a:pt x="55" y="1582"/>
                    </a:lnTo>
                    <a:cubicBezTo>
                      <a:pt x="476" y="1560"/>
                      <a:pt x="807" y="1217"/>
                      <a:pt x="807" y="786"/>
                    </a:cubicBezTo>
                    <a:cubicBezTo>
                      <a:pt x="807" y="365"/>
                      <a:pt x="476" y="12"/>
                      <a:pt x="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42"/>
              <p:cNvSpPr/>
              <p:nvPr/>
            </p:nvSpPr>
            <p:spPr>
              <a:xfrm>
                <a:off x="1442863" y="4280299"/>
                <a:ext cx="201418" cy="323495"/>
              </a:xfrm>
              <a:custGeom>
                <a:avLst/>
                <a:gdLst/>
                <a:ahLst/>
                <a:cxnLst/>
                <a:rect l="l" t="t" r="r" b="b"/>
                <a:pathLst>
                  <a:path w="985" h="1582" extrusionOk="0">
                    <a:moveTo>
                      <a:pt x="0" y="0"/>
                    </a:moveTo>
                    <a:cubicBezTo>
                      <a:pt x="420" y="12"/>
                      <a:pt x="752" y="365"/>
                      <a:pt x="752" y="786"/>
                    </a:cubicBezTo>
                    <a:cubicBezTo>
                      <a:pt x="752" y="1217"/>
                      <a:pt x="420" y="1560"/>
                      <a:pt x="0" y="1582"/>
                    </a:cubicBezTo>
                    <a:lnTo>
                      <a:pt x="199" y="1582"/>
                    </a:lnTo>
                    <a:cubicBezTo>
                      <a:pt x="630" y="1582"/>
                      <a:pt x="984" y="1228"/>
                      <a:pt x="984" y="786"/>
                    </a:cubicBezTo>
                    <a:cubicBezTo>
                      <a:pt x="984" y="354"/>
                      <a:pt x="630" y="0"/>
                      <a:pt x="1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42"/>
              <p:cNvSpPr/>
              <p:nvPr/>
            </p:nvSpPr>
            <p:spPr>
              <a:xfrm>
                <a:off x="1426913" y="4280299"/>
                <a:ext cx="178924" cy="323495"/>
              </a:xfrm>
              <a:custGeom>
                <a:avLst/>
                <a:gdLst/>
                <a:ahLst/>
                <a:cxnLst/>
                <a:rect l="l" t="t" r="r" b="b"/>
                <a:pathLst>
                  <a:path w="875" h="1582" extrusionOk="0">
                    <a:moveTo>
                      <a:pt x="1" y="0"/>
                    </a:moveTo>
                    <a:cubicBezTo>
                      <a:pt x="432" y="12"/>
                      <a:pt x="764" y="365"/>
                      <a:pt x="764" y="786"/>
                    </a:cubicBezTo>
                    <a:cubicBezTo>
                      <a:pt x="764" y="1217"/>
                      <a:pt x="432" y="1560"/>
                      <a:pt x="1" y="1582"/>
                    </a:cubicBezTo>
                    <a:lnTo>
                      <a:pt x="78" y="1582"/>
                    </a:lnTo>
                    <a:cubicBezTo>
                      <a:pt x="520" y="1582"/>
                      <a:pt x="874" y="1228"/>
                      <a:pt x="874" y="786"/>
                    </a:cubicBezTo>
                    <a:cubicBezTo>
                      <a:pt x="874" y="354"/>
                      <a:pt x="509" y="0"/>
                      <a:pt x="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42"/>
              <p:cNvSpPr/>
              <p:nvPr/>
            </p:nvSpPr>
            <p:spPr>
              <a:xfrm>
                <a:off x="1275389" y="4325286"/>
                <a:ext cx="167678" cy="235771"/>
              </a:xfrm>
              <a:custGeom>
                <a:avLst/>
                <a:gdLst/>
                <a:ahLst/>
                <a:cxnLst/>
                <a:rect l="l" t="t" r="r" b="b"/>
                <a:pathLst>
                  <a:path w="820" h="1153" extrusionOk="0">
                    <a:moveTo>
                      <a:pt x="755" y="0"/>
                    </a:moveTo>
                    <a:cubicBezTo>
                      <a:pt x="0" y="0"/>
                      <a:pt x="4" y="1152"/>
                      <a:pt x="765" y="1152"/>
                    </a:cubicBezTo>
                    <a:cubicBezTo>
                      <a:pt x="776" y="1152"/>
                      <a:pt x="786" y="1152"/>
                      <a:pt x="797" y="1152"/>
                    </a:cubicBezTo>
                    <a:lnTo>
                      <a:pt x="819" y="1152"/>
                    </a:lnTo>
                    <a:cubicBezTo>
                      <a:pt x="509" y="1129"/>
                      <a:pt x="277" y="875"/>
                      <a:pt x="277" y="566"/>
                    </a:cubicBezTo>
                    <a:cubicBezTo>
                      <a:pt x="277" y="267"/>
                      <a:pt x="521" y="13"/>
                      <a:pt x="819" y="2"/>
                    </a:cubicBezTo>
                    <a:lnTo>
                      <a:pt x="797" y="2"/>
                    </a:lnTo>
                    <a:cubicBezTo>
                      <a:pt x="783" y="1"/>
                      <a:pt x="769" y="0"/>
                      <a:pt x="7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42"/>
              <p:cNvSpPr/>
              <p:nvPr/>
            </p:nvSpPr>
            <p:spPr>
              <a:xfrm>
                <a:off x="1442863" y="4391130"/>
                <a:ext cx="70138" cy="97335"/>
              </a:xfrm>
              <a:custGeom>
                <a:avLst/>
                <a:gdLst/>
                <a:ahLst/>
                <a:cxnLst/>
                <a:rect l="l" t="t" r="r" b="b"/>
                <a:pathLst>
                  <a:path w="343" h="476" extrusionOk="0">
                    <a:moveTo>
                      <a:pt x="33" y="0"/>
                    </a:moveTo>
                    <a:lnTo>
                      <a:pt x="33" y="11"/>
                    </a:lnTo>
                    <a:lnTo>
                      <a:pt x="0" y="11"/>
                    </a:lnTo>
                    <a:cubicBezTo>
                      <a:pt x="288" y="45"/>
                      <a:pt x="288" y="443"/>
                      <a:pt x="0" y="476"/>
                    </a:cubicBezTo>
                    <a:lnTo>
                      <a:pt x="33" y="476"/>
                    </a:lnTo>
                    <a:cubicBezTo>
                      <a:pt x="343" y="476"/>
                      <a:pt x="343" y="0"/>
                      <a:pt x="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42"/>
              <p:cNvSpPr/>
              <p:nvPr/>
            </p:nvSpPr>
            <p:spPr>
              <a:xfrm>
                <a:off x="1275389" y="4379679"/>
                <a:ext cx="380138" cy="45600"/>
              </a:xfrm>
              <a:custGeom>
                <a:avLst/>
                <a:gdLst/>
                <a:ahLst/>
                <a:cxnLst/>
                <a:rect l="l" t="t" r="r" b="b"/>
                <a:pathLst>
                  <a:path w="1859" h="223" extrusionOk="0">
                    <a:moveTo>
                      <a:pt x="67" y="1"/>
                    </a:moveTo>
                    <a:cubicBezTo>
                      <a:pt x="34" y="67"/>
                      <a:pt x="12" y="145"/>
                      <a:pt x="1" y="222"/>
                    </a:cubicBezTo>
                    <a:lnTo>
                      <a:pt x="1858" y="222"/>
                    </a:lnTo>
                    <a:cubicBezTo>
                      <a:pt x="1847" y="145"/>
                      <a:pt x="1825" y="67"/>
                      <a:pt x="1792" y="1"/>
                    </a:cubicBezTo>
                    <a:close/>
                  </a:path>
                </a:pathLst>
              </a:custGeom>
              <a:solidFill>
                <a:srgbClr val="6363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42"/>
              <p:cNvSpPr/>
              <p:nvPr/>
            </p:nvSpPr>
            <p:spPr>
              <a:xfrm>
                <a:off x="1705014" y="4325490"/>
                <a:ext cx="273805" cy="235158"/>
              </a:xfrm>
              <a:custGeom>
                <a:avLst/>
                <a:gdLst/>
                <a:ahLst/>
                <a:cxnLst/>
                <a:rect l="l" t="t" r="r" b="b"/>
                <a:pathLst>
                  <a:path w="1339" h="1150" extrusionOk="0">
                    <a:moveTo>
                      <a:pt x="768" y="337"/>
                    </a:moveTo>
                    <a:cubicBezTo>
                      <a:pt x="891" y="337"/>
                      <a:pt x="1007" y="434"/>
                      <a:pt x="1007" y="576"/>
                    </a:cubicBezTo>
                    <a:cubicBezTo>
                      <a:pt x="996" y="697"/>
                      <a:pt x="896" y="808"/>
                      <a:pt x="764" y="808"/>
                    </a:cubicBezTo>
                    <a:cubicBezTo>
                      <a:pt x="554" y="808"/>
                      <a:pt x="454" y="553"/>
                      <a:pt x="598" y="410"/>
                    </a:cubicBezTo>
                    <a:cubicBezTo>
                      <a:pt x="648" y="359"/>
                      <a:pt x="709" y="337"/>
                      <a:pt x="768" y="337"/>
                    </a:cubicBezTo>
                    <a:close/>
                    <a:moveTo>
                      <a:pt x="764" y="1"/>
                    </a:moveTo>
                    <a:cubicBezTo>
                      <a:pt x="255" y="1"/>
                      <a:pt x="1" y="620"/>
                      <a:pt x="355" y="985"/>
                    </a:cubicBezTo>
                    <a:cubicBezTo>
                      <a:pt x="472" y="1098"/>
                      <a:pt x="615" y="1149"/>
                      <a:pt x="756" y="1149"/>
                    </a:cubicBezTo>
                    <a:cubicBezTo>
                      <a:pt x="1053" y="1149"/>
                      <a:pt x="1339" y="921"/>
                      <a:pt x="1339" y="576"/>
                    </a:cubicBezTo>
                    <a:cubicBezTo>
                      <a:pt x="1339" y="255"/>
                      <a:pt x="1084" y="1"/>
                      <a:pt x="7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42"/>
              <p:cNvSpPr/>
              <p:nvPr/>
            </p:nvSpPr>
            <p:spPr>
              <a:xfrm>
                <a:off x="1644077" y="4280299"/>
                <a:ext cx="379933" cy="323495"/>
              </a:xfrm>
              <a:custGeom>
                <a:avLst/>
                <a:gdLst/>
                <a:ahLst/>
                <a:cxnLst/>
                <a:rect l="l" t="t" r="r" b="b"/>
                <a:pathLst>
                  <a:path w="1858" h="1582" extrusionOk="0">
                    <a:moveTo>
                      <a:pt x="1060" y="215"/>
                    </a:moveTo>
                    <a:cubicBezTo>
                      <a:pt x="1355" y="215"/>
                      <a:pt x="1637" y="443"/>
                      <a:pt x="1637" y="786"/>
                    </a:cubicBezTo>
                    <a:cubicBezTo>
                      <a:pt x="1637" y="1106"/>
                      <a:pt x="1382" y="1361"/>
                      <a:pt x="1062" y="1361"/>
                    </a:cubicBezTo>
                    <a:cubicBezTo>
                      <a:pt x="553" y="1361"/>
                      <a:pt x="299" y="741"/>
                      <a:pt x="653" y="387"/>
                    </a:cubicBezTo>
                    <a:cubicBezTo>
                      <a:pt x="772" y="269"/>
                      <a:pt x="917" y="215"/>
                      <a:pt x="1060" y="215"/>
                    </a:cubicBezTo>
                    <a:close/>
                    <a:moveTo>
                      <a:pt x="1062" y="0"/>
                    </a:moveTo>
                    <a:cubicBezTo>
                      <a:pt x="354" y="0"/>
                      <a:pt x="0" y="852"/>
                      <a:pt x="498" y="1349"/>
                    </a:cubicBezTo>
                    <a:cubicBezTo>
                      <a:pt x="662" y="1510"/>
                      <a:pt x="862" y="1582"/>
                      <a:pt x="1057" y="1582"/>
                    </a:cubicBezTo>
                    <a:cubicBezTo>
                      <a:pt x="1467" y="1582"/>
                      <a:pt x="1858" y="1265"/>
                      <a:pt x="1858" y="786"/>
                    </a:cubicBezTo>
                    <a:cubicBezTo>
                      <a:pt x="1858" y="354"/>
                      <a:pt x="1504" y="0"/>
                      <a:pt x="10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42"/>
              <p:cNvSpPr/>
              <p:nvPr/>
            </p:nvSpPr>
            <p:spPr>
              <a:xfrm>
                <a:off x="1797851" y="4393380"/>
                <a:ext cx="113080" cy="96312"/>
              </a:xfrm>
              <a:custGeom>
                <a:avLst/>
                <a:gdLst/>
                <a:ahLst/>
                <a:cxnLst/>
                <a:rect l="l" t="t" r="r" b="b"/>
                <a:pathLst>
                  <a:path w="553" h="471" extrusionOk="0">
                    <a:moveTo>
                      <a:pt x="310" y="0"/>
                    </a:moveTo>
                    <a:cubicBezTo>
                      <a:pt x="100" y="0"/>
                      <a:pt x="0" y="255"/>
                      <a:pt x="144" y="398"/>
                    </a:cubicBezTo>
                    <a:cubicBezTo>
                      <a:pt x="194" y="449"/>
                      <a:pt x="255" y="471"/>
                      <a:pt x="314" y="471"/>
                    </a:cubicBezTo>
                    <a:cubicBezTo>
                      <a:pt x="437" y="471"/>
                      <a:pt x="553" y="374"/>
                      <a:pt x="553" y="233"/>
                    </a:cubicBezTo>
                    <a:cubicBezTo>
                      <a:pt x="553" y="100"/>
                      <a:pt x="442" y="0"/>
                      <a:pt x="3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42"/>
              <p:cNvSpPr/>
              <p:nvPr/>
            </p:nvSpPr>
            <p:spPr>
              <a:xfrm>
                <a:off x="1906229" y="4280299"/>
                <a:ext cx="167678" cy="323495"/>
              </a:xfrm>
              <a:custGeom>
                <a:avLst/>
                <a:gdLst/>
                <a:ahLst/>
                <a:cxnLst/>
                <a:rect l="l" t="t" r="r" b="b"/>
                <a:pathLst>
                  <a:path w="820" h="1582" extrusionOk="0">
                    <a:moveTo>
                      <a:pt x="1" y="0"/>
                    </a:moveTo>
                    <a:cubicBezTo>
                      <a:pt x="432" y="12"/>
                      <a:pt x="764" y="365"/>
                      <a:pt x="764" y="786"/>
                    </a:cubicBezTo>
                    <a:cubicBezTo>
                      <a:pt x="764" y="1217"/>
                      <a:pt x="432" y="1560"/>
                      <a:pt x="1" y="1582"/>
                    </a:cubicBezTo>
                    <a:lnTo>
                      <a:pt x="56" y="1582"/>
                    </a:lnTo>
                    <a:cubicBezTo>
                      <a:pt x="476" y="1560"/>
                      <a:pt x="819" y="1217"/>
                      <a:pt x="819" y="786"/>
                    </a:cubicBezTo>
                    <a:cubicBezTo>
                      <a:pt x="819" y="365"/>
                      <a:pt x="476" y="12"/>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42"/>
              <p:cNvSpPr/>
              <p:nvPr/>
            </p:nvSpPr>
            <p:spPr>
              <a:xfrm>
                <a:off x="1865536" y="4280094"/>
                <a:ext cx="203872" cy="323904"/>
              </a:xfrm>
              <a:custGeom>
                <a:avLst/>
                <a:gdLst/>
                <a:ahLst/>
                <a:cxnLst/>
                <a:rect l="l" t="t" r="r" b="b"/>
                <a:pathLst>
                  <a:path w="997" h="1584" extrusionOk="0">
                    <a:moveTo>
                      <a:pt x="40" y="0"/>
                    </a:moveTo>
                    <a:cubicBezTo>
                      <a:pt x="27" y="0"/>
                      <a:pt x="14" y="1"/>
                      <a:pt x="1" y="1"/>
                    </a:cubicBezTo>
                    <a:lnTo>
                      <a:pt x="79" y="1"/>
                    </a:lnTo>
                    <a:cubicBezTo>
                      <a:pt x="66" y="1"/>
                      <a:pt x="53" y="0"/>
                      <a:pt x="40" y="0"/>
                    </a:cubicBezTo>
                    <a:close/>
                    <a:moveTo>
                      <a:pt x="79" y="1"/>
                    </a:moveTo>
                    <a:cubicBezTo>
                      <a:pt x="497" y="22"/>
                      <a:pt x="830" y="370"/>
                      <a:pt x="830" y="787"/>
                    </a:cubicBezTo>
                    <a:cubicBezTo>
                      <a:pt x="830" y="1214"/>
                      <a:pt x="497" y="1562"/>
                      <a:pt x="79" y="1583"/>
                    </a:cubicBezTo>
                    <a:lnTo>
                      <a:pt x="200" y="1583"/>
                    </a:lnTo>
                    <a:cubicBezTo>
                      <a:pt x="642" y="1583"/>
                      <a:pt x="996" y="1229"/>
                      <a:pt x="996" y="787"/>
                    </a:cubicBezTo>
                    <a:cubicBezTo>
                      <a:pt x="996" y="355"/>
                      <a:pt x="642" y="1"/>
                      <a:pt x="200" y="1"/>
                    </a:cubicBezTo>
                    <a:close/>
                    <a:moveTo>
                      <a:pt x="1" y="1583"/>
                    </a:moveTo>
                    <a:cubicBezTo>
                      <a:pt x="14" y="1583"/>
                      <a:pt x="27" y="1584"/>
                      <a:pt x="40" y="1584"/>
                    </a:cubicBezTo>
                    <a:cubicBezTo>
                      <a:pt x="53" y="1584"/>
                      <a:pt x="66" y="1583"/>
                      <a:pt x="79" y="158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42"/>
              <p:cNvSpPr/>
              <p:nvPr/>
            </p:nvSpPr>
            <p:spPr>
              <a:xfrm>
                <a:off x="1852040" y="4280299"/>
                <a:ext cx="176471" cy="323495"/>
              </a:xfrm>
              <a:custGeom>
                <a:avLst/>
                <a:gdLst/>
                <a:ahLst/>
                <a:cxnLst/>
                <a:rect l="l" t="t" r="r" b="b"/>
                <a:pathLst>
                  <a:path w="863" h="1582" extrusionOk="0">
                    <a:moveTo>
                      <a:pt x="0" y="0"/>
                    </a:moveTo>
                    <a:cubicBezTo>
                      <a:pt x="421" y="12"/>
                      <a:pt x="763" y="365"/>
                      <a:pt x="763" y="786"/>
                    </a:cubicBezTo>
                    <a:cubicBezTo>
                      <a:pt x="763" y="1217"/>
                      <a:pt x="421" y="1560"/>
                      <a:pt x="0" y="1582"/>
                    </a:cubicBezTo>
                    <a:lnTo>
                      <a:pt x="67" y="1582"/>
                    </a:lnTo>
                    <a:cubicBezTo>
                      <a:pt x="509" y="1582"/>
                      <a:pt x="863" y="1228"/>
                      <a:pt x="863" y="786"/>
                    </a:cubicBezTo>
                    <a:cubicBezTo>
                      <a:pt x="863" y="354"/>
                      <a:pt x="509" y="0"/>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42"/>
              <p:cNvSpPr/>
              <p:nvPr/>
            </p:nvSpPr>
            <p:spPr>
              <a:xfrm>
                <a:off x="1701129" y="4325286"/>
                <a:ext cx="166860" cy="233522"/>
              </a:xfrm>
              <a:custGeom>
                <a:avLst/>
                <a:gdLst/>
                <a:ahLst/>
                <a:cxnLst/>
                <a:rect l="l" t="t" r="r" b="b"/>
                <a:pathLst>
                  <a:path w="816" h="1142" extrusionOk="0">
                    <a:moveTo>
                      <a:pt x="741" y="0"/>
                    </a:moveTo>
                    <a:cubicBezTo>
                      <a:pt x="0" y="0"/>
                      <a:pt x="0" y="1142"/>
                      <a:pt x="741" y="1142"/>
                    </a:cubicBezTo>
                    <a:cubicBezTo>
                      <a:pt x="755" y="1142"/>
                      <a:pt x="769" y="1141"/>
                      <a:pt x="783" y="1141"/>
                    </a:cubicBezTo>
                    <a:lnTo>
                      <a:pt x="816" y="1141"/>
                    </a:lnTo>
                    <a:cubicBezTo>
                      <a:pt x="506" y="1129"/>
                      <a:pt x="263" y="875"/>
                      <a:pt x="274" y="566"/>
                    </a:cubicBezTo>
                    <a:cubicBezTo>
                      <a:pt x="274" y="267"/>
                      <a:pt x="506" y="13"/>
                      <a:pt x="816" y="2"/>
                    </a:cubicBezTo>
                    <a:lnTo>
                      <a:pt x="783" y="2"/>
                    </a:lnTo>
                    <a:cubicBezTo>
                      <a:pt x="769" y="1"/>
                      <a:pt x="755" y="0"/>
                      <a:pt x="7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42"/>
              <p:cNvSpPr/>
              <p:nvPr/>
            </p:nvSpPr>
            <p:spPr>
              <a:xfrm>
                <a:off x="1867785" y="4391130"/>
                <a:ext cx="70343" cy="97335"/>
              </a:xfrm>
              <a:custGeom>
                <a:avLst/>
                <a:gdLst/>
                <a:ahLst/>
                <a:cxnLst/>
                <a:rect l="l" t="t" r="r" b="b"/>
                <a:pathLst>
                  <a:path w="344" h="476" extrusionOk="0">
                    <a:moveTo>
                      <a:pt x="34" y="0"/>
                    </a:moveTo>
                    <a:lnTo>
                      <a:pt x="34" y="11"/>
                    </a:lnTo>
                    <a:lnTo>
                      <a:pt x="1" y="11"/>
                    </a:lnTo>
                    <a:cubicBezTo>
                      <a:pt x="277" y="45"/>
                      <a:pt x="277" y="443"/>
                      <a:pt x="1" y="476"/>
                    </a:cubicBezTo>
                    <a:lnTo>
                      <a:pt x="34" y="476"/>
                    </a:lnTo>
                    <a:cubicBezTo>
                      <a:pt x="344" y="476"/>
                      <a:pt x="344" y="0"/>
                      <a:pt x="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42"/>
              <p:cNvSpPr/>
              <p:nvPr/>
            </p:nvSpPr>
            <p:spPr>
              <a:xfrm>
                <a:off x="1700516" y="4379679"/>
                <a:ext cx="377888" cy="45600"/>
              </a:xfrm>
              <a:custGeom>
                <a:avLst/>
                <a:gdLst/>
                <a:ahLst/>
                <a:cxnLst/>
                <a:rect l="l" t="t" r="r" b="b"/>
                <a:pathLst>
                  <a:path w="1848" h="223" extrusionOk="0">
                    <a:moveTo>
                      <a:pt x="56" y="1"/>
                    </a:moveTo>
                    <a:cubicBezTo>
                      <a:pt x="23" y="67"/>
                      <a:pt x="12" y="145"/>
                      <a:pt x="1" y="222"/>
                    </a:cubicBezTo>
                    <a:lnTo>
                      <a:pt x="1847" y="222"/>
                    </a:lnTo>
                    <a:cubicBezTo>
                      <a:pt x="1847" y="145"/>
                      <a:pt x="1825" y="67"/>
                      <a:pt x="1792" y="1"/>
                    </a:cubicBezTo>
                    <a:close/>
                  </a:path>
                </a:pathLst>
              </a:custGeom>
              <a:solidFill>
                <a:srgbClr val="6363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42"/>
              <p:cNvSpPr/>
              <p:nvPr/>
            </p:nvSpPr>
            <p:spPr>
              <a:xfrm>
                <a:off x="1167011" y="4379679"/>
                <a:ext cx="662531" cy="178924"/>
              </a:xfrm>
              <a:custGeom>
                <a:avLst/>
                <a:gdLst/>
                <a:ahLst/>
                <a:cxnLst/>
                <a:rect l="l" t="t" r="r" b="b"/>
                <a:pathLst>
                  <a:path w="3240" h="875" extrusionOk="0">
                    <a:moveTo>
                      <a:pt x="0" y="1"/>
                    </a:moveTo>
                    <a:lnTo>
                      <a:pt x="0" y="875"/>
                    </a:lnTo>
                    <a:lnTo>
                      <a:pt x="3240" y="875"/>
                    </a:lnTo>
                    <a:lnTo>
                      <a:pt x="324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42"/>
              <p:cNvSpPr/>
              <p:nvPr/>
            </p:nvSpPr>
            <p:spPr>
              <a:xfrm>
                <a:off x="1010988" y="4325490"/>
                <a:ext cx="273805" cy="235158"/>
              </a:xfrm>
              <a:custGeom>
                <a:avLst/>
                <a:gdLst/>
                <a:ahLst/>
                <a:cxnLst/>
                <a:rect l="l" t="t" r="r" b="b"/>
                <a:pathLst>
                  <a:path w="1339" h="1150" extrusionOk="0">
                    <a:moveTo>
                      <a:pt x="762" y="337"/>
                    </a:moveTo>
                    <a:cubicBezTo>
                      <a:pt x="884" y="337"/>
                      <a:pt x="1003" y="434"/>
                      <a:pt x="995" y="576"/>
                    </a:cubicBezTo>
                    <a:cubicBezTo>
                      <a:pt x="995" y="697"/>
                      <a:pt x="896" y="808"/>
                      <a:pt x="763" y="808"/>
                    </a:cubicBezTo>
                    <a:cubicBezTo>
                      <a:pt x="553" y="808"/>
                      <a:pt x="453" y="553"/>
                      <a:pt x="597" y="410"/>
                    </a:cubicBezTo>
                    <a:cubicBezTo>
                      <a:pt x="644" y="359"/>
                      <a:pt x="703" y="337"/>
                      <a:pt x="762" y="337"/>
                    </a:cubicBezTo>
                    <a:close/>
                    <a:moveTo>
                      <a:pt x="763" y="1"/>
                    </a:moveTo>
                    <a:cubicBezTo>
                      <a:pt x="254" y="1"/>
                      <a:pt x="0" y="620"/>
                      <a:pt x="354" y="985"/>
                    </a:cubicBezTo>
                    <a:cubicBezTo>
                      <a:pt x="471" y="1098"/>
                      <a:pt x="614" y="1149"/>
                      <a:pt x="755" y="1149"/>
                    </a:cubicBezTo>
                    <a:cubicBezTo>
                      <a:pt x="1052" y="1149"/>
                      <a:pt x="1338" y="921"/>
                      <a:pt x="1338" y="576"/>
                    </a:cubicBezTo>
                    <a:cubicBezTo>
                      <a:pt x="1338" y="255"/>
                      <a:pt x="1084" y="1"/>
                      <a:pt x="7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42"/>
              <p:cNvSpPr/>
              <p:nvPr/>
            </p:nvSpPr>
            <p:spPr>
              <a:xfrm>
                <a:off x="949847" y="4280299"/>
                <a:ext cx="380138" cy="323495"/>
              </a:xfrm>
              <a:custGeom>
                <a:avLst/>
                <a:gdLst/>
                <a:ahLst/>
                <a:cxnLst/>
                <a:rect l="l" t="t" r="r" b="b"/>
                <a:pathLst>
                  <a:path w="1859" h="1582" extrusionOk="0">
                    <a:moveTo>
                      <a:pt x="1061" y="215"/>
                    </a:moveTo>
                    <a:cubicBezTo>
                      <a:pt x="1356" y="215"/>
                      <a:pt x="1637" y="443"/>
                      <a:pt x="1637" y="786"/>
                    </a:cubicBezTo>
                    <a:cubicBezTo>
                      <a:pt x="1637" y="1106"/>
                      <a:pt x="1383" y="1361"/>
                      <a:pt x="1062" y="1361"/>
                    </a:cubicBezTo>
                    <a:cubicBezTo>
                      <a:pt x="553" y="1361"/>
                      <a:pt x="299" y="741"/>
                      <a:pt x="653" y="387"/>
                    </a:cubicBezTo>
                    <a:cubicBezTo>
                      <a:pt x="772" y="269"/>
                      <a:pt x="918" y="215"/>
                      <a:pt x="1061" y="215"/>
                    </a:cubicBezTo>
                    <a:close/>
                    <a:moveTo>
                      <a:pt x="1062" y="0"/>
                    </a:moveTo>
                    <a:cubicBezTo>
                      <a:pt x="354" y="0"/>
                      <a:pt x="1" y="852"/>
                      <a:pt x="498" y="1349"/>
                    </a:cubicBezTo>
                    <a:cubicBezTo>
                      <a:pt x="662" y="1510"/>
                      <a:pt x="862" y="1582"/>
                      <a:pt x="1057" y="1582"/>
                    </a:cubicBezTo>
                    <a:cubicBezTo>
                      <a:pt x="1468" y="1582"/>
                      <a:pt x="1858" y="1265"/>
                      <a:pt x="1858" y="786"/>
                    </a:cubicBezTo>
                    <a:cubicBezTo>
                      <a:pt x="1858" y="354"/>
                      <a:pt x="1504" y="0"/>
                      <a:pt x="106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42"/>
              <p:cNvSpPr/>
              <p:nvPr/>
            </p:nvSpPr>
            <p:spPr>
              <a:xfrm>
                <a:off x="1103621" y="4393380"/>
                <a:ext cx="112467" cy="96312"/>
              </a:xfrm>
              <a:custGeom>
                <a:avLst/>
                <a:gdLst/>
                <a:ahLst/>
                <a:cxnLst/>
                <a:rect l="l" t="t" r="r" b="b"/>
                <a:pathLst>
                  <a:path w="550" h="471" extrusionOk="0">
                    <a:moveTo>
                      <a:pt x="310" y="0"/>
                    </a:moveTo>
                    <a:cubicBezTo>
                      <a:pt x="100" y="0"/>
                      <a:pt x="0" y="255"/>
                      <a:pt x="144" y="398"/>
                    </a:cubicBezTo>
                    <a:cubicBezTo>
                      <a:pt x="191" y="449"/>
                      <a:pt x="250" y="471"/>
                      <a:pt x="309" y="471"/>
                    </a:cubicBezTo>
                    <a:cubicBezTo>
                      <a:pt x="431" y="471"/>
                      <a:pt x="550" y="374"/>
                      <a:pt x="542" y="233"/>
                    </a:cubicBezTo>
                    <a:cubicBezTo>
                      <a:pt x="542" y="100"/>
                      <a:pt x="443" y="0"/>
                      <a:pt x="31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42"/>
              <p:cNvSpPr/>
              <p:nvPr/>
            </p:nvSpPr>
            <p:spPr>
              <a:xfrm>
                <a:off x="1212203" y="4280094"/>
                <a:ext cx="169723" cy="323904"/>
              </a:xfrm>
              <a:custGeom>
                <a:avLst/>
                <a:gdLst/>
                <a:ahLst/>
                <a:cxnLst/>
                <a:rect l="l" t="t" r="r" b="b"/>
                <a:pathLst>
                  <a:path w="830" h="1584" extrusionOk="0">
                    <a:moveTo>
                      <a:pt x="39" y="0"/>
                    </a:moveTo>
                    <a:cubicBezTo>
                      <a:pt x="26" y="0"/>
                      <a:pt x="13" y="1"/>
                      <a:pt x="0" y="1"/>
                    </a:cubicBezTo>
                    <a:lnTo>
                      <a:pt x="55" y="1"/>
                    </a:lnTo>
                    <a:cubicBezTo>
                      <a:pt x="476" y="13"/>
                      <a:pt x="818" y="366"/>
                      <a:pt x="818" y="787"/>
                    </a:cubicBezTo>
                    <a:cubicBezTo>
                      <a:pt x="818" y="1218"/>
                      <a:pt x="476" y="1561"/>
                      <a:pt x="55" y="1583"/>
                    </a:cubicBezTo>
                    <a:lnTo>
                      <a:pt x="0" y="1583"/>
                    </a:lnTo>
                    <a:cubicBezTo>
                      <a:pt x="13" y="1583"/>
                      <a:pt x="26" y="1584"/>
                      <a:pt x="39" y="1584"/>
                    </a:cubicBezTo>
                    <a:cubicBezTo>
                      <a:pt x="475" y="1584"/>
                      <a:pt x="830" y="1227"/>
                      <a:pt x="830" y="787"/>
                    </a:cubicBezTo>
                    <a:cubicBezTo>
                      <a:pt x="830" y="357"/>
                      <a:pt x="475" y="0"/>
                      <a:pt x="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42"/>
              <p:cNvSpPr/>
              <p:nvPr/>
            </p:nvSpPr>
            <p:spPr>
              <a:xfrm>
                <a:off x="1171510" y="4280299"/>
                <a:ext cx="203667" cy="323495"/>
              </a:xfrm>
              <a:custGeom>
                <a:avLst/>
                <a:gdLst/>
                <a:ahLst/>
                <a:cxnLst/>
                <a:rect l="l" t="t" r="r" b="b"/>
                <a:pathLst>
                  <a:path w="996" h="1582" extrusionOk="0">
                    <a:moveTo>
                      <a:pt x="0" y="0"/>
                    </a:moveTo>
                    <a:cubicBezTo>
                      <a:pt x="420" y="12"/>
                      <a:pt x="763" y="365"/>
                      <a:pt x="763" y="786"/>
                    </a:cubicBezTo>
                    <a:cubicBezTo>
                      <a:pt x="763" y="1217"/>
                      <a:pt x="420" y="1560"/>
                      <a:pt x="0" y="1582"/>
                    </a:cubicBezTo>
                    <a:lnTo>
                      <a:pt x="199" y="1582"/>
                    </a:lnTo>
                    <a:cubicBezTo>
                      <a:pt x="641" y="1582"/>
                      <a:pt x="995" y="1228"/>
                      <a:pt x="995" y="786"/>
                    </a:cubicBezTo>
                    <a:cubicBezTo>
                      <a:pt x="995" y="354"/>
                      <a:pt x="641" y="0"/>
                      <a:pt x="1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42"/>
              <p:cNvSpPr/>
              <p:nvPr/>
            </p:nvSpPr>
            <p:spPr>
              <a:xfrm>
                <a:off x="1155560" y="4280094"/>
                <a:ext cx="178924" cy="323904"/>
              </a:xfrm>
              <a:custGeom>
                <a:avLst/>
                <a:gdLst/>
                <a:ahLst/>
                <a:cxnLst/>
                <a:rect l="l" t="t" r="r" b="b"/>
                <a:pathLst>
                  <a:path w="875" h="1584" extrusionOk="0">
                    <a:moveTo>
                      <a:pt x="40" y="0"/>
                    </a:moveTo>
                    <a:cubicBezTo>
                      <a:pt x="27" y="0"/>
                      <a:pt x="14" y="1"/>
                      <a:pt x="1" y="1"/>
                    </a:cubicBezTo>
                    <a:lnTo>
                      <a:pt x="78" y="1"/>
                    </a:lnTo>
                    <a:cubicBezTo>
                      <a:pt x="78" y="1"/>
                      <a:pt x="79" y="1"/>
                      <a:pt x="79" y="1"/>
                    </a:cubicBezTo>
                    <a:lnTo>
                      <a:pt x="79" y="1"/>
                    </a:lnTo>
                    <a:cubicBezTo>
                      <a:pt x="66" y="1"/>
                      <a:pt x="53" y="0"/>
                      <a:pt x="40" y="0"/>
                    </a:cubicBezTo>
                    <a:close/>
                    <a:moveTo>
                      <a:pt x="79" y="1"/>
                    </a:moveTo>
                    <a:cubicBezTo>
                      <a:pt x="496" y="22"/>
                      <a:pt x="830" y="370"/>
                      <a:pt x="830" y="787"/>
                    </a:cubicBezTo>
                    <a:cubicBezTo>
                      <a:pt x="830" y="1214"/>
                      <a:pt x="496" y="1562"/>
                      <a:pt x="79" y="1583"/>
                    </a:cubicBezTo>
                    <a:lnTo>
                      <a:pt x="79" y="1583"/>
                    </a:lnTo>
                    <a:cubicBezTo>
                      <a:pt x="521" y="1582"/>
                      <a:pt x="874" y="1229"/>
                      <a:pt x="874" y="787"/>
                    </a:cubicBezTo>
                    <a:cubicBezTo>
                      <a:pt x="874" y="356"/>
                      <a:pt x="510" y="2"/>
                      <a:pt x="79" y="1"/>
                    </a:cubicBezTo>
                    <a:close/>
                    <a:moveTo>
                      <a:pt x="79" y="1583"/>
                    </a:moveTo>
                    <a:cubicBezTo>
                      <a:pt x="79" y="1583"/>
                      <a:pt x="78" y="1583"/>
                      <a:pt x="78" y="1583"/>
                    </a:cubicBezTo>
                    <a:lnTo>
                      <a:pt x="1" y="1583"/>
                    </a:lnTo>
                    <a:cubicBezTo>
                      <a:pt x="14" y="1583"/>
                      <a:pt x="27" y="1584"/>
                      <a:pt x="40" y="1584"/>
                    </a:cubicBezTo>
                    <a:cubicBezTo>
                      <a:pt x="53" y="1584"/>
                      <a:pt x="66" y="1583"/>
                      <a:pt x="79" y="158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42"/>
              <p:cNvSpPr/>
              <p:nvPr/>
            </p:nvSpPr>
            <p:spPr>
              <a:xfrm>
                <a:off x="1006899" y="4325286"/>
                <a:ext cx="167064" cy="233522"/>
              </a:xfrm>
              <a:custGeom>
                <a:avLst/>
                <a:gdLst/>
                <a:ahLst/>
                <a:cxnLst/>
                <a:rect l="l" t="t" r="r" b="b"/>
                <a:pathLst>
                  <a:path w="817" h="1142" extrusionOk="0">
                    <a:moveTo>
                      <a:pt x="742" y="0"/>
                    </a:moveTo>
                    <a:cubicBezTo>
                      <a:pt x="1" y="0"/>
                      <a:pt x="1" y="1142"/>
                      <a:pt x="742" y="1142"/>
                    </a:cubicBezTo>
                    <a:cubicBezTo>
                      <a:pt x="755" y="1142"/>
                      <a:pt x="769" y="1141"/>
                      <a:pt x="783" y="1141"/>
                    </a:cubicBezTo>
                    <a:lnTo>
                      <a:pt x="816" y="1141"/>
                    </a:lnTo>
                    <a:cubicBezTo>
                      <a:pt x="507" y="1129"/>
                      <a:pt x="263" y="875"/>
                      <a:pt x="274" y="566"/>
                    </a:cubicBezTo>
                    <a:cubicBezTo>
                      <a:pt x="274" y="267"/>
                      <a:pt x="507" y="13"/>
                      <a:pt x="816" y="2"/>
                    </a:cubicBezTo>
                    <a:lnTo>
                      <a:pt x="783" y="2"/>
                    </a:lnTo>
                    <a:cubicBezTo>
                      <a:pt x="769" y="1"/>
                      <a:pt x="755" y="0"/>
                      <a:pt x="7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42"/>
              <p:cNvSpPr/>
              <p:nvPr/>
            </p:nvSpPr>
            <p:spPr>
              <a:xfrm>
                <a:off x="1173759" y="4391130"/>
                <a:ext cx="70138" cy="97335"/>
              </a:xfrm>
              <a:custGeom>
                <a:avLst/>
                <a:gdLst/>
                <a:ahLst/>
                <a:cxnLst/>
                <a:rect l="l" t="t" r="r" b="b"/>
                <a:pathLst>
                  <a:path w="343" h="476" extrusionOk="0">
                    <a:moveTo>
                      <a:pt x="33" y="0"/>
                    </a:moveTo>
                    <a:lnTo>
                      <a:pt x="33" y="11"/>
                    </a:lnTo>
                    <a:lnTo>
                      <a:pt x="0" y="11"/>
                    </a:lnTo>
                    <a:cubicBezTo>
                      <a:pt x="288" y="45"/>
                      <a:pt x="288" y="443"/>
                      <a:pt x="0" y="476"/>
                    </a:cubicBezTo>
                    <a:lnTo>
                      <a:pt x="33" y="476"/>
                    </a:lnTo>
                    <a:cubicBezTo>
                      <a:pt x="343" y="476"/>
                      <a:pt x="343" y="0"/>
                      <a:pt x="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42"/>
              <p:cNvSpPr/>
              <p:nvPr/>
            </p:nvSpPr>
            <p:spPr>
              <a:xfrm>
                <a:off x="1006285" y="4379679"/>
                <a:ext cx="377888" cy="45600"/>
              </a:xfrm>
              <a:custGeom>
                <a:avLst/>
                <a:gdLst/>
                <a:ahLst/>
                <a:cxnLst/>
                <a:rect l="l" t="t" r="r" b="b"/>
                <a:pathLst>
                  <a:path w="1848" h="223" extrusionOk="0">
                    <a:moveTo>
                      <a:pt x="56" y="1"/>
                    </a:moveTo>
                    <a:cubicBezTo>
                      <a:pt x="23" y="67"/>
                      <a:pt x="12" y="145"/>
                      <a:pt x="1" y="222"/>
                    </a:cubicBezTo>
                    <a:lnTo>
                      <a:pt x="1848" y="222"/>
                    </a:lnTo>
                    <a:cubicBezTo>
                      <a:pt x="1848" y="145"/>
                      <a:pt x="1825" y="67"/>
                      <a:pt x="17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42"/>
              <p:cNvSpPr/>
              <p:nvPr/>
            </p:nvSpPr>
            <p:spPr>
              <a:xfrm>
                <a:off x="1433661" y="4325490"/>
                <a:ext cx="276055" cy="235158"/>
              </a:xfrm>
              <a:custGeom>
                <a:avLst/>
                <a:gdLst/>
                <a:ahLst/>
                <a:cxnLst/>
                <a:rect l="l" t="t" r="r" b="b"/>
                <a:pathLst>
                  <a:path w="1350" h="1150" extrusionOk="0">
                    <a:moveTo>
                      <a:pt x="771" y="337"/>
                    </a:moveTo>
                    <a:cubicBezTo>
                      <a:pt x="891" y="337"/>
                      <a:pt x="1007" y="434"/>
                      <a:pt x="1007" y="576"/>
                    </a:cubicBezTo>
                    <a:cubicBezTo>
                      <a:pt x="1007" y="697"/>
                      <a:pt x="897" y="808"/>
                      <a:pt x="775" y="808"/>
                    </a:cubicBezTo>
                    <a:cubicBezTo>
                      <a:pt x="565" y="808"/>
                      <a:pt x="454" y="553"/>
                      <a:pt x="609" y="410"/>
                    </a:cubicBezTo>
                    <a:cubicBezTo>
                      <a:pt x="656" y="359"/>
                      <a:pt x="714" y="337"/>
                      <a:pt x="771" y="337"/>
                    </a:cubicBezTo>
                    <a:close/>
                    <a:moveTo>
                      <a:pt x="775" y="1"/>
                    </a:moveTo>
                    <a:cubicBezTo>
                      <a:pt x="255" y="1"/>
                      <a:pt x="1" y="620"/>
                      <a:pt x="366" y="985"/>
                    </a:cubicBezTo>
                    <a:cubicBezTo>
                      <a:pt x="483" y="1098"/>
                      <a:pt x="626" y="1149"/>
                      <a:pt x="767" y="1149"/>
                    </a:cubicBezTo>
                    <a:cubicBezTo>
                      <a:pt x="1064" y="1149"/>
                      <a:pt x="1350" y="921"/>
                      <a:pt x="1350" y="576"/>
                    </a:cubicBezTo>
                    <a:cubicBezTo>
                      <a:pt x="1339" y="255"/>
                      <a:pt x="1084" y="1"/>
                      <a:pt x="7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42"/>
              <p:cNvSpPr/>
              <p:nvPr/>
            </p:nvSpPr>
            <p:spPr>
              <a:xfrm>
                <a:off x="1374974" y="4280299"/>
                <a:ext cx="377684" cy="323495"/>
              </a:xfrm>
              <a:custGeom>
                <a:avLst/>
                <a:gdLst/>
                <a:ahLst/>
                <a:cxnLst/>
                <a:rect l="l" t="t" r="r" b="b"/>
                <a:pathLst>
                  <a:path w="1847" h="1582" extrusionOk="0">
                    <a:moveTo>
                      <a:pt x="1058" y="215"/>
                    </a:moveTo>
                    <a:cubicBezTo>
                      <a:pt x="1351" y="215"/>
                      <a:pt x="1629" y="443"/>
                      <a:pt x="1637" y="786"/>
                    </a:cubicBezTo>
                    <a:cubicBezTo>
                      <a:pt x="1637" y="1106"/>
                      <a:pt x="1371" y="1361"/>
                      <a:pt x="1062" y="1361"/>
                    </a:cubicBezTo>
                    <a:cubicBezTo>
                      <a:pt x="553" y="1361"/>
                      <a:pt x="288" y="741"/>
                      <a:pt x="653" y="387"/>
                    </a:cubicBezTo>
                    <a:cubicBezTo>
                      <a:pt x="772" y="269"/>
                      <a:pt x="916" y="215"/>
                      <a:pt x="1058" y="215"/>
                    </a:cubicBezTo>
                    <a:close/>
                    <a:moveTo>
                      <a:pt x="1062" y="0"/>
                    </a:moveTo>
                    <a:cubicBezTo>
                      <a:pt x="354" y="0"/>
                      <a:pt x="0" y="852"/>
                      <a:pt x="498" y="1349"/>
                    </a:cubicBezTo>
                    <a:cubicBezTo>
                      <a:pt x="658" y="1510"/>
                      <a:pt x="856" y="1582"/>
                      <a:pt x="1050" y="1582"/>
                    </a:cubicBezTo>
                    <a:cubicBezTo>
                      <a:pt x="1456" y="1582"/>
                      <a:pt x="1847" y="1265"/>
                      <a:pt x="1847" y="786"/>
                    </a:cubicBezTo>
                    <a:cubicBezTo>
                      <a:pt x="1847" y="354"/>
                      <a:pt x="1493" y="0"/>
                      <a:pt x="106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42"/>
              <p:cNvSpPr/>
              <p:nvPr/>
            </p:nvSpPr>
            <p:spPr>
              <a:xfrm>
                <a:off x="1526498" y="4393380"/>
                <a:ext cx="113285" cy="96312"/>
              </a:xfrm>
              <a:custGeom>
                <a:avLst/>
                <a:gdLst/>
                <a:ahLst/>
                <a:cxnLst/>
                <a:rect l="l" t="t" r="r" b="b"/>
                <a:pathLst>
                  <a:path w="554" h="471" extrusionOk="0">
                    <a:moveTo>
                      <a:pt x="321" y="0"/>
                    </a:moveTo>
                    <a:cubicBezTo>
                      <a:pt x="111" y="0"/>
                      <a:pt x="0" y="255"/>
                      <a:pt x="155" y="398"/>
                    </a:cubicBezTo>
                    <a:cubicBezTo>
                      <a:pt x="202" y="449"/>
                      <a:pt x="260" y="471"/>
                      <a:pt x="317" y="471"/>
                    </a:cubicBezTo>
                    <a:cubicBezTo>
                      <a:pt x="437" y="471"/>
                      <a:pt x="553" y="374"/>
                      <a:pt x="553" y="233"/>
                    </a:cubicBezTo>
                    <a:cubicBezTo>
                      <a:pt x="553" y="100"/>
                      <a:pt x="454" y="0"/>
                      <a:pt x="3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42"/>
              <p:cNvSpPr/>
              <p:nvPr/>
            </p:nvSpPr>
            <p:spPr>
              <a:xfrm>
                <a:off x="1637329" y="4280299"/>
                <a:ext cx="165224" cy="323495"/>
              </a:xfrm>
              <a:custGeom>
                <a:avLst/>
                <a:gdLst/>
                <a:ahLst/>
                <a:cxnLst/>
                <a:rect l="l" t="t" r="r" b="b"/>
                <a:pathLst>
                  <a:path w="808" h="1582" extrusionOk="0">
                    <a:moveTo>
                      <a:pt x="0" y="0"/>
                    </a:moveTo>
                    <a:cubicBezTo>
                      <a:pt x="420" y="12"/>
                      <a:pt x="763" y="365"/>
                      <a:pt x="763" y="786"/>
                    </a:cubicBezTo>
                    <a:cubicBezTo>
                      <a:pt x="763" y="1217"/>
                      <a:pt x="420" y="1560"/>
                      <a:pt x="0" y="1582"/>
                    </a:cubicBezTo>
                    <a:lnTo>
                      <a:pt x="55" y="1582"/>
                    </a:lnTo>
                    <a:cubicBezTo>
                      <a:pt x="475" y="1560"/>
                      <a:pt x="807" y="1217"/>
                      <a:pt x="807" y="786"/>
                    </a:cubicBezTo>
                    <a:cubicBezTo>
                      <a:pt x="807" y="365"/>
                      <a:pt x="475" y="12"/>
                      <a:pt x="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42"/>
              <p:cNvSpPr/>
              <p:nvPr/>
            </p:nvSpPr>
            <p:spPr>
              <a:xfrm>
                <a:off x="1596432" y="4280299"/>
                <a:ext cx="201622" cy="323495"/>
              </a:xfrm>
              <a:custGeom>
                <a:avLst/>
                <a:gdLst/>
                <a:ahLst/>
                <a:cxnLst/>
                <a:rect l="l" t="t" r="r" b="b"/>
                <a:pathLst>
                  <a:path w="986" h="1582" extrusionOk="0">
                    <a:moveTo>
                      <a:pt x="1" y="0"/>
                    </a:moveTo>
                    <a:cubicBezTo>
                      <a:pt x="421" y="12"/>
                      <a:pt x="753" y="365"/>
                      <a:pt x="753" y="786"/>
                    </a:cubicBezTo>
                    <a:cubicBezTo>
                      <a:pt x="753" y="1217"/>
                      <a:pt x="421" y="1560"/>
                      <a:pt x="1" y="1582"/>
                    </a:cubicBezTo>
                    <a:lnTo>
                      <a:pt x="200" y="1582"/>
                    </a:lnTo>
                    <a:cubicBezTo>
                      <a:pt x="631" y="1582"/>
                      <a:pt x="985" y="1228"/>
                      <a:pt x="985" y="786"/>
                    </a:cubicBezTo>
                    <a:cubicBezTo>
                      <a:pt x="985" y="354"/>
                      <a:pt x="631" y="0"/>
                      <a:pt x="2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42"/>
              <p:cNvSpPr/>
              <p:nvPr/>
            </p:nvSpPr>
            <p:spPr>
              <a:xfrm>
                <a:off x="1580687" y="4280299"/>
                <a:ext cx="176675" cy="323495"/>
              </a:xfrm>
              <a:custGeom>
                <a:avLst/>
                <a:gdLst/>
                <a:ahLst/>
                <a:cxnLst/>
                <a:rect l="l" t="t" r="r" b="b"/>
                <a:pathLst>
                  <a:path w="864" h="1582" extrusionOk="0">
                    <a:moveTo>
                      <a:pt x="1" y="0"/>
                    </a:moveTo>
                    <a:cubicBezTo>
                      <a:pt x="421" y="12"/>
                      <a:pt x="764" y="365"/>
                      <a:pt x="764" y="786"/>
                    </a:cubicBezTo>
                    <a:cubicBezTo>
                      <a:pt x="764" y="1217"/>
                      <a:pt x="421" y="1560"/>
                      <a:pt x="1" y="1582"/>
                    </a:cubicBezTo>
                    <a:lnTo>
                      <a:pt x="78" y="1582"/>
                    </a:lnTo>
                    <a:cubicBezTo>
                      <a:pt x="509" y="1582"/>
                      <a:pt x="863" y="1228"/>
                      <a:pt x="863" y="786"/>
                    </a:cubicBezTo>
                    <a:cubicBezTo>
                      <a:pt x="863" y="354"/>
                      <a:pt x="509" y="0"/>
                      <a:pt x="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42"/>
              <p:cNvSpPr/>
              <p:nvPr/>
            </p:nvSpPr>
            <p:spPr>
              <a:xfrm>
                <a:off x="1429776" y="4325286"/>
                <a:ext cx="166860" cy="233522"/>
              </a:xfrm>
              <a:custGeom>
                <a:avLst/>
                <a:gdLst/>
                <a:ahLst/>
                <a:cxnLst/>
                <a:rect l="l" t="t" r="r" b="b"/>
                <a:pathLst>
                  <a:path w="816" h="1142" extrusionOk="0">
                    <a:moveTo>
                      <a:pt x="752" y="0"/>
                    </a:moveTo>
                    <a:cubicBezTo>
                      <a:pt x="1" y="0"/>
                      <a:pt x="1" y="1142"/>
                      <a:pt x="752" y="1142"/>
                    </a:cubicBezTo>
                    <a:cubicBezTo>
                      <a:pt x="766" y="1142"/>
                      <a:pt x="780" y="1141"/>
                      <a:pt x="794" y="1141"/>
                    </a:cubicBezTo>
                    <a:lnTo>
                      <a:pt x="816" y="1141"/>
                    </a:lnTo>
                    <a:cubicBezTo>
                      <a:pt x="517" y="1129"/>
                      <a:pt x="274" y="875"/>
                      <a:pt x="274" y="566"/>
                    </a:cubicBezTo>
                    <a:cubicBezTo>
                      <a:pt x="274" y="267"/>
                      <a:pt x="517" y="13"/>
                      <a:pt x="816" y="2"/>
                    </a:cubicBezTo>
                    <a:lnTo>
                      <a:pt x="794" y="2"/>
                    </a:lnTo>
                    <a:cubicBezTo>
                      <a:pt x="780" y="1"/>
                      <a:pt x="766" y="0"/>
                      <a:pt x="7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42"/>
              <p:cNvSpPr/>
              <p:nvPr/>
            </p:nvSpPr>
            <p:spPr>
              <a:xfrm>
                <a:off x="1598886" y="4391130"/>
                <a:ext cx="70138" cy="97335"/>
              </a:xfrm>
              <a:custGeom>
                <a:avLst/>
                <a:gdLst/>
                <a:ahLst/>
                <a:cxnLst/>
                <a:rect l="l" t="t" r="r" b="b"/>
                <a:pathLst>
                  <a:path w="343" h="476" extrusionOk="0">
                    <a:moveTo>
                      <a:pt x="33" y="0"/>
                    </a:moveTo>
                    <a:lnTo>
                      <a:pt x="33" y="11"/>
                    </a:lnTo>
                    <a:lnTo>
                      <a:pt x="0" y="11"/>
                    </a:lnTo>
                    <a:cubicBezTo>
                      <a:pt x="276" y="45"/>
                      <a:pt x="276" y="443"/>
                      <a:pt x="0" y="476"/>
                    </a:cubicBezTo>
                    <a:lnTo>
                      <a:pt x="33" y="476"/>
                    </a:lnTo>
                    <a:cubicBezTo>
                      <a:pt x="343" y="476"/>
                      <a:pt x="343" y="0"/>
                      <a:pt x="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42"/>
              <p:cNvSpPr/>
              <p:nvPr/>
            </p:nvSpPr>
            <p:spPr>
              <a:xfrm>
                <a:off x="1431412" y="4379679"/>
                <a:ext cx="377888" cy="45600"/>
              </a:xfrm>
              <a:custGeom>
                <a:avLst/>
                <a:gdLst/>
                <a:ahLst/>
                <a:cxnLst/>
                <a:rect l="l" t="t" r="r" b="b"/>
                <a:pathLst>
                  <a:path w="1848" h="223" extrusionOk="0">
                    <a:moveTo>
                      <a:pt x="56" y="1"/>
                    </a:moveTo>
                    <a:cubicBezTo>
                      <a:pt x="23" y="67"/>
                      <a:pt x="1" y="145"/>
                      <a:pt x="1" y="222"/>
                    </a:cubicBezTo>
                    <a:lnTo>
                      <a:pt x="1847" y="222"/>
                    </a:lnTo>
                    <a:cubicBezTo>
                      <a:pt x="1836" y="145"/>
                      <a:pt x="1814" y="67"/>
                      <a:pt x="17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42"/>
              <p:cNvSpPr/>
              <p:nvPr/>
            </p:nvSpPr>
            <p:spPr>
              <a:xfrm>
                <a:off x="970296" y="4205661"/>
                <a:ext cx="965578" cy="174221"/>
              </a:xfrm>
              <a:custGeom>
                <a:avLst/>
                <a:gdLst/>
                <a:ahLst/>
                <a:cxnLst/>
                <a:rect l="l" t="t" r="r" b="b"/>
                <a:pathLst>
                  <a:path w="4722" h="852" extrusionOk="0">
                    <a:moveTo>
                      <a:pt x="0" y="1"/>
                    </a:moveTo>
                    <a:lnTo>
                      <a:pt x="0" y="852"/>
                    </a:lnTo>
                    <a:lnTo>
                      <a:pt x="4722" y="852"/>
                    </a:lnTo>
                    <a:lnTo>
                      <a:pt x="47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42"/>
              <p:cNvSpPr/>
              <p:nvPr/>
            </p:nvSpPr>
            <p:spPr>
              <a:xfrm>
                <a:off x="1906229" y="3204087"/>
                <a:ext cx="794015" cy="1001772"/>
              </a:xfrm>
              <a:custGeom>
                <a:avLst/>
                <a:gdLst/>
                <a:ahLst/>
                <a:cxnLst/>
                <a:rect l="l" t="t" r="r" b="b"/>
                <a:pathLst>
                  <a:path w="3883" h="4899" extrusionOk="0">
                    <a:moveTo>
                      <a:pt x="1" y="0"/>
                    </a:moveTo>
                    <a:lnTo>
                      <a:pt x="1494" y="4899"/>
                    </a:lnTo>
                    <a:lnTo>
                      <a:pt x="3882" y="4899"/>
                    </a:lnTo>
                    <a:lnTo>
                      <a:pt x="3882" y="3981"/>
                    </a:lnTo>
                    <a:lnTo>
                      <a:pt x="194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42"/>
              <p:cNvSpPr/>
              <p:nvPr/>
            </p:nvSpPr>
            <p:spPr>
              <a:xfrm>
                <a:off x="2017060" y="3561325"/>
                <a:ext cx="13905" cy="246609"/>
              </a:xfrm>
              <a:custGeom>
                <a:avLst/>
                <a:gdLst/>
                <a:ahLst/>
                <a:cxnLst/>
                <a:rect l="l" t="t" r="r" b="b"/>
                <a:pathLst>
                  <a:path w="68" h="1206" extrusionOk="0">
                    <a:moveTo>
                      <a:pt x="1" y="0"/>
                    </a:moveTo>
                    <a:lnTo>
                      <a:pt x="1" y="1205"/>
                    </a:lnTo>
                    <a:lnTo>
                      <a:pt x="67" y="1205"/>
                    </a:lnTo>
                    <a:lnTo>
                      <a:pt x="67" y="0"/>
                    </a:lnTo>
                    <a:close/>
                  </a:path>
                </a:pathLst>
              </a:custGeom>
              <a:solidFill>
                <a:srgbClr val="B1D7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42"/>
              <p:cNvSpPr/>
              <p:nvPr/>
            </p:nvSpPr>
            <p:spPr>
              <a:xfrm>
                <a:off x="2417239" y="3561325"/>
                <a:ext cx="133733" cy="246609"/>
              </a:xfrm>
              <a:custGeom>
                <a:avLst/>
                <a:gdLst/>
                <a:ahLst/>
                <a:cxnLst/>
                <a:rect l="l" t="t" r="r" b="b"/>
                <a:pathLst>
                  <a:path w="654" h="1206" extrusionOk="0">
                    <a:moveTo>
                      <a:pt x="1" y="0"/>
                    </a:moveTo>
                    <a:cubicBezTo>
                      <a:pt x="45" y="0"/>
                      <a:pt x="89" y="33"/>
                      <a:pt x="111" y="78"/>
                    </a:cubicBezTo>
                    <a:lnTo>
                      <a:pt x="543" y="1017"/>
                    </a:lnTo>
                    <a:cubicBezTo>
                      <a:pt x="576" y="1106"/>
                      <a:pt x="521" y="1194"/>
                      <a:pt x="432" y="1205"/>
                    </a:cubicBezTo>
                    <a:lnTo>
                      <a:pt x="498" y="1205"/>
                    </a:lnTo>
                    <a:cubicBezTo>
                      <a:pt x="587" y="1194"/>
                      <a:pt x="653" y="1106"/>
                      <a:pt x="620" y="1017"/>
                    </a:cubicBezTo>
                    <a:lnTo>
                      <a:pt x="189" y="78"/>
                    </a:lnTo>
                    <a:cubicBezTo>
                      <a:pt x="167" y="33"/>
                      <a:pt x="123" y="0"/>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42"/>
              <p:cNvSpPr/>
              <p:nvPr/>
            </p:nvSpPr>
            <p:spPr>
              <a:xfrm>
                <a:off x="2030761" y="3561325"/>
                <a:ext cx="504260" cy="246609"/>
              </a:xfrm>
              <a:custGeom>
                <a:avLst/>
                <a:gdLst/>
                <a:ahLst/>
                <a:cxnLst/>
                <a:rect l="l" t="t" r="r" b="b"/>
                <a:pathLst>
                  <a:path w="2466" h="1206" extrusionOk="0">
                    <a:moveTo>
                      <a:pt x="0" y="0"/>
                    </a:moveTo>
                    <a:lnTo>
                      <a:pt x="0" y="1205"/>
                    </a:lnTo>
                    <a:lnTo>
                      <a:pt x="2322" y="1205"/>
                    </a:lnTo>
                    <a:cubicBezTo>
                      <a:pt x="2411" y="1194"/>
                      <a:pt x="2466" y="1106"/>
                      <a:pt x="2433" y="1017"/>
                    </a:cubicBezTo>
                    <a:lnTo>
                      <a:pt x="2001" y="78"/>
                    </a:lnTo>
                    <a:cubicBezTo>
                      <a:pt x="1979" y="33"/>
                      <a:pt x="1935" y="0"/>
                      <a:pt x="18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42"/>
              <p:cNvSpPr/>
              <p:nvPr/>
            </p:nvSpPr>
            <p:spPr>
              <a:xfrm>
                <a:off x="2048755" y="4205661"/>
                <a:ext cx="651489" cy="174221"/>
              </a:xfrm>
              <a:custGeom>
                <a:avLst/>
                <a:gdLst/>
                <a:ahLst/>
                <a:cxnLst/>
                <a:rect l="l" t="t" r="r" b="b"/>
                <a:pathLst>
                  <a:path w="3186" h="852" extrusionOk="0">
                    <a:moveTo>
                      <a:pt x="797" y="1"/>
                    </a:moveTo>
                    <a:lnTo>
                      <a:pt x="1" y="852"/>
                    </a:lnTo>
                    <a:lnTo>
                      <a:pt x="2168" y="852"/>
                    </a:lnTo>
                    <a:lnTo>
                      <a:pt x="31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42"/>
              <p:cNvSpPr/>
              <p:nvPr/>
            </p:nvSpPr>
            <p:spPr>
              <a:xfrm>
                <a:off x="2089448" y="4379679"/>
                <a:ext cx="402631" cy="224116"/>
              </a:xfrm>
              <a:custGeom>
                <a:avLst/>
                <a:gdLst/>
                <a:ahLst/>
                <a:cxnLst/>
                <a:rect l="l" t="t" r="r" b="b"/>
                <a:pathLst>
                  <a:path w="1969" h="1096" extrusionOk="0">
                    <a:moveTo>
                      <a:pt x="1" y="1"/>
                    </a:moveTo>
                    <a:lnTo>
                      <a:pt x="1" y="1096"/>
                    </a:lnTo>
                    <a:lnTo>
                      <a:pt x="1969" y="1096"/>
                    </a:lnTo>
                    <a:lnTo>
                      <a:pt x="196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42"/>
              <p:cNvSpPr/>
              <p:nvPr/>
            </p:nvSpPr>
            <p:spPr>
              <a:xfrm>
                <a:off x="1553490" y="3204087"/>
                <a:ext cx="794015" cy="1001772"/>
              </a:xfrm>
              <a:custGeom>
                <a:avLst/>
                <a:gdLst/>
                <a:ahLst/>
                <a:cxnLst/>
                <a:rect l="l" t="t" r="r" b="b"/>
                <a:pathLst>
                  <a:path w="3883" h="4899" extrusionOk="0">
                    <a:moveTo>
                      <a:pt x="1" y="0"/>
                    </a:moveTo>
                    <a:lnTo>
                      <a:pt x="1494" y="4899"/>
                    </a:lnTo>
                    <a:lnTo>
                      <a:pt x="3882" y="4899"/>
                    </a:lnTo>
                    <a:lnTo>
                      <a:pt x="3882" y="3981"/>
                    </a:lnTo>
                    <a:lnTo>
                      <a:pt x="19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42"/>
              <p:cNvSpPr/>
              <p:nvPr/>
            </p:nvSpPr>
            <p:spPr>
              <a:xfrm>
                <a:off x="-1795175" y="3337208"/>
                <a:ext cx="61346" cy="868652"/>
              </a:xfrm>
              <a:custGeom>
                <a:avLst/>
                <a:gdLst/>
                <a:ahLst/>
                <a:cxnLst/>
                <a:rect l="l" t="t" r="r" b="b"/>
                <a:pathLst>
                  <a:path w="300" h="4248" extrusionOk="0">
                    <a:moveTo>
                      <a:pt x="281" y="1"/>
                    </a:moveTo>
                    <a:cubicBezTo>
                      <a:pt x="124" y="1"/>
                      <a:pt x="1" y="140"/>
                      <a:pt x="1" y="300"/>
                    </a:cubicBezTo>
                    <a:lnTo>
                      <a:pt x="1" y="4248"/>
                    </a:lnTo>
                    <a:lnTo>
                      <a:pt x="299" y="4248"/>
                    </a:lnTo>
                    <a:lnTo>
                      <a:pt x="299" y="1"/>
                    </a:lnTo>
                    <a:cubicBezTo>
                      <a:pt x="293" y="1"/>
                      <a:pt x="287" y="1"/>
                      <a:pt x="2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42"/>
              <p:cNvSpPr/>
              <p:nvPr/>
            </p:nvSpPr>
            <p:spPr>
              <a:xfrm>
                <a:off x="-1749984" y="3855172"/>
                <a:ext cx="3579510" cy="350692"/>
              </a:xfrm>
              <a:custGeom>
                <a:avLst/>
                <a:gdLst/>
                <a:ahLst/>
                <a:cxnLst/>
                <a:rect l="l" t="t" r="r" b="b"/>
                <a:pathLst>
                  <a:path w="17505" h="1715" extrusionOk="0">
                    <a:moveTo>
                      <a:pt x="1" y="1"/>
                    </a:moveTo>
                    <a:lnTo>
                      <a:pt x="1" y="1372"/>
                    </a:lnTo>
                    <a:lnTo>
                      <a:pt x="1" y="1715"/>
                    </a:lnTo>
                    <a:lnTo>
                      <a:pt x="17505" y="1715"/>
                    </a:lnTo>
                    <a:lnTo>
                      <a:pt x="17505" y="1372"/>
                    </a:lnTo>
                    <a:lnTo>
                      <a:pt x="1750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42"/>
              <p:cNvSpPr/>
              <p:nvPr/>
            </p:nvSpPr>
            <p:spPr>
              <a:xfrm>
                <a:off x="1829342" y="3204087"/>
                <a:ext cx="486470" cy="1001772"/>
              </a:xfrm>
              <a:custGeom>
                <a:avLst/>
                <a:gdLst/>
                <a:ahLst/>
                <a:cxnLst/>
                <a:rect l="l" t="t" r="r" b="b"/>
                <a:pathLst>
                  <a:path w="2379" h="4899" extrusionOk="0">
                    <a:moveTo>
                      <a:pt x="1" y="0"/>
                    </a:moveTo>
                    <a:lnTo>
                      <a:pt x="1" y="4899"/>
                    </a:lnTo>
                    <a:lnTo>
                      <a:pt x="2378" y="4899"/>
                    </a:lnTo>
                    <a:lnTo>
                      <a:pt x="2378" y="3981"/>
                    </a:lnTo>
                    <a:lnTo>
                      <a:pt x="4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42"/>
              <p:cNvSpPr/>
              <p:nvPr/>
            </p:nvSpPr>
            <p:spPr>
              <a:xfrm>
                <a:off x="-1749984" y="3466239"/>
                <a:ext cx="3579510" cy="416331"/>
              </a:xfrm>
              <a:custGeom>
                <a:avLst/>
                <a:gdLst/>
                <a:ahLst/>
                <a:cxnLst/>
                <a:rect l="l" t="t" r="r" b="b"/>
                <a:pathLst>
                  <a:path w="17505" h="2036" extrusionOk="0">
                    <a:moveTo>
                      <a:pt x="1" y="1"/>
                    </a:moveTo>
                    <a:lnTo>
                      <a:pt x="1" y="2035"/>
                    </a:lnTo>
                    <a:lnTo>
                      <a:pt x="17505" y="2035"/>
                    </a:lnTo>
                    <a:lnTo>
                      <a:pt x="1750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42"/>
              <p:cNvSpPr/>
              <p:nvPr/>
            </p:nvSpPr>
            <p:spPr>
              <a:xfrm>
                <a:off x="-1749984" y="3204087"/>
                <a:ext cx="3579510" cy="262354"/>
              </a:xfrm>
              <a:custGeom>
                <a:avLst/>
                <a:gdLst/>
                <a:ahLst/>
                <a:cxnLst/>
                <a:rect l="l" t="t" r="r" b="b"/>
                <a:pathLst>
                  <a:path w="17505" h="1283" extrusionOk="0">
                    <a:moveTo>
                      <a:pt x="299" y="0"/>
                    </a:moveTo>
                    <a:cubicBezTo>
                      <a:pt x="133" y="0"/>
                      <a:pt x="1" y="144"/>
                      <a:pt x="1" y="310"/>
                    </a:cubicBezTo>
                    <a:lnTo>
                      <a:pt x="1" y="1283"/>
                    </a:lnTo>
                    <a:lnTo>
                      <a:pt x="17505" y="1283"/>
                    </a:lnTo>
                    <a:lnTo>
                      <a:pt x="1750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42"/>
              <p:cNvSpPr/>
              <p:nvPr/>
            </p:nvSpPr>
            <p:spPr>
              <a:xfrm>
                <a:off x="-1749984" y="3855172"/>
                <a:ext cx="3579510" cy="56847"/>
              </a:xfrm>
              <a:custGeom>
                <a:avLst/>
                <a:gdLst/>
                <a:ahLst/>
                <a:cxnLst/>
                <a:rect l="l" t="t" r="r" b="b"/>
                <a:pathLst>
                  <a:path w="17505" h="278" extrusionOk="0">
                    <a:moveTo>
                      <a:pt x="1" y="1"/>
                    </a:moveTo>
                    <a:lnTo>
                      <a:pt x="1" y="277"/>
                    </a:lnTo>
                    <a:lnTo>
                      <a:pt x="17505" y="277"/>
                    </a:lnTo>
                    <a:lnTo>
                      <a:pt x="175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42"/>
              <p:cNvSpPr/>
              <p:nvPr/>
            </p:nvSpPr>
            <p:spPr>
              <a:xfrm>
                <a:off x="-1749984" y="4146974"/>
                <a:ext cx="3579510" cy="58892"/>
              </a:xfrm>
              <a:custGeom>
                <a:avLst/>
                <a:gdLst/>
                <a:ahLst/>
                <a:cxnLst/>
                <a:rect l="l" t="t" r="r" b="b"/>
                <a:pathLst>
                  <a:path w="17505" h="288" extrusionOk="0">
                    <a:moveTo>
                      <a:pt x="1" y="0"/>
                    </a:moveTo>
                    <a:lnTo>
                      <a:pt x="1" y="288"/>
                    </a:lnTo>
                    <a:lnTo>
                      <a:pt x="17505" y="288"/>
                    </a:lnTo>
                    <a:lnTo>
                      <a:pt x="175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10" name="Google Shape;2010;p42"/>
              <p:cNvSpPr/>
              <p:nvPr/>
            </p:nvSpPr>
            <p:spPr>
              <a:xfrm>
                <a:off x="-1749984" y="3403052"/>
                <a:ext cx="3579510" cy="63390"/>
              </a:xfrm>
              <a:custGeom>
                <a:avLst/>
                <a:gdLst/>
                <a:ahLst/>
                <a:cxnLst/>
                <a:rect l="l" t="t" r="r" b="b"/>
                <a:pathLst>
                  <a:path w="17505" h="310" extrusionOk="0">
                    <a:moveTo>
                      <a:pt x="1" y="0"/>
                    </a:moveTo>
                    <a:lnTo>
                      <a:pt x="1" y="310"/>
                    </a:lnTo>
                    <a:lnTo>
                      <a:pt x="17505" y="310"/>
                    </a:lnTo>
                    <a:lnTo>
                      <a:pt x="175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42"/>
              <p:cNvSpPr/>
              <p:nvPr/>
            </p:nvSpPr>
            <p:spPr>
              <a:xfrm>
                <a:off x="1829342" y="4146974"/>
                <a:ext cx="486470" cy="58892"/>
              </a:xfrm>
              <a:custGeom>
                <a:avLst/>
                <a:gdLst/>
                <a:ahLst/>
                <a:cxnLst/>
                <a:rect l="l" t="t" r="r" b="b"/>
                <a:pathLst>
                  <a:path w="2379" h="288" extrusionOk="0">
                    <a:moveTo>
                      <a:pt x="1" y="0"/>
                    </a:moveTo>
                    <a:lnTo>
                      <a:pt x="1" y="288"/>
                    </a:lnTo>
                    <a:lnTo>
                      <a:pt x="2378" y="288"/>
                    </a:lnTo>
                    <a:lnTo>
                      <a:pt x="237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42"/>
              <p:cNvSpPr/>
              <p:nvPr/>
            </p:nvSpPr>
            <p:spPr>
              <a:xfrm>
                <a:off x="1829342" y="4205661"/>
                <a:ext cx="486470" cy="174221"/>
              </a:xfrm>
              <a:custGeom>
                <a:avLst/>
                <a:gdLst/>
                <a:ahLst/>
                <a:cxnLst/>
                <a:rect l="l" t="t" r="r" b="b"/>
                <a:pathLst>
                  <a:path w="2379" h="852" extrusionOk="0">
                    <a:moveTo>
                      <a:pt x="1" y="1"/>
                    </a:moveTo>
                    <a:lnTo>
                      <a:pt x="1" y="852"/>
                    </a:lnTo>
                    <a:lnTo>
                      <a:pt x="1372" y="852"/>
                    </a:lnTo>
                    <a:lnTo>
                      <a:pt x="237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42"/>
              <p:cNvSpPr/>
              <p:nvPr/>
            </p:nvSpPr>
            <p:spPr>
              <a:xfrm>
                <a:off x="1829342" y="4379679"/>
                <a:ext cx="280758" cy="135983"/>
              </a:xfrm>
              <a:custGeom>
                <a:avLst/>
                <a:gdLst/>
                <a:ahLst/>
                <a:cxnLst/>
                <a:rect l="l" t="t" r="r" b="b"/>
                <a:pathLst>
                  <a:path w="1373" h="665" extrusionOk="0">
                    <a:moveTo>
                      <a:pt x="1" y="1"/>
                    </a:moveTo>
                    <a:lnTo>
                      <a:pt x="1" y="664"/>
                    </a:lnTo>
                    <a:lnTo>
                      <a:pt x="1372" y="664"/>
                    </a:lnTo>
                    <a:lnTo>
                      <a:pt x="13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42"/>
              <p:cNvSpPr/>
              <p:nvPr/>
            </p:nvSpPr>
            <p:spPr>
              <a:xfrm>
                <a:off x="1987614" y="4515458"/>
                <a:ext cx="122487" cy="88338"/>
              </a:xfrm>
              <a:custGeom>
                <a:avLst/>
                <a:gdLst/>
                <a:ahLst/>
                <a:cxnLst/>
                <a:rect l="l" t="t" r="r" b="b"/>
                <a:pathLst>
                  <a:path w="599" h="432" extrusionOk="0">
                    <a:moveTo>
                      <a:pt x="1" y="0"/>
                    </a:moveTo>
                    <a:lnTo>
                      <a:pt x="1" y="432"/>
                    </a:lnTo>
                    <a:lnTo>
                      <a:pt x="598" y="432"/>
                    </a:lnTo>
                    <a:lnTo>
                      <a:pt x="59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42"/>
              <p:cNvSpPr/>
              <p:nvPr/>
            </p:nvSpPr>
            <p:spPr>
              <a:xfrm>
                <a:off x="-501800" y="4379679"/>
                <a:ext cx="1472292" cy="224116"/>
              </a:xfrm>
              <a:custGeom>
                <a:avLst/>
                <a:gdLst/>
                <a:ahLst/>
                <a:cxnLst/>
                <a:rect l="l" t="t" r="r" b="b"/>
                <a:pathLst>
                  <a:path w="7200" h="1096" extrusionOk="0">
                    <a:moveTo>
                      <a:pt x="1" y="1"/>
                    </a:moveTo>
                    <a:lnTo>
                      <a:pt x="1" y="1096"/>
                    </a:lnTo>
                    <a:lnTo>
                      <a:pt x="7199" y="1096"/>
                    </a:lnTo>
                    <a:lnTo>
                      <a:pt x="719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42"/>
              <p:cNvSpPr/>
              <p:nvPr/>
            </p:nvSpPr>
            <p:spPr>
              <a:xfrm>
                <a:off x="-1749984" y="4379679"/>
                <a:ext cx="144980" cy="224116"/>
              </a:xfrm>
              <a:custGeom>
                <a:avLst/>
                <a:gdLst/>
                <a:ahLst/>
                <a:cxnLst/>
                <a:rect l="l" t="t" r="r" b="b"/>
                <a:pathLst>
                  <a:path w="709" h="1096" extrusionOk="0">
                    <a:moveTo>
                      <a:pt x="1" y="1"/>
                    </a:moveTo>
                    <a:lnTo>
                      <a:pt x="1" y="653"/>
                    </a:lnTo>
                    <a:lnTo>
                      <a:pt x="432" y="1096"/>
                    </a:lnTo>
                    <a:lnTo>
                      <a:pt x="708" y="1096"/>
                    </a:lnTo>
                    <a:lnTo>
                      <a:pt x="70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42"/>
              <p:cNvSpPr/>
              <p:nvPr/>
            </p:nvSpPr>
            <p:spPr>
              <a:xfrm>
                <a:off x="-1607457" y="3348659"/>
                <a:ext cx="29650" cy="27401"/>
              </a:xfrm>
              <a:custGeom>
                <a:avLst/>
                <a:gdLst/>
                <a:ahLst/>
                <a:cxnLst/>
                <a:rect l="l" t="t" r="r" b="b"/>
                <a:pathLst>
                  <a:path w="145" h="134" extrusionOk="0">
                    <a:moveTo>
                      <a:pt x="0" y="1"/>
                    </a:moveTo>
                    <a:lnTo>
                      <a:pt x="0" y="133"/>
                    </a:lnTo>
                    <a:lnTo>
                      <a:pt x="144" y="133"/>
                    </a:lnTo>
                    <a:lnTo>
                      <a:pt x="1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42"/>
              <p:cNvSpPr/>
              <p:nvPr/>
            </p:nvSpPr>
            <p:spPr>
              <a:xfrm>
                <a:off x="-1607457" y="3292221"/>
                <a:ext cx="29650" cy="27197"/>
              </a:xfrm>
              <a:custGeom>
                <a:avLst/>
                <a:gdLst/>
                <a:ahLst/>
                <a:cxnLst/>
                <a:rect l="l" t="t" r="r" b="b"/>
                <a:pathLst>
                  <a:path w="145" h="133" extrusionOk="0">
                    <a:moveTo>
                      <a:pt x="0" y="0"/>
                    </a:moveTo>
                    <a:lnTo>
                      <a:pt x="0" y="133"/>
                    </a:lnTo>
                    <a:lnTo>
                      <a:pt x="144" y="133"/>
                    </a:lnTo>
                    <a:lnTo>
                      <a:pt x="14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42"/>
              <p:cNvSpPr/>
              <p:nvPr/>
            </p:nvSpPr>
            <p:spPr>
              <a:xfrm>
                <a:off x="-1607457" y="3235578"/>
                <a:ext cx="29650" cy="29650"/>
              </a:xfrm>
              <a:custGeom>
                <a:avLst/>
                <a:gdLst/>
                <a:ahLst/>
                <a:cxnLst/>
                <a:rect l="l" t="t" r="r" b="b"/>
                <a:pathLst>
                  <a:path w="145" h="145" extrusionOk="0">
                    <a:moveTo>
                      <a:pt x="0" y="1"/>
                    </a:moveTo>
                    <a:lnTo>
                      <a:pt x="0" y="145"/>
                    </a:lnTo>
                    <a:lnTo>
                      <a:pt x="144" y="145"/>
                    </a:lnTo>
                    <a:lnTo>
                      <a:pt x="1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42"/>
              <p:cNvSpPr/>
              <p:nvPr/>
            </p:nvSpPr>
            <p:spPr>
              <a:xfrm>
                <a:off x="-1575761" y="3348659"/>
                <a:ext cx="303047" cy="27401"/>
              </a:xfrm>
              <a:custGeom>
                <a:avLst/>
                <a:gdLst/>
                <a:ahLst/>
                <a:cxnLst/>
                <a:rect l="l" t="t" r="r" b="b"/>
                <a:pathLst>
                  <a:path w="1482" h="134" extrusionOk="0">
                    <a:moveTo>
                      <a:pt x="0" y="1"/>
                    </a:moveTo>
                    <a:lnTo>
                      <a:pt x="0" y="133"/>
                    </a:lnTo>
                    <a:lnTo>
                      <a:pt x="1482" y="133"/>
                    </a:lnTo>
                    <a:lnTo>
                      <a:pt x="148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42"/>
              <p:cNvSpPr/>
              <p:nvPr/>
            </p:nvSpPr>
            <p:spPr>
              <a:xfrm>
                <a:off x="-1575761" y="3292221"/>
                <a:ext cx="303047" cy="27197"/>
              </a:xfrm>
              <a:custGeom>
                <a:avLst/>
                <a:gdLst/>
                <a:ahLst/>
                <a:cxnLst/>
                <a:rect l="l" t="t" r="r" b="b"/>
                <a:pathLst>
                  <a:path w="1482" h="133" extrusionOk="0">
                    <a:moveTo>
                      <a:pt x="0" y="0"/>
                    </a:moveTo>
                    <a:lnTo>
                      <a:pt x="0" y="133"/>
                    </a:lnTo>
                    <a:lnTo>
                      <a:pt x="1482" y="133"/>
                    </a:lnTo>
                    <a:lnTo>
                      <a:pt x="14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42"/>
              <p:cNvSpPr/>
              <p:nvPr/>
            </p:nvSpPr>
            <p:spPr>
              <a:xfrm>
                <a:off x="-1575761" y="3235578"/>
                <a:ext cx="303047" cy="29650"/>
              </a:xfrm>
              <a:custGeom>
                <a:avLst/>
                <a:gdLst/>
                <a:ahLst/>
                <a:cxnLst/>
                <a:rect l="l" t="t" r="r" b="b"/>
                <a:pathLst>
                  <a:path w="1482" h="145" extrusionOk="0">
                    <a:moveTo>
                      <a:pt x="0" y="1"/>
                    </a:moveTo>
                    <a:lnTo>
                      <a:pt x="0" y="145"/>
                    </a:lnTo>
                    <a:lnTo>
                      <a:pt x="1482" y="145"/>
                    </a:lnTo>
                    <a:lnTo>
                      <a:pt x="148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42"/>
              <p:cNvSpPr/>
              <p:nvPr/>
            </p:nvSpPr>
            <p:spPr>
              <a:xfrm>
                <a:off x="-969869" y="3204087"/>
                <a:ext cx="20653" cy="199168"/>
              </a:xfrm>
              <a:custGeom>
                <a:avLst/>
                <a:gdLst/>
                <a:ahLst/>
                <a:cxnLst/>
                <a:rect l="l" t="t" r="r" b="b"/>
                <a:pathLst>
                  <a:path w="101" h="974" extrusionOk="0">
                    <a:moveTo>
                      <a:pt x="1" y="0"/>
                    </a:moveTo>
                    <a:lnTo>
                      <a:pt x="1" y="973"/>
                    </a:lnTo>
                    <a:lnTo>
                      <a:pt x="100" y="973"/>
                    </a:lnTo>
                    <a:lnTo>
                      <a:pt x="1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42"/>
              <p:cNvSpPr/>
              <p:nvPr/>
            </p:nvSpPr>
            <p:spPr>
              <a:xfrm>
                <a:off x="-978866" y="3204087"/>
                <a:ext cx="9202" cy="199168"/>
              </a:xfrm>
              <a:custGeom>
                <a:avLst/>
                <a:gdLst/>
                <a:ahLst/>
                <a:cxnLst/>
                <a:rect l="l" t="t" r="r" b="b"/>
                <a:pathLst>
                  <a:path w="45" h="974" extrusionOk="0">
                    <a:moveTo>
                      <a:pt x="0" y="0"/>
                    </a:moveTo>
                    <a:lnTo>
                      <a:pt x="0" y="973"/>
                    </a:lnTo>
                    <a:lnTo>
                      <a:pt x="45" y="973"/>
                    </a:lnTo>
                    <a:lnTo>
                      <a:pt x="45" y="0"/>
                    </a:lnTo>
                    <a:close/>
                  </a:path>
                </a:pathLst>
              </a:custGeom>
              <a:solidFill>
                <a:srgbClr val="E4E4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42"/>
              <p:cNvSpPr/>
              <p:nvPr/>
            </p:nvSpPr>
            <p:spPr>
              <a:xfrm>
                <a:off x="-307334" y="3204087"/>
                <a:ext cx="20653" cy="199168"/>
              </a:xfrm>
              <a:custGeom>
                <a:avLst/>
                <a:gdLst/>
                <a:ahLst/>
                <a:cxnLst/>
                <a:rect l="l" t="t" r="r" b="b"/>
                <a:pathLst>
                  <a:path w="101" h="974" extrusionOk="0">
                    <a:moveTo>
                      <a:pt x="1" y="0"/>
                    </a:moveTo>
                    <a:lnTo>
                      <a:pt x="1" y="973"/>
                    </a:lnTo>
                    <a:lnTo>
                      <a:pt x="100" y="973"/>
                    </a:lnTo>
                    <a:lnTo>
                      <a:pt x="1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42"/>
              <p:cNvSpPr/>
              <p:nvPr/>
            </p:nvSpPr>
            <p:spPr>
              <a:xfrm>
                <a:off x="-316331" y="3204087"/>
                <a:ext cx="9202" cy="199168"/>
              </a:xfrm>
              <a:custGeom>
                <a:avLst/>
                <a:gdLst/>
                <a:ahLst/>
                <a:cxnLst/>
                <a:rect l="l" t="t" r="r" b="b"/>
                <a:pathLst>
                  <a:path w="45" h="974" extrusionOk="0">
                    <a:moveTo>
                      <a:pt x="0" y="0"/>
                    </a:moveTo>
                    <a:lnTo>
                      <a:pt x="0" y="973"/>
                    </a:lnTo>
                    <a:lnTo>
                      <a:pt x="45" y="973"/>
                    </a:lnTo>
                    <a:lnTo>
                      <a:pt x="45" y="0"/>
                    </a:lnTo>
                    <a:close/>
                  </a:path>
                </a:pathLst>
              </a:custGeom>
              <a:solidFill>
                <a:srgbClr val="E4E4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42"/>
              <p:cNvSpPr/>
              <p:nvPr/>
            </p:nvSpPr>
            <p:spPr>
              <a:xfrm>
                <a:off x="357451" y="3204087"/>
                <a:ext cx="18199" cy="199168"/>
              </a:xfrm>
              <a:custGeom>
                <a:avLst/>
                <a:gdLst/>
                <a:ahLst/>
                <a:cxnLst/>
                <a:rect l="l" t="t" r="r" b="b"/>
                <a:pathLst>
                  <a:path w="89" h="974" extrusionOk="0">
                    <a:moveTo>
                      <a:pt x="0" y="0"/>
                    </a:moveTo>
                    <a:lnTo>
                      <a:pt x="0" y="973"/>
                    </a:lnTo>
                    <a:lnTo>
                      <a:pt x="89" y="973"/>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42"/>
              <p:cNvSpPr/>
              <p:nvPr/>
            </p:nvSpPr>
            <p:spPr>
              <a:xfrm>
                <a:off x="346204" y="3204087"/>
                <a:ext cx="11451" cy="199168"/>
              </a:xfrm>
              <a:custGeom>
                <a:avLst/>
                <a:gdLst/>
                <a:ahLst/>
                <a:cxnLst/>
                <a:rect l="l" t="t" r="r" b="b"/>
                <a:pathLst>
                  <a:path w="56" h="974" extrusionOk="0">
                    <a:moveTo>
                      <a:pt x="0" y="0"/>
                    </a:moveTo>
                    <a:lnTo>
                      <a:pt x="0" y="973"/>
                    </a:lnTo>
                    <a:lnTo>
                      <a:pt x="55" y="973"/>
                    </a:lnTo>
                    <a:lnTo>
                      <a:pt x="55" y="0"/>
                    </a:lnTo>
                    <a:close/>
                  </a:path>
                </a:pathLst>
              </a:custGeom>
              <a:solidFill>
                <a:srgbClr val="E4E4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42"/>
              <p:cNvSpPr/>
              <p:nvPr/>
            </p:nvSpPr>
            <p:spPr>
              <a:xfrm>
                <a:off x="1019986" y="3204087"/>
                <a:ext cx="18199" cy="199168"/>
              </a:xfrm>
              <a:custGeom>
                <a:avLst/>
                <a:gdLst/>
                <a:ahLst/>
                <a:cxnLst/>
                <a:rect l="l" t="t" r="r" b="b"/>
                <a:pathLst>
                  <a:path w="89" h="974" extrusionOk="0">
                    <a:moveTo>
                      <a:pt x="0" y="0"/>
                    </a:moveTo>
                    <a:lnTo>
                      <a:pt x="0" y="973"/>
                    </a:lnTo>
                    <a:lnTo>
                      <a:pt x="89" y="973"/>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42"/>
              <p:cNvSpPr/>
              <p:nvPr/>
            </p:nvSpPr>
            <p:spPr>
              <a:xfrm>
                <a:off x="1008739" y="3204087"/>
                <a:ext cx="11451" cy="199168"/>
              </a:xfrm>
              <a:custGeom>
                <a:avLst/>
                <a:gdLst/>
                <a:ahLst/>
                <a:cxnLst/>
                <a:rect l="l" t="t" r="r" b="b"/>
                <a:pathLst>
                  <a:path w="56" h="974" extrusionOk="0">
                    <a:moveTo>
                      <a:pt x="0" y="0"/>
                    </a:moveTo>
                    <a:lnTo>
                      <a:pt x="0" y="973"/>
                    </a:lnTo>
                    <a:lnTo>
                      <a:pt x="55" y="973"/>
                    </a:lnTo>
                    <a:lnTo>
                      <a:pt x="55" y="0"/>
                    </a:lnTo>
                    <a:close/>
                  </a:path>
                </a:pathLst>
              </a:custGeom>
              <a:solidFill>
                <a:srgbClr val="E4E4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42"/>
              <p:cNvSpPr/>
              <p:nvPr/>
            </p:nvSpPr>
            <p:spPr>
              <a:xfrm>
                <a:off x="970296" y="4205661"/>
                <a:ext cx="859246" cy="54393"/>
              </a:xfrm>
              <a:custGeom>
                <a:avLst/>
                <a:gdLst/>
                <a:ahLst/>
                <a:cxnLst/>
                <a:rect l="l" t="t" r="r" b="b"/>
                <a:pathLst>
                  <a:path w="4202" h="266" extrusionOk="0">
                    <a:moveTo>
                      <a:pt x="0" y="1"/>
                    </a:moveTo>
                    <a:lnTo>
                      <a:pt x="0" y="266"/>
                    </a:lnTo>
                    <a:lnTo>
                      <a:pt x="4202" y="266"/>
                    </a:lnTo>
                    <a:lnTo>
                      <a:pt x="42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42"/>
              <p:cNvSpPr/>
              <p:nvPr/>
            </p:nvSpPr>
            <p:spPr>
              <a:xfrm>
                <a:off x="1666571" y="3154192"/>
                <a:ext cx="27401" cy="50099"/>
              </a:xfrm>
              <a:custGeom>
                <a:avLst/>
                <a:gdLst/>
                <a:ahLst/>
                <a:cxnLst/>
                <a:rect l="l" t="t" r="r" b="b"/>
                <a:pathLst>
                  <a:path w="134" h="245" extrusionOk="0">
                    <a:moveTo>
                      <a:pt x="1" y="1"/>
                    </a:moveTo>
                    <a:lnTo>
                      <a:pt x="1" y="244"/>
                    </a:lnTo>
                    <a:lnTo>
                      <a:pt x="133" y="244"/>
                    </a:lnTo>
                    <a:lnTo>
                      <a:pt x="13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42"/>
              <p:cNvSpPr/>
              <p:nvPr/>
            </p:nvSpPr>
            <p:spPr>
              <a:xfrm>
                <a:off x="1438160" y="3154192"/>
                <a:ext cx="129235" cy="99789"/>
              </a:xfrm>
              <a:custGeom>
                <a:avLst/>
                <a:gdLst/>
                <a:ahLst/>
                <a:cxnLst/>
                <a:rect l="l" t="t" r="r" b="b"/>
                <a:pathLst>
                  <a:path w="632" h="488" extrusionOk="0">
                    <a:moveTo>
                      <a:pt x="1" y="1"/>
                    </a:moveTo>
                    <a:lnTo>
                      <a:pt x="1" y="487"/>
                    </a:lnTo>
                    <a:lnTo>
                      <a:pt x="631" y="487"/>
                    </a:lnTo>
                    <a:lnTo>
                      <a:pt x="63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42"/>
              <p:cNvSpPr/>
              <p:nvPr/>
            </p:nvSpPr>
            <p:spPr>
              <a:xfrm>
                <a:off x="1567191" y="3154192"/>
                <a:ext cx="24947" cy="99789"/>
              </a:xfrm>
              <a:custGeom>
                <a:avLst/>
                <a:gdLst/>
                <a:ahLst/>
                <a:cxnLst/>
                <a:rect l="l" t="t" r="r" b="b"/>
                <a:pathLst>
                  <a:path w="122" h="488" extrusionOk="0">
                    <a:moveTo>
                      <a:pt x="0" y="1"/>
                    </a:moveTo>
                    <a:lnTo>
                      <a:pt x="0" y="487"/>
                    </a:lnTo>
                    <a:lnTo>
                      <a:pt x="122" y="487"/>
                    </a:lnTo>
                    <a:lnTo>
                      <a:pt x="12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42"/>
              <p:cNvSpPr/>
              <p:nvPr/>
            </p:nvSpPr>
            <p:spPr>
              <a:xfrm>
                <a:off x="1591933" y="3154192"/>
                <a:ext cx="74842" cy="50099"/>
              </a:xfrm>
              <a:custGeom>
                <a:avLst/>
                <a:gdLst/>
                <a:ahLst/>
                <a:cxnLst/>
                <a:rect l="l" t="t" r="r" b="b"/>
                <a:pathLst>
                  <a:path w="366" h="245" extrusionOk="0">
                    <a:moveTo>
                      <a:pt x="1" y="1"/>
                    </a:moveTo>
                    <a:lnTo>
                      <a:pt x="1" y="244"/>
                    </a:lnTo>
                    <a:lnTo>
                      <a:pt x="366" y="244"/>
                    </a:lnTo>
                    <a:lnTo>
                      <a:pt x="36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42"/>
              <p:cNvSpPr/>
              <p:nvPr/>
            </p:nvSpPr>
            <p:spPr>
              <a:xfrm>
                <a:off x="138037" y="3154192"/>
                <a:ext cx="25152" cy="50099"/>
              </a:xfrm>
              <a:custGeom>
                <a:avLst/>
                <a:gdLst/>
                <a:ahLst/>
                <a:cxnLst/>
                <a:rect l="l" t="t" r="r" b="b"/>
                <a:pathLst>
                  <a:path w="123" h="245" extrusionOk="0">
                    <a:moveTo>
                      <a:pt x="1" y="1"/>
                    </a:moveTo>
                    <a:lnTo>
                      <a:pt x="1" y="244"/>
                    </a:lnTo>
                    <a:lnTo>
                      <a:pt x="122" y="244"/>
                    </a:lnTo>
                    <a:lnTo>
                      <a:pt x="1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42"/>
              <p:cNvSpPr/>
              <p:nvPr/>
            </p:nvSpPr>
            <p:spPr>
              <a:xfrm>
                <a:off x="-92623" y="3154192"/>
                <a:ext cx="129235" cy="99789"/>
              </a:xfrm>
              <a:custGeom>
                <a:avLst/>
                <a:gdLst/>
                <a:ahLst/>
                <a:cxnLst/>
                <a:rect l="l" t="t" r="r" b="b"/>
                <a:pathLst>
                  <a:path w="632" h="488" extrusionOk="0">
                    <a:moveTo>
                      <a:pt x="1" y="1"/>
                    </a:moveTo>
                    <a:lnTo>
                      <a:pt x="1" y="487"/>
                    </a:lnTo>
                    <a:lnTo>
                      <a:pt x="631" y="487"/>
                    </a:lnTo>
                    <a:lnTo>
                      <a:pt x="63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42"/>
              <p:cNvSpPr/>
              <p:nvPr/>
            </p:nvSpPr>
            <p:spPr>
              <a:xfrm>
                <a:off x="36407" y="3154192"/>
                <a:ext cx="27197" cy="99789"/>
              </a:xfrm>
              <a:custGeom>
                <a:avLst/>
                <a:gdLst/>
                <a:ahLst/>
                <a:cxnLst/>
                <a:rect l="l" t="t" r="r" b="b"/>
                <a:pathLst>
                  <a:path w="133" h="488" extrusionOk="0">
                    <a:moveTo>
                      <a:pt x="0" y="1"/>
                    </a:moveTo>
                    <a:lnTo>
                      <a:pt x="0" y="487"/>
                    </a:lnTo>
                    <a:lnTo>
                      <a:pt x="133" y="487"/>
                    </a:lnTo>
                    <a:lnTo>
                      <a:pt x="13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42"/>
              <p:cNvSpPr/>
              <p:nvPr/>
            </p:nvSpPr>
            <p:spPr>
              <a:xfrm>
                <a:off x="63400" y="3154192"/>
                <a:ext cx="74842" cy="50099"/>
              </a:xfrm>
              <a:custGeom>
                <a:avLst/>
                <a:gdLst/>
                <a:ahLst/>
                <a:cxnLst/>
                <a:rect l="l" t="t" r="r" b="b"/>
                <a:pathLst>
                  <a:path w="366" h="245" extrusionOk="0">
                    <a:moveTo>
                      <a:pt x="1" y="1"/>
                    </a:moveTo>
                    <a:lnTo>
                      <a:pt x="1" y="244"/>
                    </a:lnTo>
                    <a:lnTo>
                      <a:pt x="366" y="244"/>
                    </a:lnTo>
                    <a:lnTo>
                      <a:pt x="36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42"/>
              <p:cNvSpPr/>
              <p:nvPr/>
            </p:nvSpPr>
            <p:spPr>
              <a:xfrm>
                <a:off x="-1605207" y="3491186"/>
                <a:ext cx="167473" cy="714675"/>
              </a:xfrm>
              <a:custGeom>
                <a:avLst/>
                <a:gdLst/>
                <a:ahLst/>
                <a:cxnLst/>
                <a:rect l="l" t="t" r="r" b="b"/>
                <a:pathLst>
                  <a:path w="819" h="3495" extrusionOk="0">
                    <a:moveTo>
                      <a:pt x="0" y="0"/>
                    </a:moveTo>
                    <a:lnTo>
                      <a:pt x="0" y="3495"/>
                    </a:lnTo>
                    <a:lnTo>
                      <a:pt x="819" y="3495"/>
                    </a:lnTo>
                    <a:lnTo>
                      <a:pt x="81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42"/>
              <p:cNvSpPr/>
              <p:nvPr/>
            </p:nvSpPr>
            <p:spPr>
              <a:xfrm>
                <a:off x="-1424237" y="3491186"/>
                <a:ext cx="167473" cy="714675"/>
              </a:xfrm>
              <a:custGeom>
                <a:avLst/>
                <a:gdLst/>
                <a:ahLst/>
                <a:cxnLst/>
                <a:rect l="l" t="t" r="r" b="b"/>
                <a:pathLst>
                  <a:path w="819" h="3495" extrusionOk="0">
                    <a:moveTo>
                      <a:pt x="0" y="0"/>
                    </a:moveTo>
                    <a:lnTo>
                      <a:pt x="0" y="3495"/>
                    </a:lnTo>
                    <a:lnTo>
                      <a:pt x="818" y="3495"/>
                    </a:lnTo>
                    <a:lnTo>
                      <a:pt x="8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42"/>
              <p:cNvSpPr/>
              <p:nvPr/>
            </p:nvSpPr>
            <p:spPr>
              <a:xfrm>
                <a:off x="-1437938" y="3491186"/>
                <a:ext cx="13905" cy="714675"/>
              </a:xfrm>
              <a:custGeom>
                <a:avLst/>
                <a:gdLst/>
                <a:ahLst/>
                <a:cxnLst/>
                <a:rect l="l" t="t" r="r" b="b"/>
                <a:pathLst>
                  <a:path w="68" h="3495" extrusionOk="0">
                    <a:moveTo>
                      <a:pt x="1" y="0"/>
                    </a:moveTo>
                    <a:lnTo>
                      <a:pt x="1" y="3495"/>
                    </a:lnTo>
                    <a:lnTo>
                      <a:pt x="67" y="3495"/>
                    </a:lnTo>
                    <a:lnTo>
                      <a:pt x="67" y="0"/>
                    </a:lnTo>
                    <a:close/>
                  </a:path>
                </a:pathLst>
              </a:custGeom>
              <a:solidFill>
                <a:srgbClr val="17171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42"/>
              <p:cNvSpPr/>
              <p:nvPr/>
            </p:nvSpPr>
            <p:spPr>
              <a:xfrm>
                <a:off x="-1580260" y="3529629"/>
                <a:ext cx="24947" cy="278304"/>
              </a:xfrm>
              <a:custGeom>
                <a:avLst/>
                <a:gdLst/>
                <a:ahLst/>
                <a:cxnLst/>
                <a:rect l="l" t="t" r="r" b="b"/>
                <a:pathLst>
                  <a:path w="122" h="1361" extrusionOk="0">
                    <a:moveTo>
                      <a:pt x="89" y="0"/>
                    </a:moveTo>
                    <a:cubicBezTo>
                      <a:pt x="44" y="0"/>
                      <a:pt x="0" y="34"/>
                      <a:pt x="0" y="78"/>
                    </a:cubicBezTo>
                    <a:lnTo>
                      <a:pt x="0" y="1283"/>
                    </a:lnTo>
                    <a:cubicBezTo>
                      <a:pt x="0" y="1327"/>
                      <a:pt x="44" y="1360"/>
                      <a:pt x="89" y="1360"/>
                    </a:cubicBezTo>
                    <a:lnTo>
                      <a:pt x="122" y="1360"/>
                    </a:lnTo>
                    <a:cubicBezTo>
                      <a:pt x="77" y="1360"/>
                      <a:pt x="33" y="1327"/>
                      <a:pt x="44" y="1283"/>
                    </a:cubicBezTo>
                    <a:lnTo>
                      <a:pt x="44" y="78"/>
                    </a:lnTo>
                    <a:cubicBezTo>
                      <a:pt x="33" y="34"/>
                      <a:pt x="77" y="0"/>
                      <a:pt x="1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42"/>
              <p:cNvSpPr/>
              <p:nvPr/>
            </p:nvSpPr>
            <p:spPr>
              <a:xfrm>
                <a:off x="-1399494" y="3529629"/>
                <a:ext cx="25152" cy="278304"/>
              </a:xfrm>
              <a:custGeom>
                <a:avLst/>
                <a:gdLst/>
                <a:ahLst/>
                <a:cxnLst/>
                <a:rect l="l" t="t" r="r" b="b"/>
                <a:pathLst>
                  <a:path w="123" h="1361" extrusionOk="0">
                    <a:moveTo>
                      <a:pt x="89" y="0"/>
                    </a:moveTo>
                    <a:cubicBezTo>
                      <a:pt x="45" y="0"/>
                      <a:pt x="1" y="34"/>
                      <a:pt x="1" y="78"/>
                    </a:cubicBezTo>
                    <a:lnTo>
                      <a:pt x="1" y="1283"/>
                    </a:lnTo>
                    <a:cubicBezTo>
                      <a:pt x="1" y="1327"/>
                      <a:pt x="45" y="1360"/>
                      <a:pt x="89" y="1360"/>
                    </a:cubicBezTo>
                    <a:lnTo>
                      <a:pt x="122" y="1360"/>
                    </a:lnTo>
                    <a:cubicBezTo>
                      <a:pt x="78" y="1360"/>
                      <a:pt x="34" y="1327"/>
                      <a:pt x="45" y="1283"/>
                    </a:cubicBezTo>
                    <a:lnTo>
                      <a:pt x="45" y="78"/>
                    </a:lnTo>
                    <a:cubicBezTo>
                      <a:pt x="34" y="34"/>
                      <a:pt x="78" y="0"/>
                      <a:pt x="1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42"/>
              <p:cNvSpPr/>
              <p:nvPr/>
            </p:nvSpPr>
            <p:spPr>
              <a:xfrm>
                <a:off x="-1487628" y="3529629"/>
                <a:ext cx="25152" cy="278304"/>
              </a:xfrm>
              <a:custGeom>
                <a:avLst/>
                <a:gdLst/>
                <a:ahLst/>
                <a:cxnLst/>
                <a:rect l="l" t="t" r="r" b="b"/>
                <a:pathLst>
                  <a:path w="123" h="1361" extrusionOk="0">
                    <a:moveTo>
                      <a:pt x="0" y="0"/>
                    </a:moveTo>
                    <a:cubicBezTo>
                      <a:pt x="45" y="0"/>
                      <a:pt x="78" y="34"/>
                      <a:pt x="78" y="78"/>
                    </a:cubicBezTo>
                    <a:lnTo>
                      <a:pt x="78" y="1283"/>
                    </a:lnTo>
                    <a:cubicBezTo>
                      <a:pt x="78" y="1327"/>
                      <a:pt x="45" y="1360"/>
                      <a:pt x="0" y="1360"/>
                    </a:cubicBezTo>
                    <a:lnTo>
                      <a:pt x="34" y="1360"/>
                    </a:lnTo>
                    <a:cubicBezTo>
                      <a:pt x="78" y="1360"/>
                      <a:pt x="122" y="1327"/>
                      <a:pt x="122" y="1283"/>
                    </a:cubicBezTo>
                    <a:lnTo>
                      <a:pt x="122" y="78"/>
                    </a:lnTo>
                    <a:cubicBezTo>
                      <a:pt x="122" y="34"/>
                      <a:pt x="78" y="0"/>
                      <a:pt x="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42"/>
              <p:cNvSpPr/>
              <p:nvPr/>
            </p:nvSpPr>
            <p:spPr>
              <a:xfrm>
                <a:off x="-1571263" y="3529629"/>
                <a:ext cx="99584" cy="278304"/>
              </a:xfrm>
              <a:custGeom>
                <a:avLst/>
                <a:gdLst/>
                <a:ahLst/>
                <a:cxnLst/>
                <a:rect l="l" t="t" r="r" b="b"/>
                <a:pathLst>
                  <a:path w="487" h="1361" extrusionOk="0">
                    <a:moveTo>
                      <a:pt x="78" y="0"/>
                    </a:moveTo>
                    <a:cubicBezTo>
                      <a:pt x="33" y="0"/>
                      <a:pt x="0" y="34"/>
                      <a:pt x="0" y="78"/>
                    </a:cubicBezTo>
                    <a:lnTo>
                      <a:pt x="0" y="1283"/>
                    </a:lnTo>
                    <a:cubicBezTo>
                      <a:pt x="0" y="1327"/>
                      <a:pt x="33" y="1360"/>
                      <a:pt x="78" y="1360"/>
                    </a:cubicBezTo>
                    <a:lnTo>
                      <a:pt x="409" y="1360"/>
                    </a:lnTo>
                    <a:cubicBezTo>
                      <a:pt x="454" y="1360"/>
                      <a:pt x="487" y="1327"/>
                      <a:pt x="487" y="1283"/>
                    </a:cubicBezTo>
                    <a:lnTo>
                      <a:pt x="487" y="78"/>
                    </a:lnTo>
                    <a:cubicBezTo>
                      <a:pt x="487" y="34"/>
                      <a:pt x="454" y="0"/>
                      <a:pt x="40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42"/>
              <p:cNvSpPr/>
              <p:nvPr/>
            </p:nvSpPr>
            <p:spPr>
              <a:xfrm>
                <a:off x="-1306658" y="3529629"/>
                <a:ext cx="24947" cy="278304"/>
              </a:xfrm>
              <a:custGeom>
                <a:avLst/>
                <a:gdLst/>
                <a:ahLst/>
                <a:cxnLst/>
                <a:rect l="l" t="t" r="r" b="b"/>
                <a:pathLst>
                  <a:path w="122" h="1361" extrusionOk="0">
                    <a:moveTo>
                      <a:pt x="0" y="0"/>
                    </a:moveTo>
                    <a:cubicBezTo>
                      <a:pt x="44" y="0"/>
                      <a:pt x="77" y="34"/>
                      <a:pt x="77" y="78"/>
                    </a:cubicBezTo>
                    <a:lnTo>
                      <a:pt x="77" y="1283"/>
                    </a:lnTo>
                    <a:cubicBezTo>
                      <a:pt x="77" y="1327"/>
                      <a:pt x="44" y="1360"/>
                      <a:pt x="0" y="1360"/>
                    </a:cubicBezTo>
                    <a:lnTo>
                      <a:pt x="33" y="1360"/>
                    </a:lnTo>
                    <a:cubicBezTo>
                      <a:pt x="77" y="1360"/>
                      <a:pt x="122" y="1327"/>
                      <a:pt x="122" y="1283"/>
                    </a:cubicBezTo>
                    <a:lnTo>
                      <a:pt x="122" y="78"/>
                    </a:lnTo>
                    <a:cubicBezTo>
                      <a:pt x="122" y="34"/>
                      <a:pt x="77" y="0"/>
                      <a:pt x="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42"/>
              <p:cNvSpPr/>
              <p:nvPr/>
            </p:nvSpPr>
            <p:spPr>
              <a:xfrm>
                <a:off x="-1390497" y="3529629"/>
                <a:ext cx="102038" cy="278304"/>
              </a:xfrm>
              <a:custGeom>
                <a:avLst/>
                <a:gdLst/>
                <a:ahLst/>
                <a:cxnLst/>
                <a:rect l="l" t="t" r="r" b="b"/>
                <a:pathLst>
                  <a:path w="499" h="1361" extrusionOk="0">
                    <a:moveTo>
                      <a:pt x="78" y="0"/>
                    </a:moveTo>
                    <a:cubicBezTo>
                      <a:pt x="34" y="0"/>
                      <a:pt x="1" y="34"/>
                      <a:pt x="1" y="78"/>
                    </a:cubicBezTo>
                    <a:lnTo>
                      <a:pt x="1" y="1283"/>
                    </a:lnTo>
                    <a:cubicBezTo>
                      <a:pt x="1" y="1327"/>
                      <a:pt x="34" y="1360"/>
                      <a:pt x="78" y="1360"/>
                    </a:cubicBezTo>
                    <a:lnTo>
                      <a:pt x="410" y="1360"/>
                    </a:lnTo>
                    <a:cubicBezTo>
                      <a:pt x="454" y="1360"/>
                      <a:pt x="499" y="1327"/>
                      <a:pt x="499" y="1283"/>
                    </a:cubicBezTo>
                    <a:lnTo>
                      <a:pt x="499" y="78"/>
                    </a:lnTo>
                    <a:cubicBezTo>
                      <a:pt x="499" y="34"/>
                      <a:pt x="454" y="0"/>
                      <a:pt x="41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42"/>
              <p:cNvSpPr/>
              <p:nvPr/>
            </p:nvSpPr>
            <p:spPr>
              <a:xfrm>
                <a:off x="-1605207" y="3914064"/>
                <a:ext cx="167473" cy="56642"/>
              </a:xfrm>
              <a:custGeom>
                <a:avLst/>
                <a:gdLst/>
                <a:ahLst/>
                <a:cxnLst/>
                <a:rect l="l" t="t" r="r" b="b"/>
                <a:pathLst>
                  <a:path w="819" h="277" extrusionOk="0">
                    <a:moveTo>
                      <a:pt x="0" y="0"/>
                    </a:moveTo>
                    <a:lnTo>
                      <a:pt x="0" y="277"/>
                    </a:lnTo>
                    <a:lnTo>
                      <a:pt x="819" y="277"/>
                    </a:lnTo>
                    <a:lnTo>
                      <a:pt x="81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42"/>
              <p:cNvSpPr/>
              <p:nvPr/>
            </p:nvSpPr>
            <p:spPr>
              <a:xfrm>
                <a:off x="-1424237" y="3914064"/>
                <a:ext cx="167473" cy="56642"/>
              </a:xfrm>
              <a:custGeom>
                <a:avLst/>
                <a:gdLst/>
                <a:ahLst/>
                <a:cxnLst/>
                <a:rect l="l" t="t" r="r" b="b"/>
                <a:pathLst>
                  <a:path w="819" h="277" extrusionOk="0">
                    <a:moveTo>
                      <a:pt x="0" y="0"/>
                    </a:moveTo>
                    <a:lnTo>
                      <a:pt x="0" y="277"/>
                    </a:lnTo>
                    <a:lnTo>
                      <a:pt x="818" y="277"/>
                    </a:lnTo>
                    <a:lnTo>
                      <a:pt x="8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42"/>
              <p:cNvSpPr/>
              <p:nvPr/>
            </p:nvSpPr>
            <p:spPr>
              <a:xfrm>
                <a:off x="-1620953" y="3491186"/>
                <a:ext cx="15950" cy="364188"/>
              </a:xfrm>
              <a:custGeom>
                <a:avLst/>
                <a:gdLst/>
                <a:ahLst/>
                <a:cxnLst/>
                <a:rect l="l" t="t" r="r" b="b"/>
                <a:pathLst>
                  <a:path w="78" h="1781" extrusionOk="0">
                    <a:moveTo>
                      <a:pt x="0" y="0"/>
                    </a:moveTo>
                    <a:lnTo>
                      <a:pt x="0" y="1781"/>
                    </a:lnTo>
                    <a:lnTo>
                      <a:pt x="77" y="1781"/>
                    </a:lnTo>
                    <a:lnTo>
                      <a:pt x="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42"/>
              <p:cNvSpPr/>
              <p:nvPr/>
            </p:nvSpPr>
            <p:spPr>
              <a:xfrm>
                <a:off x="-1620953" y="3914064"/>
                <a:ext cx="15950" cy="291800"/>
              </a:xfrm>
              <a:custGeom>
                <a:avLst/>
                <a:gdLst/>
                <a:ahLst/>
                <a:cxnLst/>
                <a:rect l="l" t="t" r="r" b="b"/>
                <a:pathLst>
                  <a:path w="78" h="1427" extrusionOk="0">
                    <a:moveTo>
                      <a:pt x="0" y="0"/>
                    </a:moveTo>
                    <a:lnTo>
                      <a:pt x="0" y="1427"/>
                    </a:lnTo>
                    <a:lnTo>
                      <a:pt x="77" y="1427"/>
                    </a:lnTo>
                    <a:lnTo>
                      <a:pt x="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42"/>
              <p:cNvSpPr/>
              <p:nvPr/>
            </p:nvSpPr>
            <p:spPr>
              <a:xfrm>
                <a:off x="-1620953" y="3855172"/>
                <a:ext cx="15950" cy="59096"/>
              </a:xfrm>
              <a:custGeom>
                <a:avLst/>
                <a:gdLst/>
                <a:ahLst/>
                <a:cxnLst/>
                <a:rect l="l" t="t" r="r" b="b"/>
                <a:pathLst>
                  <a:path w="78" h="289" extrusionOk="0">
                    <a:moveTo>
                      <a:pt x="0" y="1"/>
                    </a:moveTo>
                    <a:lnTo>
                      <a:pt x="0" y="288"/>
                    </a:lnTo>
                    <a:lnTo>
                      <a:pt x="77" y="288"/>
                    </a:lnTo>
                    <a:lnTo>
                      <a:pt x="77" y="1"/>
                    </a:lnTo>
                    <a:close/>
                  </a:path>
                </a:pathLst>
              </a:custGeom>
              <a:solidFill>
                <a:srgbClr val="ED6A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42"/>
              <p:cNvSpPr/>
              <p:nvPr/>
            </p:nvSpPr>
            <p:spPr>
              <a:xfrm>
                <a:off x="-1620953" y="4146974"/>
                <a:ext cx="15950" cy="58892"/>
              </a:xfrm>
              <a:custGeom>
                <a:avLst/>
                <a:gdLst/>
                <a:ahLst/>
                <a:cxnLst/>
                <a:rect l="l" t="t" r="r" b="b"/>
                <a:pathLst>
                  <a:path w="78" h="288" extrusionOk="0">
                    <a:moveTo>
                      <a:pt x="0" y="0"/>
                    </a:moveTo>
                    <a:lnTo>
                      <a:pt x="0" y="288"/>
                    </a:lnTo>
                    <a:lnTo>
                      <a:pt x="77" y="288"/>
                    </a:lnTo>
                    <a:lnTo>
                      <a:pt x="77" y="0"/>
                    </a:lnTo>
                    <a:close/>
                  </a:path>
                </a:pathLst>
              </a:custGeom>
              <a:solidFill>
                <a:srgbClr val="ED6A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42"/>
              <p:cNvSpPr/>
              <p:nvPr/>
            </p:nvSpPr>
            <p:spPr>
              <a:xfrm>
                <a:off x="-1444686" y="3491186"/>
                <a:ext cx="6952" cy="714675"/>
              </a:xfrm>
              <a:custGeom>
                <a:avLst/>
                <a:gdLst/>
                <a:ahLst/>
                <a:cxnLst/>
                <a:rect l="l" t="t" r="r" b="b"/>
                <a:pathLst>
                  <a:path w="34" h="3495" extrusionOk="0">
                    <a:moveTo>
                      <a:pt x="1" y="0"/>
                    </a:moveTo>
                    <a:lnTo>
                      <a:pt x="1" y="3495"/>
                    </a:lnTo>
                    <a:lnTo>
                      <a:pt x="34" y="3495"/>
                    </a:lnTo>
                    <a:lnTo>
                      <a:pt x="3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42"/>
              <p:cNvSpPr/>
              <p:nvPr/>
            </p:nvSpPr>
            <p:spPr>
              <a:xfrm>
                <a:off x="-1270668" y="3491186"/>
                <a:ext cx="13905" cy="714675"/>
              </a:xfrm>
              <a:custGeom>
                <a:avLst/>
                <a:gdLst/>
                <a:ahLst/>
                <a:cxnLst/>
                <a:rect l="l" t="t" r="r" b="b"/>
                <a:pathLst>
                  <a:path w="68" h="3495" extrusionOk="0">
                    <a:moveTo>
                      <a:pt x="1" y="0"/>
                    </a:moveTo>
                    <a:lnTo>
                      <a:pt x="1" y="3495"/>
                    </a:lnTo>
                    <a:lnTo>
                      <a:pt x="67" y="3495"/>
                    </a:lnTo>
                    <a:lnTo>
                      <a:pt x="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42"/>
              <p:cNvSpPr/>
              <p:nvPr/>
            </p:nvSpPr>
            <p:spPr>
              <a:xfrm>
                <a:off x="1176009" y="3491186"/>
                <a:ext cx="167473" cy="714675"/>
              </a:xfrm>
              <a:custGeom>
                <a:avLst/>
                <a:gdLst/>
                <a:ahLst/>
                <a:cxnLst/>
                <a:rect l="l" t="t" r="r" b="b"/>
                <a:pathLst>
                  <a:path w="819" h="3495" extrusionOk="0">
                    <a:moveTo>
                      <a:pt x="0" y="0"/>
                    </a:moveTo>
                    <a:lnTo>
                      <a:pt x="0" y="3495"/>
                    </a:lnTo>
                    <a:lnTo>
                      <a:pt x="819" y="3495"/>
                    </a:lnTo>
                    <a:lnTo>
                      <a:pt x="81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42"/>
              <p:cNvSpPr/>
              <p:nvPr/>
            </p:nvSpPr>
            <p:spPr>
              <a:xfrm>
                <a:off x="1356774" y="3491186"/>
                <a:ext cx="167678" cy="714675"/>
              </a:xfrm>
              <a:custGeom>
                <a:avLst/>
                <a:gdLst/>
                <a:ahLst/>
                <a:cxnLst/>
                <a:rect l="l" t="t" r="r" b="b"/>
                <a:pathLst>
                  <a:path w="820" h="3495" extrusionOk="0">
                    <a:moveTo>
                      <a:pt x="1" y="0"/>
                    </a:moveTo>
                    <a:lnTo>
                      <a:pt x="1" y="3495"/>
                    </a:lnTo>
                    <a:lnTo>
                      <a:pt x="819" y="3495"/>
                    </a:lnTo>
                    <a:lnTo>
                      <a:pt x="81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42"/>
              <p:cNvSpPr/>
              <p:nvPr/>
            </p:nvSpPr>
            <p:spPr>
              <a:xfrm>
                <a:off x="1343278" y="3491186"/>
                <a:ext cx="13700" cy="714675"/>
              </a:xfrm>
              <a:custGeom>
                <a:avLst/>
                <a:gdLst/>
                <a:ahLst/>
                <a:cxnLst/>
                <a:rect l="l" t="t" r="r" b="b"/>
                <a:pathLst>
                  <a:path w="67" h="3495" extrusionOk="0">
                    <a:moveTo>
                      <a:pt x="1" y="0"/>
                    </a:moveTo>
                    <a:lnTo>
                      <a:pt x="1" y="3495"/>
                    </a:lnTo>
                    <a:lnTo>
                      <a:pt x="67" y="3495"/>
                    </a:lnTo>
                    <a:lnTo>
                      <a:pt x="67" y="0"/>
                    </a:lnTo>
                    <a:close/>
                  </a:path>
                </a:pathLst>
              </a:custGeom>
              <a:solidFill>
                <a:srgbClr val="17171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42"/>
              <p:cNvSpPr/>
              <p:nvPr/>
            </p:nvSpPr>
            <p:spPr>
              <a:xfrm>
                <a:off x="1200751" y="3529629"/>
                <a:ext cx="25152" cy="278304"/>
              </a:xfrm>
              <a:custGeom>
                <a:avLst/>
                <a:gdLst/>
                <a:ahLst/>
                <a:cxnLst/>
                <a:rect l="l" t="t" r="r" b="b"/>
                <a:pathLst>
                  <a:path w="123" h="1361" extrusionOk="0">
                    <a:moveTo>
                      <a:pt x="89" y="0"/>
                    </a:moveTo>
                    <a:cubicBezTo>
                      <a:pt x="45" y="0"/>
                      <a:pt x="1" y="34"/>
                      <a:pt x="1" y="78"/>
                    </a:cubicBezTo>
                    <a:lnTo>
                      <a:pt x="1" y="1283"/>
                    </a:lnTo>
                    <a:cubicBezTo>
                      <a:pt x="1" y="1327"/>
                      <a:pt x="45" y="1360"/>
                      <a:pt x="89" y="1360"/>
                    </a:cubicBezTo>
                    <a:lnTo>
                      <a:pt x="123" y="1360"/>
                    </a:lnTo>
                    <a:cubicBezTo>
                      <a:pt x="78" y="1360"/>
                      <a:pt x="45" y="1327"/>
                      <a:pt x="45" y="1283"/>
                    </a:cubicBezTo>
                    <a:lnTo>
                      <a:pt x="45" y="78"/>
                    </a:lnTo>
                    <a:cubicBezTo>
                      <a:pt x="34" y="34"/>
                      <a:pt x="78" y="0"/>
                      <a:pt x="1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42"/>
              <p:cNvSpPr/>
              <p:nvPr/>
            </p:nvSpPr>
            <p:spPr>
              <a:xfrm>
                <a:off x="1381722" y="3529629"/>
                <a:ext cx="25152" cy="278304"/>
              </a:xfrm>
              <a:custGeom>
                <a:avLst/>
                <a:gdLst/>
                <a:ahLst/>
                <a:cxnLst/>
                <a:rect l="l" t="t" r="r" b="b"/>
                <a:pathLst>
                  <a:path w="123" h="1361" extrusionOk="0">
                    <a:moveTo>
                      <a:pt x="89" y="0"/>
                    </a:moveTo>
                    <a:cubicBezTo>
                      <a:pt x="45" y="0"/>
                      <a:pt x="1" y="34"/>
                      <a:pt x="1" y="78"/>
                    </a:cubicBezTo>
                    <a:lnTo>
                      <a:pt x="1" y="1283"/>
                    </a:lnTo>
                    <a:cubicBezTo>
                      <a:pt x="1" y="1327"/>
                      <a:pt x="45" y="1360"/>
                      <a:pt x="89" y="1360"/>
                    </a:cubicBezTo>
                    <a:lnTo>
                      <a:pt x="122" y="1360"/>
                    </a:lnTo>
                    <a:cubicBezTo>
                      <a:pt x="78" y="1360"/>
                      <a:pt x="34" y="1327"/>
                      <a:pt x="45" y="1283"/>
                    </a:cubicBezTo>
                    <a:lnTo>
                      <a:pt x="45" y="78"/>
                    </a:lnTo>
                    <a:cubicBezTo>
                      <a:pt x="34" y="34"/>
                      <a:pt x="78" y="0"/>
                      <a:pt x="1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42"/>
              <p:cNvSpPr/>
              <p:nvPr/>
            </p:nvSpPr>
            <p:spPr>
              <a:xfrm>
                <a:off x="1293588" y="3529629"/>
                <a:ext cx="24947" cy="278304"/>
              </a:xfrm>
              <a:custGeom>
                <a:avLst/>
                <a:gdLst/>
                <a:ahLst/>
                <a:cxnLst/>
                <a:rect l="l" t="t" r="r" b="b"/>
                <a:pathLst>
                  <a:path w="122" h="1361" extrusionOk="0">
                    <a:moveTo>
                      <a:pt x="0" y="0"/>
                    </a:moveTo>
                    <a:cubicBezTo>
                      <a:pt x="44" y="0"/>
                      <a:pt x="78" y="34"/>
                      <a:pt x="78" y="78"/>
                    </a:cubicBezTo>
                    <a:lnTo>
                      <a:pt x="78" y="1283"/>
                    </a:lnTo>
                    <a:cubicBezTo>
                      <a:pt x="78" y="1327"/>
                      <a:pt x="44" y="1360"/>
                      <a:pt x="0" y="1360"/>
                    </a:cubicBezTo>
                    <a:lnTo>
                      <a:pt x="33" y="1360"/>
                    </a:lnTo>
                    <a:cubicBezTo>
                      <a:pt x="78" y="1360"/>
                      <a:pt x="122" y="1327"/>
                      <a:pt x="122" y="1283"/>
                    </a:cubicBezTo>
                    <a:lnTo>
                      <a:pt x="122" y="78"/>
                    </a:lnTo>
                    <a:cubicBezTo>
                      <a:pt x="122" y="34"/>
                      <a:pt x="78" y="0"/>
                      <a:pt x="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42"/>
              <p:cNvSpPr/>
              <p:nvPr/>
            </p:nvSpPr>
            <p:spPr>
              <a:xfrm>
                <a:off x="1207704" y="3529629"/>
                <a:ext cx="101834" cy="278304"/>
              </a:xfrm>
              <a:custGeom>
                <a:avLst/>
                <a:gdLst/>
                <a:ahLst/>
                <a:cxnLst/>
                <a:rect l="l" t="t" r="r" b="b"/>
                <a:pathLst>
                  <a:path w="498" h="1361" extrusionOk="0">
                    <a:moveTo>
                      <a:pt x="89" y="0"/>
                    </a:moveTo>
                    <a:cubicBezTo>
                      <a:pt x="44" y="0"/>
                      <a:pt x="0" y="34"/>
                      <a:pt x="0" y="78"/>
                    </a:cubicBezTo>
                    <a:lnTo>
                      <a:pt x="0" y="1283"/>
                    </a:lnTo>
                    <a:cubicBezTo>
                      <a:pt x="0" y="1327"/>
                      <a:pt x="44" y="1360"/>
                      <a:pt x="89" y="1360"/>
                    </a:cubicBezTo>
                    <a:lnTo>
                      <a:pt x="420" y="1360"/>
                    </a:lnTo>
                    <a:cubicBezTo>
                      <a:pt x="464" y="1360"/>
                      <a:pt x="498" y="1327"/>
                      <a:pt x="498" y="1283"/>
                    </a:cubicBezTo>
                    <a:lnTo>
                      <a:pt x="498" y="78"/>
                    </a:lnTo>
                    <a:cubicBezTo>
                      <a:pt x="498" y="34"/>
                      <a:pt x="464" y="0"/>
                      <a:pt x="42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42"/>
              <p:cNvSpPr/>
              <p:nvPr/>
            </p:nvSpPr>
            <p:spPr>
              <a:xfrm>
                <a:off x="1474354" y="3529629"/>
                <a:ext cx="25152" cy="278304"/>
              </a:xfrm>
              <a:custGeom>
                <a:avLst/>
                <a:gdLst/>
                <a:ahLst/>
                <a:cxnLst/>
                <a:rect l="l" t="t" r="r" b="b"/>
                <a:pathLst>
                  <a:path w="123" h="1361" extrusionOk="0">
                    <a:moveTo>
                      <a:pt x="1" y="0"/>
                    </a:moveTo>
                    <a:cubicBezTo>
                      <a:pt x="45" y="0"/>
                      <a:pt x="78" y="34"/>
                      <a:pt x="78" y="78"/>
                    </a:cubicBezTo>
                    <a:lnTo>
                      <a:pt x="78" y="1283"/>
                    </a:lnTo>
                    <a:cubicBezTo>
                      <a:pt x="78" y="1327"/>
                      <a:pt x="45" y="1360"/>
                      <a:pt x="1" y="1360"/>
                    </a:cubicBezTo>
                    <a:lnTo>
                      <a:pt x="34" y="1360"/>
                    </a:lnTo>
                    <a:cubicBezTo>
                      <a:pt x="78" y="1360"/>
                      <a:pt x="123" y="1327"/>
                      <a:pt x="123" y="1283"/>
                    </a:cubicBezTo>
                    <a:lnTo>
                      <a:pt x="123" y="78"/>
                    </a:lnTo>
                    <a:cubicBezTo>
                      <a:pt x="123" y="34"/>
                      <a:pt x="78" y="0"/>
                      <a:pt x="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42"/>
              <p:cNvSpPr/>
              <p:nvPr/>
            </p:nvSpPr>
            <p:spPr>
              <a:xfrm>
                <a:off x="1388470" y="3529629"/>
                <a:ext cx="102038" cy="278304"/>
              </a:xfrm>
              <a:custGeom>
                <a:avLst/>
                <a:gdLst/>
                <a:ahLst/>
                <a:cxnLst/>
                <a:rect l="l" t="t" r="r" b="b"/>
                <a:pathLst>
                  <a:path w="499" h="1361" extrusionOk="0">
                    <a:moveTo>
                      <a:pt x="89" y="0"/>
                    </a:moveTo>
                    <a:cubicBezTo>
                      <a:pt x="45" y="0"/>
                      <a:pt x="1" y="34"/>
                      <a:pt x="1" y="78"/>
                    </a:cubicBezTo>
                    <a:lnTo>
                      <a:pt x="1" y="1283"/>
                    </a:lnTo>
                    <a:cubicBezTo>
                      <a:pt x="1" y="1327"/>
                      <a:pt x="45" y="1360"/>
                      <a:pt x="89" y="1360"/>
                    </a:cubicBezTo>
                    <a:lnTo>
                      <a:pt x="421" y="1360"/>
                    </a:lnTo>
                    <a:cubicBezTo>
                      <a:pt x="465" y="1360"/>
                      <a:pt x="498" y="1327"/>
                      <a:pt x="498" y="1283"/>
                    </a:cubicBezTo>
                    <a:lnTo>
                      <a:pt x="498" y="78"/>
                    </a:lnTo>
                    <a:cubicBezTo>
                      <a:pt x="498" y="34"/>
                      <a:pt x="465" y="0"/>
                      <a:pt x="4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42"/>
              <p:cNvSpPr/>
              <p:nvPr/>
            </p:nvSpPr>
            <p:spPr>
              <a:xfrm>
                <a:off x="1176009" y="3914064"/>
                <a:ext cx="167473" cy="56642"/>
              </a:xfrm>
              <a:custGeom>
                <a:avLst/>
                <a:gdLst/>
                <a:ahLst/>
                <a:cxnLst/>
                <a:rect l="l" t="t" r="r" b="b"/>
                <a:pathLst>
                  <a:path w="819" h="277" extrusionOk="0">
                    <a:moveTo>
                      <a:pt x="0" y="0"/>
                    </a:moveTo>
                    <a:lnTo>
                      <a:pt x="0" y="277"/>
                    </a:lnTo>
                    <a:lnTo>
                      <a:pt x="819" y="277"/>
                    </a:lnTo>
                    <a:lnTo>
                      <a:pt x="81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42"/>
              <p:cNvSpPr/>
              <p:nvPr/>
            </p:nvSpPr>
            <p:spPr>
              <a:xfrm>
                <a:off x="1356774" y="3914064"/>
                <a:ext cx="167678" cy="56642"/>
              </a:xfrm>
              <a:custGeom>
                <a:avLst/>
                <a:gdLst/>
                <a:ahLst/>
                <a:cxnLst/>
                <a:rect l="l" t="t" r="r" b="b"/>
                <a:pathLst>
                  <a:path w="820" h="277" extrusionOk="0">
                    <a:moveTo>
                      <a:pt x="1" y="0"/>
                    </a:moveTo>
                    <a:lnTo>
                      <a:pt x="1" y="277"/>
                    </a:lnTo>
                    <a:lnTo>
                      <a:pt x="819" y="277"/>
                    </a:lnTo>
                    <a:lnTo>
                      <a:pt x="81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42"/>
              <p:cNvSpPr/>
              <p:nvPr/>
            </p:nvSpPr>
            <p:spPr>
              <a:xfrm>
                <a:off x="1157809" y="3491186"/>
                <a:ext cx="18404" cy="364188"/>
              </a:xfrm>
              <a:custGeom>
                <a:avLst/>
                <a:gdLst/>
                <a:ahLst/>
                <a:cxnLst/>
                <a:rect l="l" t="t" r="r" b="b"/>
                <a:pathLst>
                  <a:path w="90" h="1781" extrusionOk="0">
                    <a:moveTo>
                      <a:pt x="1" y="0"/>
                    </a:moveTo>
                    <a:lnTo>
                      <a:pt x="1" y="1781"/>
                    </a:lnTo>
                    <a:lnTo>
                      <a:pt x="89" y="1781"/>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42"/>
              <p:cNvSpPr/>
              <p:nvPr/>
            </p:nvSpPr>
            <p:spPr>
              <a:xfrm>
                <a:off x="1157809" y="3914064"/>
                <a:ext cx="18404" cy="291800"/>
              </a:xfrm>
              <a:custGeom>
                <a:avLst/>
                <a:gdLst/>
                <a:ahLst/>
                <a:cxnLst/>
                <a:rect l="l" t="t" r="r" b="b"/>
                <a:pathLst>
                  <a:path w="90" h="1427" extrusionOk="0">
                    <a:moveTo>
                      <a:pt x="1" y="0"/>
                    </a:moveTo>
                    <a:lnTo>
                      <a:pt x="1" y="1427"/>
                    </a:lnTo>
                    <a:lnTo>
                      <a:pt x="89" y="1427"/>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42"/>
              <p:cNvSpPr/>
              <p:nvPr/>
            </p:nvSpPr>
            <p:spPr>
              <a:xfrm>
                <a:off x="1157809" y="3855172"/>
                <a:ext cx="18404" cy="59096"/>
              </a:xfrm>
              <a:custGeom>
                <a:avLst/>
                <a:gdLst/>
                <a:ahLst/>
                <a:cxnLst/>
                <a:rect l="l" t="t" r="r" b="b"/>
                <a:pathLst>
                  <a:path w="90" h="289" extrusionOk="0">
                    <a:moveTo>
                      <a:pt x="1" y="1"/>
                    </a:moveTo>
                    <a:lnTo>
                      <a:pt x="1" y="288"/>
                    </a:lnTo>
                    <a:lnTo>
                      <a:pt x="89" y="288"/>
                    </a:lnTo>
                    <a:lnTo>
                      <a:pt x="89" y="1"/>
                    </a:lnTo>
                    <a:close/>
                  </a:path>
                </a:pathLst>
              </a:custGeom>
              <a:solidFill>
                <a:srgbClr val="ED6A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42"/>
              <p:cNvSpPr/>
              <p:nvPr/>
            </p:nvSpPr>
            <p:spPr>
              <a:xfrm>
                <a:off x="1157809" y="4146974"/>
                <a:ext cx="18404" cy="58892"/>
              </a:xfrm>
              <a:custGeom>
                <a:avLst/>
                <a:gdLst/>
                <a:ahLst/>
                <a:cxnLst/>
                <a:rect l="l" t="t" r="r" b="b"/>
                <a:pathLst>
                  <a:path w="90" h="288" extrusionOk="0">
                    <a:moveTo>
                      <a:pt x="1" y="0"/>
                    </a:moveTo>
                    <a:lnTo>
                      <a:pt x="1" y="288"/>
                    </a:lnTo>
                    <a:lnTo>
                      <a:pt x="89" y="288"/>
                    </a:lnTo>
                    <a:lnTo>
                      <a:pt x="89" y="0"/>
                    </a:lnTo>
                    <a:close/>
                  </a:path>
                </a:pathLst>
              </a:custGeom>
              <a:solidFill>
                <a:srgbClr val="ED6A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42"/>
              <p:cNvSpPr/>
              <p:nvPr/>
            </p:nvSpPr>
            <p:spPr>
              <a:xfrm>
                <a:off x="1336530" y="3491186"/>
                <a:ext cx="6952" cy="714675"/>
              </a:xfrm>
              <a:custGeom>
                <a:avLst/>
                <a:gdLst/>
                <a:ahLst/>
                <a:cxnLst/>
                <a:rect l="l" t="t" r="r" b="b"/>
                <a:pathLst>
                  <a:path w="34" h="3495" extrusionOk="0">
                    <a:moveTo>
                      <a:pt x="0" y="0"/>
                    </a:moveTo>
                    <a:lnTo>
                      <a:pt x="0" y="3495"/>
                    </a:lnTo>
                    <a:lnTo>
                      <a:pt x="34" y="3495"/>
                    </a:lnTo>
                    <a:lnTo>
                      <a:pt x="3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42"/>
              <p:cNvSpPr/>
              <p:nvPr/>
            </p:nvSpPr>
            <p:spPr>
              <a:xfrm>
                <a:off x="1510548" y="3491186"/>
                <a:ext cx="13905" cy="714675"/>
              </a:xfrm>
              <a:custGeom>
                <a:avLst/>
                <a:gdLst/>
                <a:ahLst/>
                <a:cxnLst/>
                <a:rect l="l" t="t" r="r" b="b"/>
                <a:pathLst>
                  <a:path w="68" h="3495" extrusionOk="0">
                    <a:moveTo>
                      <a:pt x="1" y="0"/>
                    </a:moveTo>
                    <a:lnTo>
                      <a:pt x="1" y="3495"/>
                    </a:lnTo>
                    <a:lnTo>
                      <a:pt x="67" y="3495"/>
                    </a:lnTo>
                    <a:lnTo>
                      <a:pt x="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42"/>
              <p:cNvSpPr/>
              <p:nvPr/>
            </p:nvSpPr>
            <p:spPr>
              <a:xfrm>
                <a:off x="1804599" y="3204087"/>
                <a:ext cx="24947" cy="1175789"/>
              </a:xfrm>
              <a:custGeom>
                <a:avLst/>
                <a:gdLst/>
                <a:ahLst/>
                <a:cxnLst/>
                <a:rect l="l" t="t" r="r" b="b"/>
                <a:pathLst>
                  <a:path w="122" h="5750" extrusionOk="0">
                    <a:moveTo>
                      <a:pt x="0" y="0"/>
                    </a:moveTo>
                    <a:lnTo>
                      <a:pt x="0" y="5750"/>
                    </a:lnTo>
                    <a:lnTo>
                      <a:pt x="122" y="5750"/>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42"/>
              <p:cNvSpPr/>
              <p:nvPr/>
            </p:nvSpPr>
            <p:spPr>
              <a:xfrm>
                <a:off x="-1062501" y="3491186"/>
                <a:ext cx="24947" cy="334742"/>
              </a:xfrm>
              <a:custGeom>
                <a:avLst/>
                <a:gdLst/>
                <a:ahLst/>
                <a:cxnLst/>
                <a:rect l="l" t="t" r="r" b="b"/>
                <a:pathLst>
                  <a:path w="122" h="1637" extrusionOk="0">
                    <a:moveTo>
                      <a:pt x="78" y="0"/>
                    </a:moveTo>
                    <a:cubicBezTo>
                      <a:pt x="33" y="0"/>
                      <a:pt x="0" y="34"/>
                      <a:pt x="0" y="78"/>
                    </a:cubicBezTo>
                    <a:lnTo>
                      <a:pt x="0" y="1548"/>
                    </a:lnTo>
                    <a:cubicBezTo>
                      <a:pt x="0" y="1593"/>
                      <a:pt x="33" y="1626"/>
                      <a:pt x="78" y="1637"/>
                    </a:cubicBezTo>
                    <a:lnTo>
                      <a:pt x="122" y="1637"/>
                    </a:lnTo>
                    <a:cubicBezTo>
                      <a:pt x="78" y="1626"/>
                      <a:pt x="33" y="1593"/>
                      <a:pt x="33" y="1548"/>
                    </a:cubicBezTo>
                    <a:lnTo>
                      <a:pt x="33" y="78"/>
                    </a:lnTo>
                    <a:cubicBezTo>
                      <a:pt x="33" y="34"/>
                      <a:pt x="78" y="0"/>
                      <a:pt x="1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42"/>
              <p:cNvSpPr/>
              <p:nvPr/>
            </p:nvSpPr>
            <p:spPr>
              <a:xfrm>
                <a:off x="-712012" y="3490777"/>
                <a:ext cx="22698" cy="335151"/>
              </a:xfrm>
              <a:custGeom>
                <a:avLst/>
                <a:gdLst/>
                <a:ahLst/>
                <a:cxnLst/>
                <a:rect l="l" t="t" r="r" b="b"/>
                <a:pathLst>
                  <a:path w="111" h="1639" extrusionOk="0">
                    <a:moveTo>
                      <a:pt x="36" y="1"/>
                    </a:moveTo>
                    <a:cubicBezTo>
                      <a:pt x="32" y="1"/>
                      <a:pt x="27" y="1"/>
                      <a:pt x="22" y="2"/>
                    </a:cubicBezTo>
                    <a:lnTo>
                      <a:pt x="0" y="2"/>
                    </a:lnTo>
                    <a:cubicBezTo>
                      <a:pt x="44" y="2"/>
                      <a:pt x="78" y="36"/>
                      <a:pt x="78" y="80"/>
                    </a:cubicBezTo>
                    <a:lnTo>
                      <a:pt x="78" y="1550"/>
                    </a:lnTo>
                    <a:cubicBezTo>
                      <a:pt x="78" y="1595"/>
                      <a:pt x="44" y="1639"/>
                      <a:pt x="0" y="1639"/>
                    </a:cubicBezTo>
                    <a:lnTo>
                      <a:pt x="33" y="1639"/>
                    </a:lnTo>
                    <a:cubicBezTo>
                      <a:pt x="78" y="1639"/>
                      <a:pt x="111" y="1595"/>
                      <a:pt x="111" y="1550"/>
                    </a:cubicBezTo>
                    <a:lnTo>
                      <a:pt x="111" y="80"/>
                    </a:lnTo>
                    <a:cubicBezTo>
                      <a:pt x="111" y="40"/>
                      <a:pt x="75" y="1"/>
                      <a:pt x="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42"/>
              <p:cNvSpPr/>
              <p:nvPr/>
            </p:nvSpPr>
            <p:spPr>
              <a:xfrm>
                <a:off x="-1055753" y="3491186"/>
                <a:ext cx="357440" cy="332493"/>
              </a:xfrm>
              <a:custGeom>
                <a:avLst/>
                <a:gdLst/>
                <a:ahLst/>
                <a:cxnLst/>
                <a:rect l="l" t="t" r="r" b="b"/>
                <a:pathLst>
                  <a:path w="1748" h="1626" extrusionOk="0">
                    <a:moveTo>
                      <a:pt x="89" y="0"/>
                    </a:moveTo>
                    <a:cubicBezTo>
                      <a:pt x="45" y="0"/>
                      <a:pt x="0" y="34"/>
                      <a:pt x="0" y="78"/>
                    </a:cubicBezTo>
                    <a:lnTo>
                      <a:pt x="0" y="1548"/>
                    </a:lnTo>
                    <a:cubicBezTo>
                      <a:pt x="0" y="1593"/>
                      <a:pt x="45" y="1626"/>
                      <a:pt x="89" y="1626"/>
                    </a:cubicBezTo>
                    <a:lnTo>
                      <a:pt x="1670" y="1626"/>
                    </a:lnTo>
                    <a:cubicBezTo>
                      <a:pt x="1714" y="1626"/>
                      <a:pt x="1748" y="1593"/>
                      <a:pt x="1748" y="1548"/>
                    </a:cubicBezTo>
                    <a:lnTo>
                      <a:pt x="1748" y="78"/>
                    </a:lnTo>
                    <a:cubicBezTo>
                      <a:pt x="1748" y="34"/>
                      <a:pt x="1714" y="0"/>
                      <a:pt x="167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42"/>
              <p:cNvSpPr/>
              <p:nvPr/>
            </p:nvSpPr>
            <p:spPr>
              <a:xfrm>
                <a:off x="-651075" y="3491186"/>
                <a:ext cx="25152" cy="334742"/>
              </a:xfrm>
              <a:custGeom>
                <a:avLst/>
                <a:gdLst/>
                <a:ahLst/>
                <a:cxnLst/>
                <a:rect l="l" t="t" r="r" b="b"/>
                <a:pathLst>
                  <a:path w="123" h="1637" extrusionOk="0">
                    <a:moveTo>
                      <a:pt x="89" y="0"/>
                    </a:moveTo>
                    <a:cubicBezTo>
                      <a:pt x="45" y="0"/>
                      <a:pt x="1" y="34"/>
                      <a:pt x="1" y="78"/>
                    </a:cubicBezTo>
                    <a:lnTo>
                      <a:pt x="1" y="1548"/>
                    </a:lnTo>
                    <a:cubicBezTo>
                      <a:pt x="1" y="1593"/>
                      <a:pt x="45" y="1626"/>
                      <a:pt x="89" y="1637"/>
                    </a:cubicBezTo>
                    <a:lnTo>
                      <a:pt x="122" y="1637"/>
                    </a:lnTo>
                    <a:cubicBezTo>
                      <a:pt x="78" y="1626"/>
                      <a:pt x="45" y="1593"/>
                      <a:pt x="45" y="1548"/>
                    </a:cubicBezTo>
                    <a:lnTo>
                      <a:pt x="45" y="78"/>
                    </a:lnTo>
                    <a:cubicBezTo>
                      <a:pt x="45" y="34"/>
                      <a:pt x="78" y="0"/>
                      <a:pt x="1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42"/>
              <p:cNvSpPr/>
              <p:nvPr/>
            </p:nvSpPr>
            <p:spPr>
              <a:xfrm>
                <a:off x="-302835" y="3491186"/>
                <a:ext cx="25152" cy="334742"/>
              </a:xfrm>
              <a:custGeom>
                <a:avLst/>
                <a:gdLst/>
                <a:ahLst/>
                <a:cxnLst/>
                <a:rect l="l" t="t" r="r" b="b"/>
                <a:pathLst>
                  <a:path w="123" h="1637" extrusionOk="0">
                    <a:moveTo>
                      <a:pt x="1" y="0"/>
                    </a:moveTo>
                    <a:cubicBezTo>
                      <a:pt x="45" y="0"/>
                      <a:pt x="89" y="34"/>
                      <a:pt x="89" y="78"/>
                    </a:cubicBezTo>
                    <a:lnTo>
                      <a:pt x="89" y="1548"/>
                    </a:lnTo>
                    <a:cubicBezTo>
                      <a:pt x="89" y="1593"/>
                      <a:pt x="45" y="1637"/>
                      <a:pt x="1" y="1637"/>
                    </a:cubicBezTo>
                    <a:lnTo>
                      <a:pt x="45" y="1637"/>
                    </a:lnTo>
                    <a:cubicBezTo>
                      <a:pt x="89" y="1637"/>
                      <a:pt x="122" y="1593"/>
                      <a:pt x="122" y="1548"/>
                    </a:cubicBezTo>
                    <a:lnTo>
                      <a:pt x="122" y="78"/>
                    </a:lnTo>
                    <a:cubicBezTo>
                      <a:pt x="122" y="34"/>
                      <a:pt x="89" y="0"/>
                      <a:pt x="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42"/>
              <p:cNvSpPr/>
              <p:nvPr/>
            </p:nvSpPr>
            <p:spPr>
              <a:xfrm>
                <a:off x="-642078" y="3491186"/>
                <a:ext cx="357644" cy="332493"/>
              </a:xfrm>
              <a:custGeom>
                <a:avLst/>
                <a:gdLst/>
                <a:ahLst/>
                <a:cxnLst/>
                <a:rect l="l" t="t" r="r" b="b"/>
                <a:pathLst>
                  <a:path w="1749" h="1626" extrusionOk="0">
                    <a:moveTo>
                      <a:pt x="78" y="0"/>
                    </a:moveTo>
                    <a:cubicBezTo>
                      <a:pt x="34" y="0"/>
                      <a:pt x="1" y="34"/>
                      <a:pt x="1" y="78"/>
                    </a:cubicBezTo>
                    <a:lnTo>
                      <a:pt x="1" y="1548"/>
                    </a:lnTo>
                    <a:cubicBezTo>
                      <a:pt x="1" y="1593"/>
                      <a:pt x="34" y="1626"/>
                      <a:pt x="78" y="1626"/>
                    </a:cubicBezTo>
                    <a:lnTo>
                      <a:pt x="1660" y="1626"/>
                    </a:lnTo>
                    <a:cubicBezTo>
                      <a:pt x="1704" y="1626"/>
                      <a:pt x="1748" y="1593"/>
                      <a:pt x="1748" y="1548"/>
                    </a:cubicBezTo>
                    <a:lnTo>
                      <a:pt x="1748" y="78"/>
                    </a:lnTo>
                    <a:cubicBezTo>
                      <a:pt x="1748" y="34"/>
                      <a:pt x="1704" y="0"/>
                      <a:pt x="166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42"/>
              <p:cNvSpPr/>
              <p:nvPr/>
            </p:nvSpPr>
            <p:spPr>
              <a:xfrm>
                <a:off x="-237195" y="3491186"/>
                <a:ext cx="22698" cy="334742"/>
              </a:xfrm>
              <a:custGeom>
                <a:avLst/>
                <a:gdLst/>
                <a:ahLst/>
                <a:cxnLst/>
                <a:rect l="l" t="t" r="r" b="b"/>
                <a:pathLst>
                  <a:path w="111" h="1637" extrusionOk="0">
                    <a:moveTo>
                      <a:pt x="78" y="0"/>
                    </a:moveTo>
                    <a:cubicBezTo>
                      <a:pt x="33" y="0"/>
                      <a:pt x="0" y="34"/>
                      <a:pt x="0" y="78"/>
                    </a:cubicBezTo>
                    <a:lnTo>
                      <a:pt x="0" y="1548"/>
                    </a:lnTo>
                    <a:cubicBezTo>
                      <a:pt x="0" y="1593"/>
                      <a:pt x="33" y="1626"/>
                      <a:pt x="78" y="1637"/>
                    </a:cubicBezTo>
                    <a:lnTo>
                      <a:pt x="111" y="1637"/>
                    </a:lnTo>
                    <a:cubicBezTo>
                      <a:pt x="67" y="1626"/>
                      <a:pt x="33" y="1593"/>
                      <a:pt x="33" y="1548"/>
                    </a:cubicBezTo>
                    <a:lnTo>
                      <a:pt x="33" y="78"/>
                    </a:lnTo>
                    <a:cubicBezTo>
                      <a:pt x="33" y="34"/>
                      <a:pt x="67" y="0"/>
                      <a:pt x="11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42"/>
              <p:cNvSpPr/>
              <p:nvPr/>
            </p:nvSpPr>
            <p:spPr>
              <a:xfrm>
                <a:off x="111045" y="3491186"/>
                <a:ext cx="22698" cy="334742"/>
              </a:xfrm>
              <a:custGeom>
                <a:avLst/>
                <a:gdLst/>
                <a:ahLst/>
                <a:cxnLst/>
                <a:rect l="l" t="t" r="r" b="b"/>
                <a:pathLst>
                  <a:path w="111" h="1637" extrusionOk="0">
                    <a:moveTo>
                      <a:pt x="0" y="0"/>
                    </a:moveTo>
                    <a:cubicBezTo>
                      <a:pt x="44" y="0"/>
                      <a:pt x="78" y="34"/>
                      <a:pt x="78" y="78"/>
                    </a:cubicBezTo>
                    <a:lnTo>
                      <a:pt x="78" y="1548"/>
                    </a:lnTo>
                    <a:cubicBezTo>
                      <a:pt x="78" y="1593"/>
                      <a:pt x="44" y="1637"/>
                      <a:pt x="0" y="1637"/>
                    </a:cubicBezTo>
                    <a:lnTo>
                      <a:pt x="33" y="1637"/>
                    </a:lnTo>
                    <a:cubicBezTo>
                      <a:pt x="78" y="1637"/>
                      <a:pt x="111" y="1593"/>
                      <a:pt x="111" y="1548"/>
                    </a:cubicBezTo>
                    <a:lnTo>
                      <a:pt x="111" y="78"/>
                    </a:lnTo>
                    <a:cubicBezTo>
                      <a:pt x="111" y="34"/>
                      <a:pt x="78" y="0"/>
                      <a:pt x="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42"/>
              <p:cNvSpPr/>
              <p:nvPr/>
            </p:nvSpPr>
            <p:spPr>
              <a:xfrm>
                <a:off x="-230447" y="3491186"/>
                <a:ext cx="357440" cy="332493"/>
              </a:xfrm>
              <a:custGeom>
                <a:avLst/>
                <a:gdLst/>
                <a:ahLst/>
                <a:cxnLst/>
                <a:rect l="l" t="t" r="r" b="b"/>
                <a:pathLst>
                  <a:path w="1748" h="1626" extrusionOk="0">
                    <a:moveTo>
                      <a:pt x="78" y="0"/>
                    </a:moveTo>
                    <a:cubicBezTo>
                      <a:pt x="34" y="0"/>
                      <a:pt x="0" y="34"/>
                      <a:pt x="0" y="78"/>
                    </a:cubicBezTo>
                    <a:lnTo>
                      <a:pt x="0" y="1548"/>
                    </a:lnTo>
                    <a:cubicBezTo>
                      <a:pt x="0" y="1593"/>
                      <a:pt x="34" y="1626"/>
                      <a:pt x="78" y="1626"/>
                    </a:cubicBezTo>
                    <a:lnTo>
                      <a:pt x="1670" y="1626"/>
                    </a:lnTo>
                    <a:cubicBezTo>
                      <a:pt x="1714" y="1626"/>
                      <a:pt x="1748" y="1593"/>
                      <a:pt x="1748" y="1548"/>
                    </a:cubicBezTo>
                    <a:lnTo>
                      <a:pt x="1748" y="78"/>
                    </a:lnTo>
                    <a:cubicBezTo>
                      <a:pt x="1748" y="34"/>
                      <a:pt x="1714" y="0"/>
                      <a:pt x="167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42"/>
              <p:cNvSpPr/>
              <p:nvPr/>
            </p:nvSpPr>
            <p:spPr>
              <a:xfrm>
                <a:off x="174231" y="3491186"/>
                <a:ext cx="25152" cy="334742"/>
              </a:xfrm>
              <a:custGeom>
                <a:avLst/>
                <a:gdLst/>
                <a:ahLst/>
                <a:cxnLst/>
                <a:rect l="l" t="t" r="r" b="b"/>
                <a:pathLst>
                  <a:path w="123" h="1637" extrusionOk="0">
                    <a:moveTo>
                      <a:pt x="89" y="0"/>
                    </a:moveTo>
                    <a:cubicBezTo>
                      <a:pt x="34" y="0"/>
                      <a:pt x="1" y="34"/>
                      <a:pt x="1" y="78"/>
                    </a:cubicBezTo>
                    <a:lnTo>
                      <a:pt x="1" y="1548"/>
                    </a:lnTo>
                    <a:cubicBezTo>
                      <a:pt x="1" y="1593"/>
                      <a:pt x="34" y="1626"/>
                      <a:pt x="89" y="1637"/>
                    </a:cubicBezTo>
                    <a:lnTo>
                      <a:pt x="122" y="1637"/>
                    </a:lnTo>
                    <a:cubicBezTo>
                      <a:pt x="78" y="1626"/>
                      <a:pt x="34" y="1593"/>
                      <a:pt x="34" y="1548"/>
                    </a:cubicBezTo>
                    <a:lnTo>
                      <a:pt x="34" y="78"/>
                    </a:lnTo>
                    <a:cubicBezTo>
                      <a:pt x="34" y="34"/>
                      <a:pt x="78" y="0"/>
                      <a:pt x="1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42"/>
              <p:cNvSpPr/>
              <p:nvPr/>
            </p:nvSpPr>
            <p:spPr>
              <a:xfrm>
                <a:off x="522471" y="3491186"/>
                <a:ext cx="25152" cy="334742"/>
              </a:xfrm>
              <a:custGeom>
                <a:avLst/>
                <a:gdLst/>
                <a:ahLst/>
                <a:cxnLst/>
                <a:rect l="l" t="t" r="r" b="b"/>
                <a:pathLst>
                  <a:path w="123" h="1637" extrusionOk="0">
                    <a:moveTo>
                      <a:pt x="1" y="0"/>
                    </a:moveTo>
                    <a:cubicBezTo>
                      <a:pt x="45" y="0"/>
                      <a:pt x="89" y="34"/>
                      <a:pt x="89" y="78"/>
                    </a:cubicBezTo>
                    <a:lnTo>
                      <a:pt x="89" y="1548"/>
                    </a:lnTo>
                    <a:cubicBezTo>
                      <a:pt x="89" y="1593"/>
                      <a:pt x="45" y="1637"/>
                      <a:pt x="1" y="1637"/>
                    </a:cubicBezTo>
                    <a:lnTo>
                      <a:pt x="45" y="1637"/>
                    </a:lnTo>
                    <a:cubicBezTo>
                      <a:pt x="89" y="1637"/>
                      <a:pt x="122" y="1593"/>
                      <a:pt x="122" y="1548"/>
                    </a:cubicBezTo>
                    <a:lnTo>
                      <a:pt x="122" y="78"/>
                    </a:lnTo>
                    <a:cubicBezTo>
                      <a:pt x="122" y="34"/>
                      <a:pt x="89" y="0"/>
                      <a:pt x="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42"/>
              <p:cNvSpPr/>
              <p:nvPr/>
            </p:nvSpPr>
            <p:spPr>
              <a:xfrm>
                <a:off x="180979" y="3491186"/>
                <a:ext cx="357644" cy="332493"/>
              </a:xfrm>
              <a:custGeom>
                <a:avLst/>
                <a:gdLst/>
                <a:ahLst/>
                <a:cxnLst/>
                <a:rect l="l" t="t" r="r" b="b"/>
                <a:pathLst>
                  <a:path w="1749" h="1626" extrusionOk="0">
                    <a:moveTo>
                      <a:pt x="89" y="0"/>
                    </a:moveTo>
                    <a:cubicBezTo>
                      <a:pt x="45" y="0"/>
                      <a:pt x="1" y="34"/>
                      <a:pt x="1" y="78"/>
                    </a:cubicBezTo>
                    <a:lnTo>
                      <a:pt x="1" y="1548"/>
                    </a:lnTo>
                    <a:cubicBezTo>
                      <a:pt x="1" y="1593"/>
                      <a:pt x="45" y="1626"/>
                      <a:pt x="89" y="1626"/>
                    </a:cubicBezTo>
                    <a:lnTo>
                      <a:pt x="1671" y="1626"/>
                    </a:lnTo>
                    <a:cubicBezTo>
                      <a:pt x="1715" y="1626"/>
                      <a:pt x="1748" y="1593"/>
                      <a:pt x="1748" y="1548"/>
                    </a:cubicBezTo>
                    <a:lnTo>
                      <a:pt x="1748" y="78"/>
                    </a:lnTo>
                    <a:cubicBezTo>
                      <a:pt x="1748" y="34"/>
                      <a:pt x="1715" y="0"/>
                      <a:pt x="167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42"/>
              <p:cNvSpPr/>
              <p:nvPr/>
            </p:nvSpPr>
            <p:spPr>
              <a:xfrm>
                <a:off x="585862" y="3491186"/>
                <a:ext cx="24947" cy="334742"/>
              </a:xfrm>
              <a:custGeom>
                <a:avLst/>
                <a:gdLst/>
                <a:ahLst/>
                <a:cxnLst/>
                <a:rect l="l" t="t" r="r" b="b"/>
                <a:pathLst>
                  <a:path w="122" h="1637" extrusionOk="0">
                    <a:moveTo>
                      <a:pt x="89" y="0"/>
                    </a:moveTo>
                    <a:cubicBezTo>
                      <a:pt x="44" y="0"/>
                      <a:pt x="0" y="34"/>
                      <a:pt x="11" y="78"/>
                    </a:cubicBezTo>
                    <a:lnTo>
                      <a:pt x="11" y="1548"/>
                    </a:lnTo>
                    <a:cubicBezTo>
                      <a:pt x="0" y="1593"/>
                      <a:pt x="44" y="1626"/>
                      <a:pt x="89" y="1637"/>
                    </a:cubicBezTo>
                    <a:lnTo>
                      <a:pt x="122" y="1637"/>
                    </a:lnTo>
                    <a:cubicBezTo>
                      <a:pt x="78" y="1626"/>
                      <a:pt x="44" y="1593"/>
                      <a:pt x="44" y="1548"/>
                    </a:cubicBezTo>
                    <a:lnTo>
                      <a:pt x="44" y="78"/>
                    </a:lnTo>
                    <a:cubicBezTo>
                      <a:pt x="44" y="34"/>
                      <a:pt x="78" y="0"/>
                      <a:pt x="1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42"/>
              <p:cNvSpPr/>
              <p:nvPr/>
            </p:nvSpPr>
            <p:spPr>
              <a:xfrm>
                <a:off x="934101" y="3491186"/>
                <a:ext cx="24947" cy="334742"/>
              </a:xfrm>
              <a:custGeom>
                <a:avLst/>
                <a:gdLst/>
                <a:ahLst/>
                <a:cxnLst/>
                <a:rect l="l" t="t" r="r" b="b"/>
                <a:pathLst>
                  <a:path w="122" h="1637" extrusionOk="0">
                    <a:moveTo>
                      <a:pt x="0" y="0"/>
                    </a:moveTo>
                    <a:cubicBezTo>
                      <a:pt x="44" y="0"/>
                      <a:pt x="89" y="34"/>
                      <a:pt x="89" y="78"/>
                    </a:cubicBezTo>
                    <a:lnTo>
                      <a:pt x="89" y="1548"/>
                    </a:lnTo>
                    <a:cubicBezTo>
                      <a:pt x="89" y="1593"/>
                      <a:pt x="44" y="1637"/>
                      <a:pt x="0" y="1637"/>
                    </a:cubicBezTo>
                    <a:lnTo>
                      <a:pt x="44" y="1637"/>
                    </a:lnTo>
                    <a:cubicBezTo>
                      <a:pt x="89" y="1637"/>
                      <a:pt x="122" y="1593"/>
                      <a:pt x="122" y="1548"/>
                    </a:cubicBezTo>
                    <a:lnTo>
                      <a:pt x="122" y="78"/>
                    </a:lnTo>
                    <a:cubicBezTo>
                      <a:pt x="122" y="34"/>
                      <a:pt x="89"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42"/>
              <p:cNvSpPr/>
              <p:nvPr/>
            </p:nvSpPr>
            <p:spPr>
              <a:xfrm>
                <a:off x="594859" y="3491186"/>
                <a:ext cx="357440" cy="332493"/>
              </a:xfrm>
              <a:custGeom>
                <a:avLst/>
                <a:gdLst/>
                <a:ahLst/>
                <a:cxnLst/>
                <a:rect l="l" t="t" r="r" b="b"/>
                <a:pathLst>
                  <a:path w="1748" h="1626" extrusionOk="0">
                    <a:moveTo>
                      <a:pt x="78" y="0"/>
                    </a:moveTo>
                    <a:cubicBezTo>
                      <a:pt x="34" y="0"/>
                      <a:pt x="0" y="34"/>
                      <a:pt x="0" y="78"/>
                    </a:cubicBezTo>
                    <a:lnTo>
                      <a:pt x="0" y="1548"/>
                    </a:lnTo>
                    <a:cubicBezTo>
                      <a:pt x="0" y="1593"/>
                      <a:pt x="34" y="1626"/>
                      <a:pt x="78" y="1626"/>
                    </a:cubicBezTo>
                    <a:lnTo>
                      <a:pt x="1659" y="1626"/>
                    </a:lnTo>
                    <a:cubicBezTo>
                      <a:pt x="1703" y="1626"/>
                      <a:pt x="1748" y="1593"/>
                      <a:pt x="1748" y="1548"/>
                    </a:cubicBezTo>
                    <a:lnTo>
                      <a:pt x="1748" y="78"/>
                    </a:lnTo>
                    <a:cubicBezTo>
                      <a:pt x="1748" y="34"/>
                      <a:pt x="1703" y="0"/>
                      <a:pt x="165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42"/>
              <p:cNvSpPr/>
              <p:nvPr/>
            </p:nvSpPr>
            <p:spPr>
              <a:xfrm>
                <a:off x="1863287" y="3561325"/>
                <a:ext cx="16154" cy="246609"/>
              </a:xfrm>
              <a:custGeom>
                <a:avLst/>
                <a:gdLst/>
                <a:ahLst/>
                <a:cxnLst/>
                <a:rect l="l" t="t" r="r" b="b"/>
                <a:pathLst>
                  <a:path w="79" h="1206" extrusionOk="0">
                    <a:moveTo>
                      <a:pt x="1" y="0"/>
                    </a:moveTo>
                    <a:lnTo>
                      <a:pt x="1" y="1205"/>
                    </a:lnTo>
                    <a:lnTo>
                      <a:pt x="78" y="1205"/>
                    </a:lnTo>
                    <a:lnTo>
                      <a:pt x="7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42"/>
              <p:cNvSpPr/>
              <p:nvPr/>
            </p:nvSpPr>
            <p:spPr>
              <a:xfrm>
                <a:off x="2028307" y="3561325"/>
                <a:ext cx="135983" cy="246609"/>
              </a:xfrm>
              <a:custGeom>
                <a:avLst/>
                <a:gdLst/>
                <a:ahLst/>
                <a:cxnLst/>
                <a:rect l="l" t="t" r="r" b="b"/>
                <a:pathLst>
                  <a:path w="665" h="1206" extrusionOk="0">
                    <a:moveTo>
                      <a:pt x="1" y="0"/>
                    </a:moveTo>
                    <a:cubicBezTo>
                      <a:pt x="56" y="0"/>
                      <a:pt x="101" y="33"/>
                      <a:pt x="123" y="78"/>
                    </a:cubicBezTo>
                    <a:lnTo>
                      <a:pt x="554" y="1017"/>
                    </a:lnTo>
                    <a:cubicBezTo>
                      <a:pt x="587" y="1106"/>
                      <a:pt x="521" y="1194"/>
                      <a:pt x="432" y="1205"/>
                    </a:cubicBezTo>
                    <a:lnTo>
                      <a:pt x="499" y="1205"/>
                    </a:lnTo>
                    <a:cubicBezTo>
                      <a:pt x="598" y="1205"/>
                      <a:pt x="664" y="1106"/>
                      <a:pt x="631" y="1017"/>
                    </a:cubicBezTo>
                    <a:lnTo>
                      <a:pt x="200" y="78"/>
                    </a:lnTo>
                    <a:cubicBezTo>
                      <a:pt x="178" y="33"/>
                      <a:pt x="134" y="0"/>
                      <a:pt x="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42"/>
              <p:cNvSpPr/>
              <p:nvPr/>
            </p:nvSpPr>
            <p:spPr>
              <a:xfrm>
                <a:off x="1876987" y="3563165"/>
                <a:ext cx="273805" cy="247018"/>
              </a:xfrm>
              <a:custGeom>
                <a:avLst/>
                <a:gdLst/>
                <a:ahLst/>
                <a:cxnLst/>
                <a:rect l="l" t="t" r="r" b="b"/>
                <a:pathLst>
                  <a:path w="1339" h="1208" extrusionOk="0">
                    <a:moveTo>
                      <a:pt x="762" y="0"/>
                    </a:moveTo>
                    <a:cubicBezTo>
                      <a:pt x="755" y="0"/>
                      <a:pt x="748" y="1"/>
                      <a:pt x="741" y="2"/>
                    </a:cubicBezTo>
                    <a:lnTo>
                      <a:pt x="0" y="2"/>
                    </a:lnTo>
                    <a:lnTo>
                      <a:pt x="0" y="1207"/>
                    </a:lnTo>
                    <a:lnTo>
                      <a:pt x="1172" y="1207"/>
                    </a:lnTo>
                    <a:cubicBezTo>
                      <a:pt x="1272" y="1196"/>
                      <a:pt x="1338" y="1097"/>
                      <a:pt x="1294" y="1008"/>
                    </a:cubicBezTo>
                    <a:lnTo>
                      <a:pt x="863" y="69"/>
                    </a:lnTo>
                    <a:cubicBezTo>
                      <a:pt x="843" y="30"/>
                      <a:pt x="808" y="0"/>
                      <a:pt x="76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42"/>
              <p:cNvSpPr/>
              <p:nvPr/>
            </p:nvSpPr>
            <p:spPr>
              <a:xfrm>
                <a:off x="2315610" y="4146974"/>
                <a:ext cx="384636" cy="58892"/>
              </a:xfrm>
              <a:custGeom>
                <a:avLst/>
                <a:gdLst/>
                <a:ahLst/>
                <a:cxnLst/>
                <a:rect l="l" t="t" r="r" b="b"/>
                <a:pathLst>
                  <a:path w="1881" h="288" extrusionOk="0">
                    <a:moveTo>
                      <a:pt x="0" y="0"/>
                    </a:moveTo>
                    <a:lnTo>
                      <a:pt x="0" y="288"/>
                    </a:lnTo>
                    <a:lnTo>
                      <a:pt x="1880" y="288"/>
                    </a:lnTo>
                    <a:lnTo>
                      <a:pt x="188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42"/>
              <p:cNvSpPr/>
              <p:nvPr/>
            </p:nvSpPr>
            <p:spPr>
              <a:xfrm>
                <a:off x="2315610" y="4017943"/>
                <a:ext cx="384636" cy="129235"/>
              </a:xfrm>
              <a:custGeom>
                <a:avLst/>
                <a:gdLst/>
                <a:ahLst/>
                <a:cxnLst/>
                <a:rect l="l" t="t" r="r" b="b"/>
                <a:pathLst>
                  <a:path w="1881" h="632" extrusionOk="0">
                    <a:moveTo>
                      <a:pt x="0" y="1"/>
                    </a:moveTo>
                    <a:lnTo>
                      <a:pt x="0" y="631"/>
                    </a:lnTo>
                    <a:lnTo>
                      <a:pt x="1880" y="631"/>
                    </a:lnTo>
                    <a:lnTo>
                      <a:pt x="188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42"/>
              <p:cNvSpPr/>
              <p:nvPr/>
            </p:nvSpPr>
            <p:spPr>
              <a:xfrm>
                <a:off x="-501800" y="4205661"/>
                <a:ext cx="1472292" cy="174221"/>
              </a:xfrm>
              <a:custGeom>
                <a:avLst/>
                <a:gdLst/>
                <a:ahLst/>
                <a:cxnLst/>
                <a:rect l="l" t="t" r="r" b="b"/>
                <a:pathLst>
                  <a:path w="7200" h="852" extrusionOk="0">
                    <a:moveTo>
                      <a:pt x="1" y="1"/>
                    </a:moveTo>
                    <a:lnTo>
                      <a:pt x="1" y="852"/>
                    </a:lnTo>
                    <a:lnTo>
                      <a:pt x="7199" y="852"/>
                    </a:lnTo>
                    <a:lnTo>
                      <a:pt x="719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42"/>
              <p:cNvSpPr/>
              <p:nvPr/>
            </p:nvSpPr>
            <p:spPr>
              <a:xfrm>
                <a:off x="-1749984" y="4205661"/>
                <a:ext cx="144980" cy="174221"/>
              </a:xfrm>
              <a:custGeom>
                <a:avLst/>
                <a:gdLst/>
                <a:ahLst/>
                <a:cxnLst/>
                <a:rect l="l" t="t" r="r" b="b"/>
                <a:pathLst>
                  <a:path w="709" h="852" extrusionOk="0">
                    <a:moveTo>
                      <a:pt x="1" y="1"/>
                    </a:moveTo>
                    <a:lnTo>
                      <a:pt x="1" y="852"/>
                    </a:lnTo>
                    <a:lnTo>
                      <a:pt x="708" y="852"/>
                    </a:lnTo>
                    <a:lnTo>
                      <a:pt x="70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42"/>
              <p:cNvSpPr/>
              <p:nvPr/>
            </p:nvSpPr>
            <p:spPr>
              <a:xfrm>
                <a:off x="949847" y="4205661"/>
                <a:ext cx="18199" cy="398132"/>
              </a:xfrm>
              <a:custGeom>
                <a:avLst/>
                <a:gdLst/>
                <a:ahLst/>
                <a:cxnLst/>
                <a:rect l="l" t="t" r="r" b="b"/>
                <a:pathLst>
                  <a:path w="89" h="1947" extrusionOk="0">
                    <a:moveTo>
                      <a:pt x="1" y="1"/>
                    </a:moveTo>
                    <a:lnTo>
                      <a:pt x="1" y="1947"/>
                    </a:lnTo>
                    <a:lnTo>
                      <a:pt x="89" y="1947"/>
                    </a:lnTo>
                    <a:lnTo>
                      <a:pt x="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42"/>
              <p:cNvSpPr/>
              <p:nvPr/>
            </p:nvSpPr>
            <p:spPr>
              <a:xfrm>
                <a:off x="-1620953" y="4205661"/>
                <a:ext cx="15950" cy="398132"/>
              </a:xfrm>
              <a:custGeom>
                <a:avLst/>
                <a:gdLst/>
                <a:ahLst/>
                <a:cxnLst/>
                <a:rect l="l" t="t" r="r" b="b"/>
                <a:pathLst>
                  <a:path w="78" h="1947" extrusionOk="0">
                    <a:moveTo>
                      <a:pt x="0" y="1"/>
                    </a:moveTo>
                    <a:lnTo>
                      <a:pt x="0" y="1947"/>
                    </a:lnTo>
                    <a:lnTo>
                      <a:pt x="77" y="1947"/>
                    </a:lnTo>
                    <a:lnTo>
                      <a:pt x="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42"/>
              <p:cNvSpPr/>
              <p:nvPr/>
            </p:nvSpPr>
            <p:spPr>
              <a:xfrm>
                <a:off x="-743707" y="4477015"/>
                <a:ext cx="162975" cy="81590"/>
              </a:xfrm>
              <a:custGeom>
                <a:avLst/>
                <a:gdLst/>
                <a:ahLst/>
                <a:cxnLst/>
                <a:rect l="l" t="t" r="r" b="b"/>
                <a:pathLst>
                  <a:path w="797" h="399" extrusionOk="0">
                    <a:moveTo>
                      <a:pt x="0" y="0"/>
                    </a:moveTo>
                    <a:lnTo>
                      <a:pt x="0" y="399"/>
                    </a:lnTo>
                    <a:lnTo>
                      <a:pt x="797" y="399"/>
                    </a:lnTo>
                    <a:lnTo>
                      <a:pt x="7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42"/>
              <p:cNvSpPr/>
              <p:nvPr/>
            </p:nvSpPr>
            <p:spPr>
              <a:xfrm>
                <a:off x="-743707" y="4477015"/>
                <a:ext cx="162975" cy="34149"/>
              </a:xfrm>
              <a:custGeom>
                <a:avLst/>
                <a:gdLst/>
                <a:ahLst/>
                <a:cxnLst/>
                <a:rect l="l" t="t" r="r" b="b"/>
                <a:pathLst>
                  <a:path w="797" h="167" extrusionOk="0">
                    <a:moveTo>
                      <a:pt x="0" y="0"/>
                    </a:moveTo>
                    <a:lnTo>
                      <a:pt x="0" y="166"/>
                    </a:lnTo>
                    <a:lnTo>
                      <a:pt x="797" y="166"/>
                    </a:lnTo>
                    <a:lnTo>
                      <a:pt x="7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42"/>
              <p:cNvSpPr/>
              <p:nvPr/>
            </p:nvSpPr>
            <p:spPr>
              <a:xfrm>
                <a:off x="1829342" y="4515458"/>
                <a:ext cx="158476" cy="43146"/>
              </a:xfrm>
              <a:custGeom>
                <a:avLst/>
                <a:gdLst/>
                <a:ahLst/>
                <a:cxnLst/>
                <a:rect l="l" t="t" r="r" b="b"/>
                <a:pathLst>
                  <a:path w="775" h="211" extrusionOk="0">
                    <a:moveTo>
                      <a:pt x="1" y="0"/>
                    </a:moveTo>
                    <a:lnTo>
                      <a:pt x="1" y="211"/>
                    </a:lnTo>
                    <a:lnTo>
                      <a:pt x="775" y="211"/>
                    </a:lnTo>
                    <a:lnTo>
                      <a:pt x="7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42"/>
              <p:cNvSpPr/>
              <p:nvPr/>
            </p:nvSpPr>
            <p:spPr>
              <a:xfrm>
                <a:off x="490776" y="3163394"/>
                <a:ext cx="334946" cy="40897"/>
              </a:xfrm>
              <a:custGeom>
                <a:avLst/>
                <a:gdLst/>
                <a:ahLst/>
                <a:cxnLst/>
                <a:rect l="l" t="t" r="r" b="b"/>
                <a:pathLst>
                  <a:path w="1638" h="200" extrusionOk="0">
                    <a:moveTo>
                      <a:pt x="1" y="0"/>
                    </a:moveTo>
                    <a:lnTo>
                      <a:pt x="1" y="199"/>
                    </a:lnTo>
                    <a:lnTo>
                      <a:pt x="1637" y="199"/>
                    </a:lnTo>
                    <a:lnTo>
                      <a:pt x="16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42"/>
              <p:cNvSpPr/>
              <p:nvPr/>
            </p:nvSpPr>
            <p:spPr>
              <a:xfrm>
                <a:off x="825519" y="3163394"/>
                <a:ext cx="101834" cy="40897"/>
              </a:xfrm>
              <a:custGeom>
                <a:avLst/>
                <a:gdLst/>
                <a:ahLst/>
                <a:cxnLst/>
                <a:rect l="l" t="t" r="r" b="b"/>
                <a:pathLst>
                  <a:path w="498" h="200" extrusionOk="0">
                    <a:moveTo>
                      <a:pt x="0" y="0"/>
                    </a:moveTo>
                    <a:lnTo>
                      <a:pt x="0" y="199"/>
                    </a:lnTo>
                    <a:lnTo>
                      <a:pt x="498" y="199"/>
                    </a:lnTo>
                    <a:lnTo>
                      <a:pt x="49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104" name="Google Shape;2104;p42"/>
            <p:cNvCxnSpPr/>
            <p:nvPr/>
          </p:nvCxnSpPr>
          <p:spPr>
            <a:xfrm>
              <a:off x="-261650" y="2954400"/>
              <a:ext cx="9582300" cy="0"/>
            </a:xfrm>
            <a:prstGeom prst="straightConnector1">
              <a:avLst/>
            </a:prstGeom>
            <a:noFill/>
            <a:ln w="28575" cap="flat" cmpd="sng">
              <a:solidFill>
                <a:schemeClr val="dk1"/>
              </a:solidFill>
              <a:prstDash val="solid"/>
              <a:round/>
              <a:headEnd type="none" w="med" len="med"/>
              <a:tailEnd type="none" w="med" len="med"/>
            </a:ln>
          </p:spPr>
        </p:cxnSp>
      </p:grpSp>
      <p:sp>
        <p:nvSpPr>
          <p:cNvPr id="2" name="Google Shape;812;p29">
            <a:extLst>
              <a:ext uri="{FF2B5EF4-FFF2-40B4-BE49-F238E27FC236}">
                <a16:creationId xmlns:a16="http://schemas.microsoft.com/office/drawing/2014/main" id="{B8434558-EB8C-AAEF-D2D6-BA4EBFFDCAC4}"/>
              </a:ext>
            </a:extLst>
          </p:cNvPr>
          <p:cNvSpPr txBox="1">
            <a:spLocks/>
          </p:cNvSpPr>
          <p:nvPr/>
        </p:nvSpPr>
        <p:spPr>
          <a:xfrm>
            <a:off x="895055" y="922416"/>
            <a:ext cx="1268400" cy="1155894"/>
          </a:xfrm>
          <a:prstGeom prst="rect">
            <a:avLst/>
          </a:prstGeom>
          <a:solidFill>
            <a:schemeClr val="accent4"/>
          </a:solidFill>
          <a:ln>
            <a:solidFill>
              <a:schemeClr val="accent4">
                <a:lumMod val="75000"/>
              </a:schemeClr>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6000" dirty="0">
                <a:solidFill>
                  <a:schemeClr val="bg1"/>
                </a:solidFill>
                <a:latin typeface="Nova Square" panose="020B0604020202020204" charset="0"/>
              </a:rPr>
              <a:t>04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06"/>
                                        </p:tgtEl>
                                        <p:attrNameLst>
                                          <p:attrName>style.visibility</p:attrName>
                                        </p:attrNameLst>
                                      </p:cBhvr>
                                      <p:to>
                                        <p:strVal val="visible"/>
                                      </p:to>
                                    </p:set>
                                    <p:anim calcmode="lin" valueType="num">
                                      <p:cBhvr additive="base">
                                        <p:cTn id="13" dur="500" fill="hold"/>
                                        <p:tgtEl>
                                          <p:spTgt spid="1906"/>
                                        </p:tgtEl>
                                        <p:attrNameLst>
                                          <p:attrName>ppt_x</p:attrName>
                                        </p:attrNameLst>
                                      </p:cBhvr>
                                      <p:tavLst>
                                        <p:tav tm="0">
                                          <p:val>
                                            <p:strVal val="#ppt_x"/>
                                          </p:val>
                                        </p:tav>
                                        <p:tav tm="100000">
                                          <p:val>
                                            <p:strVal val="#ppt_x"/>
                                          </p:val>
                                        </p:tav>
                                      </p:tavLst>
                                    </p:anim>
                                    <p:anim calcmode="lin" valueType="num">
                                      <p:cBhvr additive="base">
                                        <p:cTn id="14" dur="500" fill="hold"/>
                                        <p:tgtEl>
                                          <p:spTgt spid="190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1908"/>
                                        </p:tgtEl>
                                        <p:attrNameLst>
                                          <p:attrName>style.visibility</p:attrName>
                                        </p:attrNameLst>
                                      </p:cBhvr>
                                      <p:to>
                                        <p:strVal val="visible"/>
                                      </p:to>
                                    </p:set>
                                    <p:animEffect transition="in" filter="barn(inVertical)">
                                      <p:cBhvr>
                                        <p:cTn id="19" dur="500"/>
                                        <p:tgtEl>
                                          <p:spTgt spid="19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6" grpId="0" animBg="1"/>
      <p:bldP spid="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16">
          <a:extLst>
            <a:ext uri="{FF2B5EF4-FFF2-40B4-BE49-F238E27FC236}">
              <a16:creationId xmlns:a16="http://schemas.microsoft.com/office/drawing/2014/main" id="{54EC7964-EA35-573D-3A2E-DF4EA2212369}"/>
            </a:ext>
          </a:extLst>
        </p:cNvPr>
        <p:cNvGrpSpPr/>
        <p:nvPr/>
      </p:nvGrpSpPr>
      <p:grpSpPr>
        <a:xfrm>
          <a:off x="0" y="0"/>
          <a:ext cx="0" cy="0"/>
          <a:chOff x="0" y="0"/>
          <a:chExt cx="0" cy="0"/>
        </a:xfrm>
      </p:grpSpPr>
      <p:sp>
        <p:nvSpPr>
          <p:cNvPr id="1017" name="Google Shape;1017;p31">
            <a:extLst>
              <a:ext uri="{FF2B5EF4-FFF2-40B4-BE49-F238E27FC236}">
                <a16:creationId xmlns:a16="http://schemas.microsoft.com/office/drawing/2014/main" id="{13F9142A-A9D2-65A1-6EDE-20F419C18EBA}"/>
              </a:ext>
            </a:extLst>
          </p:cNvPr>
          <p:cNvSpPr txBox="1">
            <a:spLocks noGrp="1"/>
          </p:cNvSpPr>
          <p:nvPr>
            <p:ph type="title"/>
          </p:nvPr>
        </p:nvSpPr>
        <p:spPr>
          <a:xfrm>
            <a:off x="720000" y="334125"/>
            <a:ext cx="7704000" cy="683700"/>
          </a:xfrm>
          <a:prstGeom prst="rect">
            <a:avLst/>
          </a:prstGeom>
        </p:spPr>
        <p:txBody>
          <a:bodyPr spcFirstLastPara="1" wrap="square" lIns="91425" tIns="91425" rIns="91425" bIns="91425" anchor="t" anchorCtr="0">
            <a:noAutofit/>
          </a:bodyPr>
          <a:lstStyle/>
          <a:p>
            <a:pPr lvl="0"/>
            <a:r>
              <a:rPr lang="en-US" dirty="0"/>
              <a:t>Key DAX Measures</a:t>
            </a:r>
            <a:endParaRPr dirty="0"/>
          </a:p>
        </p:txBody>
      </p:sp>
      <p:sp>
        <p:nvSpPr>
          <p:cNvPr id="1033" name="Google Shape;1033;p31">
            <a:extLst>
              <a:ext uri="{FF2B5EF4-FFF2-40B4-BE49-F238E27FC236}">
                <a16:creationId xmlns:a16="http://schemas.microsoft.com/office/drawing/2014/main" id="{39982A83-7AC7-3728-7729-A810FDAC2FA7}"/>
              </a:ext>
            </a:extLst>
          </p:cNvPr>
          <p:cNvSpPr/>
          <p:nvPr/>
        </p:nvSpPr>
        <p:spPr>
          <a:xfrm>
            <a:off x="7983188" y="4308475"/>
            <a:ext cx="1045527" cy="217225"/>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31">
            <a:extLst>
              <a:ext uri="{FF2B5EF4-FFF2-40B4-BE49-F238E27FC236}">
                <a16:creationId xmlns:a16="http://schemas.microsoft.com/office/drawing/2014/main" id="{EB1CB365-B610-4FDE-72E6-E24757BF1661}"/>
              </a:ext>
            </a:extLst>
          </p:cNvPr>
          <p:cNvSpPr/>
          <p:nvPr/>
        </p:nvSpPr>
        <p:spPr>
          <a:xfrm flipH="1">
            <a:off x="6302850" y="4104413"/>
            <a:ext cx="1550376" cy="429723"/>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10" name="Table 9">
            <a:extLst>
              <a:ext uri="{FF2B5EF4-FFF2-40B4-BE49-F238E27FC236}">
                <a16:creationId xmlns:a16="http://schemas.microsoft.com/office/drawing/2014/main" id="{F6B89126-AA79-063A-E762-703D0FE54441}"/>
              </a:ext>
            </a:extLst>
          </p:cNvPr>
          <p:cNvGraphicFramePr>
            <a:graphicFrameLocks noGrp="1"/>
          </p:cNvGraphicFramePr>
          <p:nvPr>
            <p:extLst>
              <p:ext uri="{D42A27DB-BD31-4B8C-83A1-F6EECF244321}">
                <p14:modId xmlns:p14="http://schemas.microsoft.com/office/powerpoint/2010/main" val="2893652402"/>
              </p:ext>
            </p:extLst>
          </p:nvPr>
        </p:nvGraphicFramePr>
        <p:xfrm>
          <a:off x="1295080" y="1083704"/>
          <a:ext cx="6553840" cy="3441996"/>
        </p:xfrm>
        <a:graphic>
          <a:graphicData uri="http://schemas.openxmlformats.org/drawingml/2006/table">
            <a:tbl>
              <a:tblPr>
                <a:tableStyleId>{6208427C-CA82-4CE3-AD81-3C3F1AAE69B4}</a:tableStyleId>
              </a:tblPr>
              <a:tblGrid>
                <a:gridCol w="3276920">
                  <a:extLst>
                    <a:ext uri="{9D8B030D-6E8A-4147-A177-3AD203B41FA5}">
                      <a16:colId xmlns:a16="http://schemas.microsoft.com/office/drawing/2014/main" val="360164158"/>
                    </a:ext>
                  </a:extLst>
                </a:gridCol>
                <a:gridCol w="3276920">
                  <a:extLst>
                    <a:ext uri="{9D8B030D-6E8A-4147-A177-3AD203B41FA5}">
                      <a16:colId xmlns:a16="http://schemas.microsoft.com/office/drawing/2014/main" val="953651676"/>
                    </a:ext>
                  </a:extLst>
                </a:gridCol>
              </a:tblGrid>
              <a:tr h="218372">
                <a:tc>
                  <a:txBody>
                    <a:bodyPr/>
                    <a:lstStyle/>
                    <a:p>
                      <a:pPr>
                        <a:buNone/>
                      </a:pPr>
                      <a:r>
                        <a:rPr lang="en-US" sz="1200" dirty="0"/>
                        <a:t>Measure</a:t>
                      </a:r>
                    </a:p>
                  </a:txBody>
                  <a:tcPr marL="77643" marR="77643" marT="38822" marB="38822" anchor="ctr"/>
                </a:tc>
                <a:tc>
                  <a:txBody>
                    <a:bodyPr/>
                    <a:lstStyle/>
                    <a:p>
                      <a:pPr>
                        <a:buNone/>
                      </a:pPr>
                      <a:r>
                        <a:rPr lang="en-US" sz="1200"/>
                        <a:t>Formula</a:t>
                      </a:r>
                    </a:p>
                  </a:txBody>
                  <a:tcPr marL="77643" marR="77643" marT="38822" marB="38822" anchor="ctr"/>
                </a:tc>
                <a:extLst>
                  <a:ext uri="{0D108BD9-81ED-4DB2-BD59-A6C34878D82A}">
                    <a16:rowId xmlns:a16="http://schemas.microsoft.com/office/drawing/2014/main" val="3170186855"/>
                  </a:ext>
                </a:extLst>
              </a:tr>
              <a:tr h="218372">
                <a:tc>
                  <a:txBody>
                    <a:bodyPr/>
                    <a:lstStyle/>
                    <a:p>
                      <a:pPr>
                        <a:buNone/>
                      </a:pPr>
                      <a:r>
                        <a:rPr lang="en-US" sz="1200"/>
                        <a:t>Total Revenue</a:t>
                      </a:r>
                    </a:p>
                  </a:txBody>
                  <a:tcPr marL="77643" marR="77643" marT="38822" marB="38822" anchor="ctr"/>
                </a:tc>
                <a:tc>
                  <a:txBody>
                    <a:bodyPr/>
                    <a:lstStyle/>
                    <a:p>
                      <a:pPr>
                        <a:buNone/>
                      </a:pPr>
                      <a:r>
                        <a:rPr lang="en-US" sz="1200"/>
                        <a:t>SUM(railway[Price])</a:t>
                      </a:r>
                    </a:p>
                  </a:txBody>
                  <a:tcPr marL="77643" marR="77643" marT="38822" marB="38822" anchor="ctr"/>
                </a:tc>
                <a:extLst>
                  <a:ext uri="{0D108BD9-81ED-4DB2-BD59-A6C34878D82A}">
                    <a16:rowId xmlns:a16="http://schemas.microsoft.com/office/drawing/2014/main" val="3339304731"/>
                  </a:ext>
                </a:extLst>
              </a:tr>
              <a:tr h="218372">
                <a:tc>
                  <a:txBody>
                    <a:bodyPr/>
                    <a:lstStyle/>
                    <a:p>
                      <a:pPr>
                        <a:buNone/>
                      </a:pPr>
                      <a:r>
                        <a:rPr lang="en-US" sz="1200"/>
                        <a:t>Total Journeys</a:t>
                      </a:r>
                    </a:p>
                  </a:txBody>
                  <a:tcPr marL="77643" marR="77643" marT="38822" marB="38822" anchor="ctr"/>
                </a:tc>
                <a:tc>
                  <a:txBody>
                    <a:bodyPr/>
                    <a:lstStyle/>
                    <a:p>
                      <a:pPr>
                        <a:buNone/>
                      </a:pPr>
                      <a:r>
                        <a:rPr lang="en-US" sz="1200"/>
                        <a:t>COUNTROWS(railway)</a:t>
                      </a:r>
                    </a:p>
                  </a:txBody>
                  <a:tcPr marL="77643" marR="77643" marT="38822" marB="38822" anchor="ctr"/>
                </a:tc>
                <a:extLst>
                  <a:ext uri="{0D108BD9-81ED-4DB2-BD59-A6C34878D82A}">
                    <a16:rowId xmlns:a16="http://schemas.microsoft.com/office/drawing/2014/main" val="149048329"/>
                  </a:ext>
                </a:extLst>
              </a:tr>
              <a:tr h="371662">
                <a:tc>
                  <a:txBody>
                    <a:bodyPr/>
                    <a:lstStyle/>
                    <a:p>
                      <a:pPr>
                        <a:buNone/>
                      </a:pPr>
                      <a:r>
                        <a:rPr lang="en-US" sz="1200"/>
                        <a:t>On-Time Rate</a:t>
                      </a:r>
                    </a:p>
                  </a:txBody>
                  <a:tcPr marL="77643" marR="77643" marT="38822" marB="38822" anchor="ctr"/>
                </a:tc>
                <a:tc>
                  <a:txBody>
                    <a:bodyPr/>
                    <a:lstStyle/>
                    <a:p>
                      <a:pPr>
                        <a:buNone/>
                      </a:pPr>
                      <a:r>
                        <a:rPr lang="en-US" sz="1200"/>
                        <a:t>DIVIDE([On-Time Journeys], [Total Journeys], 0)</a:t>
                      </a:r>
                    </a:p>
                  </a:txBody>
                  <a:tcPr marL="77643" marR="77643" marT="38822" marB="38822" anchor="ctr"/>
                </a:tc>
                <a:extLst>
                  <a:ext uri="{0D108BD9-81ED-4DB2-BD59-A6C34878D82A}">
                    <a16:rowId xmlns:a16="http://schemas.microsoft.com/office/drawing/2014/main" val="237016723"/>
                  </a:ext>
                </a:extLst>
              </a:tr>
              <a:tr h="371662">
                <a:tc>
                  <a:txBody>
                    <a:bodyPr/>
                    <a:lstStyle/>
                    <a:p>
                      <a:pPr>
                        <a:buNone/>
                      </a:pPr>
                      <a:r>
                        <a:rPr lang="en-US" sz="1200"/>
                        <a:t>Cancellation Rate</a:t>
                      </a:r>
                    </a:p>
                  </a:txBody>
                  <a:tcPr marL="77643" marR="77643" marT="38822" marB="38822" anchor="ctr"/>
                </a:tc>
                <a:tc>
                  <a:txBody>
                    <a:bodyPr/>
                    <a:lstStyle/>
                    <a:p>
                      <a:pPr>
                        <a:buNone/>
                      </a:pPr>
                      <a:r>
                        <a:rPr lang="en-US" sz="1200"/>
                        <a:t>DIVIDE([Cancelled Journeys], [Total Journeys], 0)</a:t>
                      </a:r>
                    </a:p>
                  </a:txBody>
                  <a:tcPr marL="77643" marR="77643" marT="38822" marB="38822" anchor="ctr"/>
                </a:tc>
                <a:extLst>
                  <a:ext uri="{0D108BD9-81ED-4DB2-BD59-A6C34878D82A}">
                    <a16:rowId xmlns:a16="http://schemas.microsoft.com/office/drawing/2014/main" val="3637108110"/>
                  </a:ext>
                </a:extLst>
              </a:tr>
              <a:tr h="371662">
                <a:tc>
                  <a:txBody>
                    <a:bodyPr/>
                    <a:lstStyle/>
                    <a:p>
                      <a:pPr>
                        <a:buNone/>
                      </a:pPr>
                      <a:r>
                        <a:rPr lang="en-US" sz="1200"/>
                        <a:t>% Credit Card</a:t>
                      </a:r>
                    </a:p>
                  </a:txBody>
                  <a:tcPr marL="77643" marR="77643" marT="38822" marB="38822" anchor="ctr"/>
                </a:tc>
                <a:tc>
                  <a:txBody>
                    <a:bodyPr/>
                    <a:lstStyle/>
                    <a:p>
                      <a:pPr>
                        <a:buNone/>
                      </a:pPr>
                      <a:r>
                        <a:rPr lang="en-US" sz="1200"/>
                        <a:t>DIVIDE([Credit Card Payments], COUNTROWS(railway))</a:t>
                      </a:r>
                    </a:p>
                  </a:txBody>
                  <a:tcPr marL="77643" marR="77643" marT="38822" marB="38822" anchor="ctr"/>
                </a:tc>
                <a:extLst>
                  <a:ext uri="{0D108BD9-81ED-4DB2-BD59-A6C34878D82A}">
                    <a16:rowId xmlns:a16="http://schemas.microsoft.com/office/drawing/2014/main" val="2563188048"/>
                  </a:ext>
                </a:extLst>
              </a:tr>
              <a:tr h="371662">
                <a:tc>
                  <a:txBody>
                    <a:bodyPr/>
                    <a:lstStyle/>
                    <a:p>
                      <a:pPr>
                        <a:buNone/>
                      </a:pPr>
                      <a:r>
                        <a:rPr lang="en-US" sz="1200"/>
                        <a:t>Advance Ticket Revenue</a:t>
                      </a:r>
                    </a:p>
                  </a:txBody>
                  <a:tcPr marL="77643" marR="77643" marT="38822" marB="38822" anchor="ctr"/>
                </a:tc>
                <a:tc>
                  <a:txBody>
                    <a:bodyPr/>
                    <a:lstStyle/>
                    <a:p>
                      <a:pPr>
                        <a:buNone/>
                      </a:pPr>
                      <a:r>
                        <a:rPr lang="en-US" sz="1200"/>
                        <a:t>CALCULATE(SUM(railway[Price]), railway[Ticket Type]="Advance")</a:t>
                      </a:r>
                    </a:p>
                  </a:txBody>
                  <a:tcPr marL="77643" marR="77643" marT="38822" marB="38822" anchor="ctr"/>
                </a:tc>
                <a:extLst>
                  <a:ext uri="{0D108BD9-81ED-4DB2-BD59-A6C34878D82A}">
                    <a16:rowId xmlns:a16="http://schemas.microsoft.com/office/drawing/2014/main" val="3032805585"/>
                  </a:ext>
                </a:extLst>
              </a:tr>
              <a:tr h="371662">
                <a:tc>
                  <a:txBody>
                    <a:bodyPr/>
                    <a:lstStyle/>
                    <a:p>
                      <a:pPr>
                        <a:buNone/>
                      </a:pPr>
                      <a:r>
                        <a:rPr lang="en-US" sz="1200"/>
                        <a:t>Lowest Month Revenue</a:t>
                      </a:r>
                    </a:p>
                  </a:txBody>
                  <a:tcPr marL="77643" marR="77643" marT="38822" marB="38822" anchor="ctr"/>
                </a:tc>
                <a:tc>
                  <a:txBody>
                    <a:bodyPr/>
                    <a:lstStyle/>
                    <a:p>
                      <a:pPr>
                        <a:buNone/>
                      </a:pPr>
                      <a:r>
                        <a:rPr lang="en-US" sz="1200"/>
                        <a:t>CALCULATE(MINX(VALUES('Date'[Month-Year]), [Monthly Revenue]))</a:t>
                      </a:r>
                    </a:p>
                  </a:txBody>
                  <a:tcPr marL="77643" marR="77643" marT="38822" marB="38822" anchor="ctr"/>
                </a:tc>
                <a:extLst>
                  <a:ext uri="{0D108BD9-81ED-4DB2-BD59-A6C34878D82A}">
                    <a16:rowId xmlns:a16="http://schemas.microsoft.com/office/drawing/2014/main" val="756406166"/>
                  </a:ext>
                </a:extLst>
              </a:tr>
              <a:tr h="371662">
                <a:tc>
                  <a:txBody>
                    <a:bodyPr/>
                    <a:lstStyle/>
                    <a:p>
                      <a:pPr>
                        <a:buNone/>
                      </a:pPr>
                      <a:r>
                        <a:rPr lang="en-US" sz="1200"/>
                        <a:t>% Revenue First Class</a:t>
                      </a:r>
                    </a:p>
                  </a:txBody>
                  <a:tcPr marL="77643" marR="77643" marT="38822" marB="38822" anchor="ctr"/>
                </a:tc>
                <a:tc>
                  <a:txBody>
                    <a:bodyPr/>
                    <a:lstStyle/>
                    <a:p>
                      <a:pPr>
                        <a:buNone/>
                      </a:pPr>
                      <a:r>
                        <a:rPr lang="en-US" sz="1200" dirty="0"/>
                        <a:t>DIVIDE([First Class Revenue], [Total Revenue])</a:t>
                      </a:r>
                    </a:p>
                  </a:txBody>
                  <a:tcPr marL="77643" marR="77643" marT="38822" marB="38822" anchor="ctr"/>
                </a:tc>
                <a:extLst>
                  <a:ext uri="{0D108BD9-81ED-4DB2-BD59-A6C34878D82A}">
                    <a16:rowId xmlns:a16="http://schemas.microsoft.com/office/drawing/2014/main" val="3770843401"/>
                  </a:ext>
                </a:extLst>
              </a:tr>
            </a:tbl>
          </a:graphicData>
        </a:graphic>
      </p:graphicFrame>
    </p:spTree>
    <p:extLst>
      <p:ext uri="{BB962C8B-B14F-4D97-AF65-F5344CB8AC3E}">
        <p14:creationId xmlns:p14="http://schemas.microsoft.com/office/powerpoint/2010/main" val="3815463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017"/>
                                        </p:tgtEl>
                                        <p:attrNameLst>
                                          <p:attrName>style.visibility</p:attrName>
                                        </p:attrNameLst>
                                      </p:cBhvr>
                                      <p:to>
                                        <p:strVal val="visible"/>
                                      </p:to>
                                    </p:set>
                                    <p:animEffect transition="in" filter="barn(inVertical)">
                                      <p:cBhvr>
                                        <p:cTn id="7" dur="500"/>
                                        <p:tgtEl>
                                          <p:spTgt spid="101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arn(inVertical)">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47">
          <a:extLst>
            <a:ext uri="{FF2B5EF4-FFF2-40B4-BE49-F238E27FC236}">
              <a16:creationId xmlns:a16="http://schemas.microsoft.com/office/drawing/2014/main" id="{ABC7F27F-0AA1-0763-7F64-9ABF1E807E47}"/>
            </a:ext>
          </a:extLst>
        </p:cNvPr>
        <p:cNvGrpSpPr/>
        <p:nvPr/>
      </p:nvGrpSpPr>
      <p:grpSpPr>
        <a:xfrm>
          <a:off x="0" y="0"/>
          <a:ext cx="0" cy="0"/>
          <a:chOff x="0" y="0"/>
          <a:chExt cx="0" cy="0"/>
        </a:xfrm>
      </p:grpSpPr>
      <p:sp>
        <p:nvSpPr>
          <p:cNvPr id="1148" name="Google Shape;1148;p34">
            <a:extLst>
              <a:ext uri="{FF2B5EF4-FFF2-40B4-BE49-F238E27FC236}">
                <a16:creationId xmlns:a16="http://schemas.microsoft.com/office/drawing/2014/main" id="{9E36183D-3F7E-CF88-2D9C-FF5F4D28C1C9}"/>
              </a:ext>
            </a:extLst>
          </p:cNvPr>
          <p:cNvSpPr txBox="1">
            <a:spLocks noGrp="1"/>
          </p:cNvSpPr>
          <p:nvPr>
            <p:ph type="title"/>
          </p:nvPr>
        </p:nvSpPr>
        <p:spPr>
          <a:xfrm>
            <a:off x="831698" y="2018788"/>
            <a:ext cx="4878460" cy="908755"/>
          </a:xfrm>
          <a:prstGeom prst="rect">
            <a:avLst/>
          </a:prstGeom>
        </p:spPr>
        <p:txBody>
          <a:bodyPr spcFirstLastPara="1" wrap="square" lIns="91425" tIns="91425" rIns="91425" bIns="91425" anchor="t" anchorCtr="0">
            <a:noAutofit/>
          </a:bodyPr>
          <a:lstStyle/>
          <a:p>
            <a:r>
              <a:rPr lang="en-US" dirty="0"/>
              <a:t>Key KPIs</a:t>
            </a:r>
            <a:endParaRPr dirty="0"/>
          </a:p>
        </p:txBody>
      </p:sp>
      <p:sp>
        <p:nvSpPr>
          <p:cNvPr id="1150" name="Google Shape;1150;p34">
            <a:extLst>
              <a:ext uri="{FF2B5EF4-FFF2-40B4-BE49-F238E27FC236}">
                <a16:creationId xmlns:a16="http://schemas.microsoft.com/office/drawing/2014/main" id="{324B13E7-D2E8-4ADD-7D27-1B35B495369D}"/>
              </a:ext>
            </a:extLst>
          </p:cNvPr>
          <p:cNvSpPr/>
          <p:nvPr/>
        </p:nvSpPr>
        <p:spPr>
          <a:xfrm flipH="1">
            <a:off x="3352620" y="4629950"/>
            <a:ext cx="1852422" cy="513550"/>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1" name="Google Shape;1151;p34">
            <a:extLst>
              <a:ext uri="{FF2B5EF4-FFF2-40B4-BE49-F238E27FC236}">
                <a16:creationId xmlns:a16="http://schemas.microsoft.com/office/drawing/2014/main" id="{BA0A1458-B079-A23C-022F-F929758F2EB2}"/>
              </a:ext>
            </a:extLst>
          </p:cNvPr>
          <p:cNvGrpSpPr/>
          <p:nvPr/>
        </p:nvGrpSpPr>
        <p:grpSpPr>
          <a:xfrm rot="5400000">
            <a:off x="-361547" y="3902218"/>
            <a:ext cx="1686810" cy="795739"/>
            <a:chOff x="7486078" y="1255168"/>
            <a:chExt cx="1686810" cy="795739"/>
          </a:xfrm>
        </p:grpSpPr>
        <p:sp>
          <p:nvSpPr>
            <p:cNvPr id="1152" name="Google Shape;1152;p34">
              <a:extLst>
                <a:ext uri="{FF2B5EF4-FFF2-40B4-BE49-F238E27FC236}">
                  <a16:creationId xmlns:a16="http://schemas.microsoft.com/office/drawing/2014/main" id="{81D4F4BF-717F-7A68-05C5-F884D1A17FDE}"/>
                </a:ext>
              </a:extLst>
            </p:cNvPr>
            <p:cNvSpPr/>
            <p:nvPr/>
          </p:nvSpPr>
          <p:spPr>
            <a:xfrm rot="-5400000">
              <a:off x="8462831" y="1079222"/>
              <a:ext cx="85680" cy="1051573"/>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34">
              <a:extLst>
                <a:ext uri="{FF2B5EF4-FFF2-40B4-BE49-F238E27FC236}">
                  <a16:creationId xmlns:a16="http://schemas.microsoft.com/office/drawing/2014/main" id="{7E7C84B3-F8DB-A494-D554-D0BC05ED4881}"/>
                </a:ext>
              </a:extLst>
            </p:cNvPr>
            <p:cNvSpPr/>
            <p:nvPr/>
          </p:nvSpPr>
          <p:spPr>
            <a:xfrm rot="-5400000">
              <a:off x="8484190" y="1057862"/>
              <a:ext cx="42961" cy="1051573"/>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4">
              <a:extLst>
                <a:ext uri="{FF2B5EF4-FFF2-40B4-BE49-F238E27FC236}">
                  <a16:creationId xmlns:a16="http://schemas.microsoft.com/office/drawing/2014/main" id="{6DC7737B-90BB-729C-D110-7A1622C11F9F}"/>
                </a:ext>
              </a:extLst>
            </p:cNvPr>
            <p:cNvSpPr/>
            <p:nvPr/>
          </p:nvSpPr>
          <p:spPr>
            <a:xfrm rot="-5400000">
              <a:off x="8136884" y="1575805"/>
              <a:ext cx="85680" cy="58407"/>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34">
              <a:extLst>
                <a:ext uri="{FF2B5EF4-FFF2-40B4-BE49-F238E27FC236}">
                  <a16:creationId xmlns:a16="http://schemas.microsoft.com/office/drawing/2014/main" id="{A342337D-1DCF-6EA8-F9E1-3A131EACD673}"/>
                </a:ext>
              </a:extLst>
            </p:cNvPr>
            <p:cNvSpPr/>
            <p:nvPr/>
          </p:nvSpPr>
          <p:spPr>
            <a:xfrm rot="-5400000">
              <a:off x="8803015" y="1534051"/>
              <a:ext cx="600726" cy="139019"/>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34">
              <a:extLst>
                <a:ext uri="{FF2B5EF4-FFF2-40B4-BE49-F238E27FC236}">
                  <a16:creationId xmlns:a16="http://schemas.microsoft.com/office/drawing/2014/main" id="{2FAFC540-CDE2-DA92-D7CE-3EBE65BC7E3D}"/>
                </a:ext>
              </a:extLst>
            </p:cNvPr>
            <p:cNvSpPr/>
            <p:nvPr/>
          </p:nvSpPr>
          <p:spPr>
            <a:xfrm rot="-5400000">
              <a:off x="7430446" y="1310800"/>
              <a:ext cx="779569" cy="66830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4">
              <a:extLst>
                <a:ext uri="{FF2B5EF4-FFF2-40B4-BE49-F238E27FC236}">
                  <a16:creationId xmlns:a16="http://schemas.microsoft.com/office/drawing/2014/main" id="{1FE468FC-EE15-8610-C1E0-2C3E493A07FC}"/>
                </a:ext>
              </a:extLst>
            </p:cNvPr>
            <p:cNvSpPr/>
            <p:nvPr/>
          </p:nvSpPr>
          <p:spPr>
            <a:xfrm rot="-5400000">
              <a:off x="7461098" y="1349417"/>
              <a:ext cx="718265" cy="615208"/>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4">
              <a:extLst>
                <a:ext uri="{FF2B5EF4-FFF2-40B4-BE49-F238E27FC236}">
                  <a16:creationId xmlns:a16="http://schemas.microsoft.com/office/drawing/2014/main" id="{C1CD14B5-8564-4F75-9AA3-4F85F0B9FC7A}"/>
                </a:ext>
              </a:extLst>
            </p:cNvPr>
            <p:cNvSpPr/>
            <p:nvPr/>
          </p:nvSpPr>
          <p:spPr>
            <a:xfrm rot="-5400000">
              <a:off x="7430688" y="1326729"/>
              <a:ext cx="779569" cy="668788"/>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34">
              <a:extLst>
                <a:ext uri="{FF2B5EF4-FFF2-40B4-BE49-F238E27FC236}">
                  <a16:creationId xmlns:a16="http://schemas.microsoft.com/office/drawing/2014/main" id="{4550AB57-B23C-8CD1-B66E-A7BD2852627E}"/>
                </a:ext>
              </a:extLst>
            </p:cNvPr>
            <p:cNvSpPr/>
            <p:nvPr/>
          </p:nvSpPr>
          <p:spPr>
            <a:xfrm rot="5400000" flipH="1">
              <a:off x="7557667" y="1340997"/>
              <a:ext cx="525000" cy="525000"/>
            </a:xfrm>
            <a:prstGeom prst="mathMultiply">
              <a:avLst>
                <a:gd name="adj1" fmla="val 1275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Google Shape;812;p29">
            <a:extLst>
              <a:ext uri="{FF2B5EF4-FFF2-40B4-BE49-F238E27FC236}">
                <a16:creationId xmlns:a16="http://schemas.microsoft.com/office/drawing/2014/main" id="{DFB0A021-5C1D-79A5-76C3-3DE96C33C952}"/>
              </a:ext>
            </a:extLst>
          </p:cNvPr>
          <p:cNvSpPr txBox="1">
            <a:spLocks/>
          </p:cNvSpPr>
          <p:nvPr/>
        </p:nvSpPr>
        <p:spPr>
          <a:xfrm>
            <a:off x="473772" y="1962550"/>
            <a:ext cx="1305558" cy="981075"/>
          </a:xfrm>
          <a:prstGeom prst="rect">
            <a:avLst/>
          </a:prstGeom>
          <a:solidFill>
            <a:schemeClr val="accent4"/>
          </a:solidFill>
          <a:ln>
            <a:solidFill>
              <a:schemeClr val="accent4"/>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6000" dirty="0">
                <a:solidFill>
                  <a:schemeClr val="bg1"/>
                </a:solidFill>
                <a:latin typeface="Nova Square" panose="020B0604020202020204" charset="0"/>
              </a:rPr>
              <a:t>05</a:t>
            </a:r>
          </a:p>
        </p:txBody>
      </p:sp>
      <p:pic>
        <p:nvPicPr>
          <p:cNvPr id="3" name="Picture 2" descr="Story pin image">
            <a:extLst>
              <a:ext uri="{FF2B5EF4-FFF2-40B4-BE49-F238E27FC236}">
                <a16:creationId xmlns:a16="http://schemas.microsoft.com/office/drawing/2014/main" id="{71E7CBD8-836E-4D49-3542-8E879B67DF3B}"/>
              </a:ext>
            </a:extLst>
          </p:cNvPr>
          <p:cNvPicPr>
            <a:picLocks noChangeAspect="1"/>
          </p:cNvPicPr>
          <p:nvPr/>
        </p:nvPicPr>
        <p:blipFill>
          <a:blip r:embed="rId3"/>
          <a:stretch>
            <a:fillRect/>
          </a:stretch>
        </p:blipFill>
        <p:spPr>
          <a:xfrm>
            <a:off x="5710158" y="-55179"/>
            <a:ext cx="3418655" cy="536027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616721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148"/>
                                        </p:tgtEl>
                                        <p:attrNameLst>
                                          <p:attrName>style.visibility</p:attrName>
                                        </p:attrNameLst>
                                      </p:cBhvr>
                                      <p:to>
                                        <p:strVal val="visible"/>
                                      </p:to>
                                    </p:set>
                                    <p:anim calcmode="lin" valueType="num">
                                      <p:cBhvr additive="base">
                                        <p:cTn id="12" dur="500" fill="hold"/>
                                        <p:tgtEl>
                                          <p:spTgt spid="1148"/>
                                        </p:tgtEl>
                                        <p:attrNameLst>
                                          <p:attrName>ppt_x</p:attrName>
                                        </p:attrNameLst>
                                      </p:cBhvr>
                                      <p:tavLst>
                                        <p:tav tm="0">
                                          <p:val>
                                            <p:strVal val="#ppt_x"/>
                                          </p:val>
                                        </p:tav>
                                        <p:tav tm="100000">
                                          <p:val>
                                            <p:strVal val="#ppt_x"/>
                                          </p:val>
                                        </p:tav>
                                      </p:tavLst>
                                    </p:anim>
                                    <p:anim calcmode="lin" valueType="num">
                                      <p:cBhvr additive="base">
                                        <p:cTn id="13" dur="500" fill="hold"/>
                                        <p:tgtEl>
                                          <p:spTgt spid="1148"/>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barn(inVertical)">
                                      <p:cBhvr>
                                        <p:cTn id="1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8" grpId="0"/>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45">
          <a:extLst>
            <a:ext uri="{FF2B5EF4-FFF2-40B4-BE49-F238E27FC236}">
              <a16:creationId xmlns:a16="http://schemas.microsoft.com/office/drawing/2014/main" id="{92E644C0-E9C0-4A00-DC42-DE4F5A46A4AF}"/>
            </a:ext>
          </a:extLst>
        </p:cNvPr>
        <p:cNvGrpSpPr/>
        <p:nvPr/>
      </p:nvGrpSpPr>
      <p:grpSpPr>
        <a:xfrm>
          <a:off x="0" y="0"/>
          <a:ext cx="0" cy="0"/>
          <a:chOff x="0" y="0"/>
          <a:chExt cx="0" cy="0"/>
        </a:xfrm>
      </p:grpSpPr>
      <p:sp>
        <p:nvSpPr>
          <p:cNvPr id="1046" name="Google Shape;1046;p33">
            <a:extLst>
              <a:ext uri="{FF2B5EF4-FFF2-40B4-BE49-F238E27FC236}">
                <a16:creationId xmlns:a16="http://schemas.microsoft.com/office/drawing/2014/main" id="{C5CBB69D-D432-9B70-58F1-628A427D3A17}"/>
              </a:ext>
            </a:extLst>
          </p:cNvPr>
          <p:cNvSpPr txBox="1">
            <a:spLocks noGrp="1"/>
          </p:cNvSpPr>
          <p:nvPr>
            <p:ph type="title"/>
          </p:nvPr>
        </p:nvSpPr>
        <p:spPr>
          <a:xfrm>
            <a:off x="720000" y="124262"/>
            <a:ext cx="7704000" cy="683700"/>
          </a:xfrm>
          <a:prstGeom prst="rect">
            <a:avLst/>
          </a:prstGeom>
        </p:spPr>
        <p:txBody>
          <a:bodyPr spcFirstLastPara="1" wrap="square" lIns="91425" tIns="91425" rIns="91425" bIns="91425" anchor="t" anchorCtr="0">
            <a:noAutofit/>
          </a:bodyPr>
          <a:lstStyle/>
          <a:p>
            <a:pPr lvl="0"/>
            <a:r>
              <a:rPr lang="en-US" dirty="0"/>
              <a:t>KPIs Categories</a:t>
            </a:r>
            <a:endParaRPr dirty="0"/>
          </a:p>
        </p:txBody>
      </p:sp>
      <p:sp>
        <p:nvSpPr>
          <p:cNvPr id="1050" name="Google Shape;1050;p33">
            <a:extLst>
              <a:ext uri="{FF2B5EF4-FFF2-40B4-BE49-F238E27FC236}">
                <a16:creationId xmlns:a16="http://schemas.microsoft.com/office/drawing/2014/main" id="{0CA957FC-DB8F-F523-1E45-C2E43AFED99D}"/>
              </a:ext>
            </a:extLst>
          </p:cNvPr>
          <p:cNvSpPr txBox="1">
            <a:spLocks noGrp="1"/>
          </p:cNvSpPr>
          <p:nvPr>
            <p:ph type="subTitle" idx="4"/>
          </p:nvPr>
        </p:nvSpPr>
        <p:spPr>
          <a:xfrm>
            <a:off x="720000" y="859900"/>
            <a:ext cx="3019086" cy="447600"/>
          </a:xfrm>
          <a:prstGeom prst="rect">
            <a:avLst/>
          </a:prstGeom>
          <a:solidFill>
            <a:schemeClr val="accent4"/>
          </a:solidFill>
          <a:ln>
            <a:solidFill>
              <a:schemeClr val="accent4"/>
            </a:solidFill>
          </a:ln>
        </p:spPr>
        <p:txBody>
          <a:bodyPr spcFirstLastPara="1" wrap="square" lIns="91425" tIns="91425" rIns="91425" bIns="91425" anchor="b" anchorCtr="0">
            <a:noAutofit/>
          </a:bodyPr>
          <a:lstStyle/>
          <a:p>
            <a:pPr marL="0" lvl="0" indent="0"/>
            <a:r>
              <a:rPr lang="en-US" sz="2000" dirty="0">
                <a:solidFill>
                  <a:schemeClr val="bg1"/>
                </a:solidFill>
              </a:rPr>
              <a:t>Sales &amp; Revenue:</a:t>
            </a:r>
          </a:p>
        </p:txBody>
      </p:sp>
      <p:sp>
        <p:nvSpPr>
          <p:cNvPr id="1051" name="Google Shape;1051;p33">
            <a:extLst>
              <a:ext uri="{FF2B5EF4-FFF2-40B4-BE49-F238E27FC236}">
                <a16:creationId xmlns:a16="http://schemas.microsoft.com/office/drawing/2014/main" id="{BE3A7C6F-7F20-4CCE-20A6-157319BAD04D}"/>
              </a:ext>
            </a:extLst>
          </p:cNvPr>
          <p:cNvSpPr txBox="1">
            <a:spLocks noGrp="1"/>
          </p:cNvSpPr>
          <p:nvPr>
            <p:ph type="subTitle" idx="5"/>
          </p:nvPr>
        </p:nvSpPr>
        <p:spPr>
          <a:xfrm>
            <a:off x="5178637" y="859900"/>
            <a:ext cx="3261853" cy="447600"/>
          </a:xfrm>
          <a:prstGeom prst="rect">
            <a:avLst/>
          </a:prstGeom>
          <a:solidFill>
            <a:schemeClr val="accent4"/>
          </a:solidFill>
        </p:spPr>
        <p:txBody>
          <a:bodyPr spcFirstLastPara="1" wrap="square" lIns="91425" tIns="91425" rIns="91425" bIns="91425" anchor="b" anchorCtr="0">
            <a:noAutofit/>
          </a:bodyPr>
          <a:lstStyle/>
          <a:p>
            <a:pPr marL="0" lvl="0" indent="0"/>
            <a:r>
              <a:rPr lang="en-US" sz="2000" dirty="0">
                <a:solidFill>
                  <a:schemeClr val="bg1"/>
                </a:solidFill>
              </a:rPr>
              <a:t>Operational Performance</a:t>
            </a:r>
            <a:endParaRPr sz="2000" dirty="0">
              <a:solidFill>
                <a:schemeClr val="bg1"/>
              </a:solidFill>
            </a:endParaRPr>
          </a:p>
        </p:txBody>
      </p:sp>
      <p:grpSp>
        <p:nvGrpSpPr>
          <p:cNvPr id="1079" name="Google Shape;1079;p33">
            <a:extLst>
              <a:ext uri="{FF2B5EF4-FFF2-40B4-BE49-F238E27FC236}">
                <a16:creationId xmlns:a16="http://schemas.microsoft.com/office/drawing/2014/main" id="{2FDBF08A-3156-ADCA-A619-4EABD4503C5C}"/>
              </a:ext>
            </a:extLst>
          </p:cNvPr>
          <p:cNvGrpSpPr/>
          <p:nvPr/>
        </p:nvGrpSpPr>
        <p:grpSpPr>
          <a:xfrm>
            <a:off x="3739086" y="3866758"/>
            <a:ext cx="1911712" cy="683700"/>
            <a:chOff x="6506625" y="3268575"/>
            <a:chExt cx="3047179" cy="1261001"/>
          </a:xfrm>
        </p:grpSpPr>
        <p:sp>
          <p:nvSpPr>
            <p:cNvPr id="1080" name="Google Shape;1080;p33">
              <a:extLst>
                <a:ext uri="{FF2B5EF4-FFF2-40B4-BE49-F238E27FC236}">
                  <a16:creationId xmlns:a16="http://schemas.microsoft.com/office/drawing/2014/main" id="{FF6D9DD9-EC06-C256-5209-9D393AD54B8C}"/>
                </a:ext>
              </a:extLst>
            </p:cNvPr>
            <p:cNvSpPr/>
            <p:nvPr/>
          </p:nvSpPr>
          <p:spPr>
            <a:xfrm>
              <a:off x="8432597" y="3353998"/>
              <a:ext cx="710050" cy="79635"/>
            </a:xfrm>
            <a:custGeom>
              <a:avLst/>
              <a:gdLst/>
              <a:ahLst/>
              <a:cxnLst/>
              <a:rect l="l" t="t" r="r" b="b"/>
              <a:pathLst>
                <a:path w="4048" h="454" extrusionOk="0">
                  <a:moveTo>
                    <a:pt x="1" y="0"/>
                  </a:moveTo>
                  <a:lnTo>
                    <a:pt x="1" y="453"/>
                  </a:lnTo>
                  <a:lnTo>
                    <a:pt x="4048" y="453"/>
                  </a:lnTo>
                  <a:lnTo>
                    <a:pt x="404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33">
              <a:extLst>
                <a:ext uri="{FF2B5EF4-FFF2-40B4-BE49-F238E27FC236}">
                  <a16:creationId xmlns:a16="http://schemas.microsoft.com/office/drawing/2014/main" id="{513B8EC0-4D10-FEE0-46C5-1F2EDE763820}"/>
                </a:ext>
              </a:extLst>
            </p:cNvPr>
            <p:cNvSpPr/>
            <p:nvPr/>
          </p:nvSpPr>
          <p:spPr>
            <a:xfrm>
              <a:off x="6987592" y="4118070"/>
              <a:ext cx="2108574" cy="267847"/>
            </a:xfrm>
            <a:custGeom>
              <a:avLst/>
              <a:gdLst/>
              <a:ahLst/>
              <a:cxnLst/>
              <a:rect l="l" t="t" r="r" b="b"/>
              <a:pathLst>
                <a:path w="12021" h="1527" extrusionOk="0">
                  <a:moveTo>
                    <a:pt x="1" y="1"/>
                  </a:moveTo>
                  <a:lnTo>
                    <a:pt x="1" y="1527"/>
                  </a:lnTo>
                  <a:lnTo>
                    <a:pt x="12020" y="1527"/>
                  </a:lnTo>
                  <a:lnTo>
                    <a:pt x="120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33">
              <a:extLst>
                <a:ext uri="{FF2B5EF4-FFF2-40B4-BE49-F238E27FC236}">
                  <a16:creationId xmlns:a16="http://schemas.microsoft.com/office/drawing/2014/main" id="{5825AB15-123E-B970-193A-960FC5C4FEF9}"/>
                </a:ext>
              </a:extLst>
            </p:cNvPr>
            <p:cNvSpPr/>
            <p:nvPr/>
          </p:nvSpPr>
          <p:spPr>
            <a:xfrm>
              <a:off x="6840250" y="3408199"/>
              <a:ext cx="2395540" cy="667426"/>
            </a:xfrm>
            <a:custGeom>
              <a:avLst/>
              <a:gdLst/>
              <a:ahLst/>
              <a:cxnLst/>
              <a:rect l="l" t="t" r="r" b="b"/>
              <a:pathLst>
                <a:path w="13657" h="3805" extrusionOk="0">
                  <a:moveTo>
                    <a:pt x="2566" y="1"/>
                  </a:moveTo>
                  <a:lnTo>
                    <a:pt x="34" y="2522"/>
                  </a:lnTo>
                  <a:lnTo>
                    <a:pt x="0" y="3804"/>
                  </a:lnTo>
                  <a:lnTo>
                    <a:pt x="13656" y="3804"/>
                  </a:lnTo>
                  <a:lnTo>
                    <a:pt x="136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33">
              <a:extLst>
                <a:ext uri="{FF2B5EF4-FFF2-40B4-BE49-F238E27FC236}">
                  <a16:creationId xmlns:a16="http://schemas.microsoft.com/office/drawing/2014/main" id="{242EE81A-BE33-0216-EB3A-EC50552BB4DA}"/>
                </a:ext>
              </a:extLst>
            </p:cNvPr>
            <p:cNvSpPr/>
            <p:nvPr/>
          </p:nvSpPr>
          <p:spPr>
            <a:xfrm>
              <a:off x="6995310" y="3365575"/>
              <a:ext cx="399754" cy="91387"/>
            </a:xfrm>
            <a:custGeom>
              <a:avLst/>
              <a:gdLst/>
              <a:ahLst/>
              <a:cxnLst/>
              <a:rect l="l" t="t" r="r" b="b"/>
              <a:pathLst>
                <a:path w="2279" h="521" extrusionOk="0">
                  <a:moveTo>
                    <a:pt x="1" y="0"/>
                  </a:moveTo>
                  <a:lnTo>
                    <a:pt x="1" y="520"/>
                  </a:lnTo>
                  <a:lnTo>
                    <a:pt x="2279" y="520"/>
                  </a:lnTo>
                  <a:lnTo>
                    <a:pt x="227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33">
              <a:extLst>
                <a:ext uri="{FF2B5EF4-FFF2-40B4-BE49-F238E27FC236}">
                  <a16:creationId xmlns:a16="http://schemas.microsoft.com/office/drawing/2014/main" id="{CE680BFC-66A8-2723-B20B-64E3D97D78D5}"/>
                </a:ext>
              </a:extLst>
            </p:cNvPr>
            <p:cNvSpPr/>
            <p:nvPr/>
          </p:nvSpPr>
          <p:spPr>
            <a:xfrm>
              <a:off x="8203690" y="3365575"/>
              <a:ext cx="219435" cy="91387"/>
            </a:xfrm>
            <a:custGeom>
              <a:avLst/>
              <a:gdLst/>
              <a:ahLst/>
              <a:cxnLst/>
              <a:rect l="l" t="t" r="r" b="b"/>
              <a:pathLst>
                <a:path w="1251" h="521" extrusionOk="0">
                  <a:moveTo>
                    <a:pt x="1" y="0"/>
                  </a:moveTo>
                  <a:lnTo>
                    <a:pt x="1" y="520"/>
                  </a:lnTo>
                  <a:lnTo>
                    <a:pt x="1250" y="520"/>
                  </a:lnTo>
                  <a:lnTo>
                    <a:pt x="12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33">
              <a:extLst>
                <a:ext uri="{FF2B5EF4-FFF2-40B4-BE49-F238E27FC236}">
                  <a16:creationId xmlns:a16="http://schemas.microsoft.com/office/drawing/2014/main" id="{3313BD94-52C4-2FE6-169F-3D6DF9DDD045}"/>
                </a:ext>
              </a:extLst>
            </p:cNvPr>
            <p:cNvSpPr/>
            <p:nvPr/>
          </p:nvSpPr>
          <p:spPr>
            <a:xfrm>
              <a:off x="7697465" y="3365575"/>
              <a:ext cx="217505" cy="91387"/>
            </a:xfrm>
            <a:custGeom>
              <a:avLst/>
              <a:gdLst/>
              <a:ahLst/>
              <a:cxnLst/>
              <a:rect l="l" t="t" r="r" b="b"/>
              <a:pathLst>
                <a:path w="1240" h="521" extrusionOk="0">
                  <a:moveTo>
                    <a:pt x="1" y="0"/>
                  </a:moveTo>
                  <a:lnTo>
                    <a:pt x="1" y="520"/>
                  </a:lnTo>
                  <a:lnTo>
                    <a:pt x="1239" y="520"/>
                  </a:lnTo>
                  <a:lnTo>
                    <a:pt x="123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33">
              <a:extLst>
                <a:ext uri="{FF2B5EF4-FFF2-40B4-BE49-F238E27FC236}">
                  <a16:creationId xmlns:a16="http://schemas.microsoft.com/office/drawing/2014/main" id="{FAE13ACB-391B-7F9C-0F72-7BFE703DCF6D}"/>
                </a:ext>
              </a:extLst>
            </p:cNvPr>
            <p:cNvSpPr/>
            <p:nvPr/>
          </p:nvSpPr>
          <p:spPr>
            <a:xfrm>
              <a:off x="8607127" y="3268575"/>
              <a:ext cx="710050" cy="213471"/>
            </a:xfrm>
            <a:custGeom>
              <a:avLst/>
              <a:gdLst/>
              <a:ahLst/>
              <a:cxnLst/>
              <a:rect l="l" t="t" r="r" b="b"/>
              <a:pathLst>
                <a:path w="4048" h="1217" extrusionOk="0">
                  <a:moveTo>
                    <a:pt x="1" y="1"/>
                  </a:moveTo>
                  <a:lnTo>
                    <a:pt x="1" y="1217"/>
                  </a:lnTo>
                  <a:lnTo>
                    <a:pt x="4048" y="1217"/>
                  </a:lnTo>
                  <a:lnTo>
                    <a:pt x="404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33">
              <a:extLst>
                <a:ext uri="{FF2B5EF4-FFF2-40B4-BE49-F238E27FC236}">
                  <a16:creationId xmlns:a16="http://schemas.microsoft.com/office/drawing/2014/main" id="{3843D458-2CE3-D5AA-6FE1-E9BFD3E420C8}"/>
                </a:ext>
              </a:extLst>
            </p:cNvPr>
            <p:cNvSpPr/>
            <p:nvPr/>
          </p:nvSpPr>
          <p:spPr>
            <a:xfrm>
              <a:off x="6506625" y="3823212"/>
              <a:ext cx="37011" cy="267847"/>
            </a:xfrm>
            <a:custGeom>
              <a:avLst/>
              <a:gdLst/>
              <a:ahLst/>
              <a:cxnLst/>
              <a:rect l="l" t="t" r="r" b="b"/>
              <a:pathLst>
                <a:path w="211" h="1527" extrusionOk="0">
                  <a:moveTo>
                    <a:pt x="0" y="1"/>
                  </a:moveTo>
                  <a:lnTo>
                    <a:pt x="0" y="1527"/>
                  </a:lnTo>
                  <a:lnTo>
                    <a:pt x="211" y="1527"/>
                  </a:lnTo>
                  <a:lnTo>
                    <a:pt x="2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33">
              <a:extLst>
                <a:ext uri="{FF2B5EF4-FFF2-40B4-BE49-F238E27FC236}">
                  <a16:creationId xmlns:a16="http://schemas.microsoft.com/office/drawing/2014/main" id="{44298EF0-A832-64BF-40A5-7F159793DEE0}"/>
                </a:ext>
              </a:extLst>
            </p:cNvPr>
            <p:cNvSpPr/>
            <p:nvPr/>
          </p:nvSpPr>
          <p:spPr>
            <a:xfrm>
              <a:off x="9518719" y="3823212"/>
              <a:ext cx="35082" cy="267847"/>
            </a:xfrm>
            <a:custGeom>
              <a:avLst/>
              <a:gdLst/>
              <a:ahLst/>
              <a:cxnLst/>
              <a:rect l="l" t="t" r="r" b="b"/>
              <a:pathLst>
                <a:path w="200" h="1527" extrusionOk="0">
                  <a:moveTo>
                    <a:pt x="1" y="1"/>
                  </a:moveTo>
                  <a:lnTo>
                    <a:pt x="1" y="1527"/>
                  </a:lnTo>
                  <a:lnTo>
                    <a:pt x="200" y="1527"/>
                  </a:lnTo>
                  <a:lnTo>
                    <a:pt x="20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33">
              <a:extLst>
                <a:ext uri="{FF2B5EF4-FFF2-40B4-BE49-F238E27FC236}">
                  <a16:creationId xmlns:a16="http://schemas.microsoft.com/office/drawing/2014/main" id="{DF95B82B-3585-36D0-C21D-03C42432249B}"/>
                </a:ext>
              </a:extLst>
            </p:cNvPr>
            <p:cNvSpPr/>
            <p:nvPr/>
          </p:nvSpPr>
          <p:spPr>
            <a:xfrm>
              <a:off x="8360855" y="3848470"/>
              <a:ext cx="754603" cy="194176"/>
            </a:xfrm>
            <a:custGeom>
              <a:avLst/>
              <a:gdLst/>
              <a:ahLst/>
              <a:cxnLst/>
              <a:rect l="l" t="t" r="r" b="b"/>
              <a:pathLst>
                <a:path w="4302" h="1107" extrusionOk="0">
                  <a:moveTo>
                    <a:pt x="1" y="1"/>
                  </a:moveTo>
                  <a:lnTo>
                    <a:pt x="1" y="1106"/>
                  </a:lnTo>
                  <a:lnTo>
                    <a:pt x="4302" y="1106"/>
                  </a:lnTo>
                  <a:lnTo>
                    <a:pt x="430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33">
              <a:extLst>
                <a:ext uri="{FF2B5EF4-FFF2-40B4-BE49-F238E27FC236}">
                  <a16:creationId xmlns:a16="http://schemas.microsoft.com/office/drawing/2014/main" id="{B82437D5-433C-5844-E74B-6A98E35BB6E1}"/>
                </a:ext>
              </a:extLst>
            </p:cNvPr>
            <p:cNvSpPr/>
            <p:nvPr/>
          </p:nvSpPr>
          <p:spPr>
            <a:xfrm>
              <a:off x="7602570" y="3848470"/>
              <a:ext cx="723556" cy="194176"/>
            </a:xfrm>
            <a:custGeom>
              <a:avLst/>
              <a:gdLst/>
              <a:ahLst/>
              <a:cxnLst/>
              <a:rect l="l" t="t" r="r" b="b"/>
              <a:pathLst>
                <a:path w="4125" h="1107" extrusionOk="0">
                  <a:moveTo>
                    <a:pt x="0" y="1"/>
                  </a:moveTo>
                  <a:lnTo>
                    <a:pt x="0" y="1106"/>
                  </a:lnTo>
                  <a:lnTo>
                    <a:pt x="4124" y="1106"/>
                  </a:lnTo>
                  <a:lnTo>
                    <a:pt x="412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33">
              <a:extLst>
                <a:ext uri="{FF2B5EF4-FFF2-40B4-BE49-F238E27FC236}">
                  <a16:creationId xmlns:a16="http://schemas.microsoft.com/office/drawing/2014/main" id="{F9029902-A799-456E-6F58-087A5C5CC891}"/>
                </a:ext>
              </a:extLst>
            </p:cNvPr>
            <p:cNvSpPr/>
            <p:nvPr/>
          </p:nvSpPr>
          <p:spPr>
            <a:xfrm>
              <a:off x="6840250" y="3408199"/>
              <a:ext cx="2395540" cy="634449"/>
            </a:xfrm>
            <a:custGeom>
              <a:avLst/>
              <a:gdLst/>
              <a:ahLst/>
              <a:cxnLst/>
              <a:rect l="l" t="t" r="r" b="b"/>
              <a:pathLst>
                <a:path w="13657" h="3617" extrusionOk="0">
                  <a:moveTo>
                    <a:pt x="686" y="1"/>
                  </a:moveTo>
                  <a:cubicBezTo>
                    <a:pt x="310" y="1"/>
                    <a:pt x="0" y="299"/>
                    <a:pt x="0" y="686"/>
                  </a:cubicBezTo>
                  <a:lnTo>
                    <a:pt x="0" y="3616"/>
                  </a:lnTo>
                  <a:lnTo>
                    <a:pt x="4136" y="3616"/>
                  </a:lnTo>
                  <a:lnTo>
                    <a:pt x="4136" y="2312"/>
                  </a:lnTo>
                  <a:lnTo>
                    <a:pt x="13170" y="2312"/>
                  </a:lnTo>
                  <a:lnTo>
                    <a:pt x="13170" y="3616"/>
                  </a:lnTo>
                  <a:lnTo>
                    <a:pt x="13656" y="3616"/>
                  </a:lnTo>
                  <a:lnTo>
                    <a:pt x="13656" y="642"/>
                  </a:lnTo>
                  <a:lnTo>
                    <a:pt x="9897" y="642"/>
                  </a:lnTo>
                  <a:lnTo>
                    <a:pt x="989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33">
              <a:extLst>
                <a:ext uri="{FF2B5EF4-FFF2-40B4-BE49-F238E27FC236}">
                  <a16:creationId xmlns:a16="http://schemas.microsoft.com/office/drawing/2014/main" id="{6E33789B-BC86-36F4-8B00-7CE0DEB778D3}"/>
                </a:ext>
              </a:extLst>
            </p:cNvPr>
            <p:cNvSpPr/>
            <p:nvPr/>
          </p:nvSpPr>
          <p:spPr>
            <a:xfrm>
              <a:off x="8574150" y="3520635"/>
              <a:ext cx="661637" cy="27364"/>
            </a:xfrm>
            <a:custGeom>
              <a:avLst/>
              <a:gdLst/>
              <a:ahLst/>
              <a:cxnLst/>
              <a:rect l="l" t="t" r="r" b="b"/>
              <a:pathLst>
                <a:path w="3772" h="156" extrusionOk="0">
                  <a:moveTo>
                    <a:pt x="1" y="1"/>
                  </a:moveTo>
                  <a:lnTo>
                    <a:pt x="1" y="156"/>
                  </a:lnTo>
                  <a:lnTo>
                    <a:pt x="3771" y="156"/>
                  </a:lnTo>
                  <a:lnTo>
                    <a:pt x="377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33">
              <a:extLst>
                <a:ext uri="{FF2B5EF4-FFF2-40B4-BE49-F238E27FC236}">
                  <a16:creationId xmlns:a16="http://schemas.microsoft.com/office/drawing/2014/main" id="{BFCB6E93-6CF3-3572-B016-615094D1265F}"/>
                </a:ext>
              </a:extLst>
            </p:cNvPr>
            <p:cNvSpPr/>
            <p:nvPr/>
          </p:nvSpPr>
          <p:spPr>
            <a:xfrm>
              <a:off x="6840250" y="3408199"/>
              <a:ext cx="1736008" cy="145588"/>
            </a:xfrm>
            <a:custGeom>
              <a:avLst/>
              <a:gdLst/>
              <a:ahLst/>
              <a:cxnLst/>
              <a:rect l="l" t="t" r="r" b="b"/>
              <a:pathLst>
                <a:path w="9897" h="830" extrusionOk="0">
                  <a:moveTo>
                    <a:pt x="686" y="1"/>
                  </a:moveTo>
                  <a:cubicBezTo>
                    <a:pt x="310" y="1"/>
                    <a:pt x="0" y="299"/>
                    <a:pt x="0" y="686"/>
                  </a:cubicBezTo>
                  <a:lnTo>
                    <a:pt x="0" y="830"/>
                  </a:lnTo>
                  <a:cubicBezTo>
                    <a:pt x="0" y="609"/>
                    <a:pt x="310" y="432"/>
                    <a:pt x="686" y="432"/>
                  </a:cubicBezTo>
                  <a:lnTo>
                    <a:pt x="9897" y="432"/>
                  </a:lnTo>
                  <a:lnTo>
                    <a:pt x="98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33">
              <a:extLst>
                <a:ext uri="{FF2B5EF4-FFF2-40B4-BE49-F238E27FC236}">
                  <a16:creationId xmlns:a16="http://schemas.microsoft.com/office/drawing/2014/main" id="{30B27D30-3FF2-7778-3BF9-ADAEC10C6483}"/>
                </a:ext>
              </a:extLst>
            </p:cNvPr>
            <p:cNvSpPr/>
            <p:nvPr/>
          </p:nvSpPr>
          <p:spPr>
            <a:xfrm>
              <a:off x="6995310" y="3573081"/>
              <a:ext cx="539378" cy="308542"/>
            </a:xfrm>
            <a:custGeom>
              <a:avLst/>
              <a:gdLst/>
              <a:ahLst/>
              <a:cxnLst/>
              <a:rect l="l" t="t" r="r" b="b"/>
              <a:pathLst>
                <a:path w="3075" h="1759" extrusionOk="0">
                  <a:moveTo>
                    <a:pt x="1" y="1"/>
                  </a:moveTo>
                  <a:lnTo>
                    <a:pt x="1" y="1759"/>
                  </a:lnTo>
                  <a:lnTo>
                    <a:pt x="3075" y="1759"/>
                  </a:lnTo>
                  <a:lnTo>
                    <a:pt x="307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33">
              <a:extLst>
                <a:ext uri="{FF2B5EF4-FFF2-40B4-BE49-F238E27FC236}">
                  <a16:creationId xmlns:a16="http://schemas.microsoft.com/office/drawing/2014/main" id="{783D205D-74E3-D6F2-AF66-83BD677D26B3}"/>
                </a:ext>
              </a:extLst>
            </p:cNvPr>
            <p:cNvSpPr/>
            <p:nvPr/>
          </p:nvSpPr>
          <p:spPr>
            <a:xfrm>
              <a:off x="7140898" y="3557646"/>
              <a:ext cx="54376" cy="339589"/>
            </a:xfrm>
            <a:custGeom>
              <a:avLst/>
              <a:gdLst/>
              <a:ahLst/>
              <a:cxnLst/>
              <a:rect l="l" t="t" r="r" b="b"/>
              <a:pathLst>
                <a:path w="310" h="1936" extrusionOk="0">
                  <a:moveTo>
                    <a:pt x="0" y="0"/>
                  </a:moveTo>
                  <a:lnTo>
                    <a:pt x="0" y="1935"/>
                  </a:lnTo>
                  <a:lnTo>
                    <a:pt x="310" y="1935"/>
                  </a:lnTo>
                  <a:lnTo>
                    <a:pt x="3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33">
              <a:extLst>
                <a:ext uri="{FF2B5EF4-FFF2-40B4-BE49-F238E27FC236}">
                  <a16:creationId xmlns:a16="http://schemas.microsoft.com/office/drawing/2014/main" id="{6AF4DB48-517C-9C7D-6CC1-FB9DB5E3B41E}"/>
                </a:ext>
              </a:extLst>
            </p:cNvPr>
            <p:cNvSpPr/>
            <p:nvPr/>
          </p:nvSpPr>
          <p:spPr>
            <a:xfrm>
              <a:off x="7061263" y="3557646"/>
              <a:ext cx="54552" cy="339589"/>
            </a:xfrm>
            <a:custGeom>
              <a:avLst/>
              <a:gdLst/>
              <a:ahLst/>
              <a:cxnLst/>
              <a:rect l="l" t="t" r="r" b="b"/>
              <a:pathLst>
                <a:path w="311" h="1936" extrusionOk="0">
                  <a:moveTo>
                    <a:pt x="1" y="0"/>
                  </a:moveTo>
                  <a:lnTo>
                    <a:pt x="1" y="1935"/>
                  </a:lnTo>
                  <a:lnTo>
                    <a:pt x="311" y="1935"/>
                  </a:lnTo>
                  <a:lnTo>
                    <a:pt x="31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33">
              <a:extLst>
                <a:ext uri="{FF2B5EF4-FFF2-40B4-BE49-F238E27FC236}">
                  <a16:creationId xmlns:a16="http://schemas.microsoft.com/office/drawing/2014/main" id="{87D3D0B4-0A08-B4EF-D803-846192020FED}"/>
                </a:ext>
              </a:extLst>
            </p:cNvPr>
            <p:cNvSpPr/>
            <p:nvPr/>
          </p:nvSpPr>
          <p:spPr>
            <a:xfrm>
              <a:off x="7220357" y="3557646"/>
              <a:ext cx="52622" cy="339589"/>
            </a:xfrm>
            <a:custGeom>
              <a:avLst/>
              <a:gdLst/>
              <a:ahLst/>
              <a:cxnLst/>
              <a:rect l="l" t="t" r="r" b="b"/>
              <a:pathLst>
                <a:path w="300" h="1936" extrusionOk="0">
                  <a:moveTo>
                    <a:pt x="1" y="0"/>
                  </a:moveTo>
                  <a:lnTo>
                    <a:pt x="1" y="1935"/>
                  </a:lnTo>
                  <a:lnTo>
                    <a:pt x="299" y="1935"/>
                  </a:lnTo>
                  <a:lnTo>
                    <a:pt x="29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33">
              <a:extLst>
                <a:ext uri="{FF2B5EF4-FFF2-40B4-BE49-F238E27FC236}">
                  <a16:creationId xmlns:a16="http://schemas.microsoft.com/office/drawing/2014/main" id="{7DD146FA-8895-2BBF-83D9-96B4B5C364C9}"/>
                </a:ext>
              </a:extLst>
            </p:cNvPr>
            <p:cNvSpPr/>
            <p:nvPr/>
          </p:nvSpPr>
          <p:spPr>
            <a:xfrm>
              <a:off x="7297887" y="3557646"/>
              <a:ext cx="54552" cy="339589"/>
            </a:xfrm>
            <a:custGeom>
              <a:avLst/>
              <a:gdLst/>
              <a:ahLst/>
              <a:cxnLst/>
              <a:rect l="l" t="t" r="r" b="b"/>
              <a:pathLst>
                <a:path w="311" h="1936" extrusionOk="0">
                  <a:moveTo>
                    <a:pt x="1" y="0"/>
                  </a:moveTo>
                  <a:lnTo>
                    <a:pt x="1" y="1935"/>
                  </a:lnTo>
                  <a:lnTo>
                    <a:pt x="311" y="1935"/>
                  </a:lnTo>
                  <a:lnTo>
                    <a:pt x="31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33">
              <a:extLst>
                <a:ext uri="{FF2B5EF4-FFF2-40B4-BE49-F238E27FC236}">
                  <a16:creationId xmlns:a16="http://schemas.microsoft.com/office/drawing/2014/main" id="{484BC741-5F6F-67F8-88D7-49C1979A6722}"/>
                </a:ext>
              </a:extLst>
            </p:cNvPr>
            <p:cNvSpPr/>
            <p:nvPr/>
          </p:nvSpPr>
          <p:spPr>
            <a:xfrm>
              <a:off x="7377522" y="3557646"/>
              <a:ext cx="54376" cy="339589"/>
            </a:xfrm>
            <a:custGeom>
              <a:avLst/>
              <a:gdLst/>
              <a:ahLst/>
              <a:cxnLst/>
              <a:rect l="l" t="t" r="r" b="b"/>
              <a:pathLst>
                <a:path w="310" h="1936" extrusionOk="0">
                  <a:moveTo>
                    <a:pt x="0" y="0"/>
                  </a:moveTo>
                  <a:lnTo>
                    <a:pt x="0" y="1935"/>
                  </a:lnTo>
                  <a:lnTo>
                    <a:pt x="310" y="1935"/>
                  </a:lnTo>
                  <a:lnTo>
                    <a:pt x="3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33">
              <a:extLst>
                <a:ext uri="{FF2B5EF4-FFF2-40B4-BE49-F238E27FC236}">
                  <a16:creationId xmlns:a16="http://schemas.microsoft.com/office/drawing/2014/main" id="{285391AD-797E-2805-8DD6-790626FE4569}"/>
                </a:ext>
              </a:extLst>
            </p:cNvPr>
            <p:cNvSpPr/>
            <p:nvPr/>
          </p:nvSpPr>
          <p:spPr>
            <a:xfrm>
              <a:off x="6976015" y="3557646"/>
              <a:ext cx="60340" cy="339589"/>
            </a:xfrm>
            <a:custGeom>
              <a:avLst/>
              <a:gdLst/>
              <a:ahLst/>
              <a:cxnLst/>
              <a:rect l="l" t="t" r="r" b="b"/>
              <a:pathLst>
                <a:path w="344" h="1936" extrusionOk="0">
                  <a:moveTo>
                    <a:pt x="0" y="0"/>
                  </a:moveTo>
                  <a:lnTo>
                    <a:pt x="0" y="1935"/>
                  </a:lnTo>
                  <a:lnTo>
                    <a:pt x="343" y="1935"/>
                  </a:lnTo>
                  <a:lnTo>
                    <a:pt x="34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33">
              <a:extLst>
                <a:ext uri="{FF2B5EF4-FFF2-40B4-BE49-F238E27FC236}">
                  <a16:creationId xmlns:a16="http://schemas.microsoft.com/office/drawing/2014/main" id="{829F0EFD-E6AD-8D0C-FAFD-363FF9723F32}"/>
                </a:ext>
              </a:extLst>
            </p:cNvPr>
            <p:cNvSpPr/>
            <p:nvPr/>
          </p:nvSpPr>
          <p:spPr>
            <a:xfrm>
              <a:off x="7456982" y="3557646"/>
              <a:ext cx="54552" cy="339589"/>
            </a:xfrm>
            <a:custGeom>
              <a:avLst/>
              <a:gdLst/>
              <a:ahLst/>
              <a:cxnLst/>
              <a:rect l="l" t="t" r="r" b="b"/>
              <a:pathLst>
                <a:path w="311" h="1936" extrusionOk="0">
                  <a:moveTo>
                    <a:pt x="1" y="0"/>
                  </a:moveTo>
                  <a:lnTo>
                    <a:pt x="1" y="1935"/>
                  </a:lnTo>
                  <a:lnTo>
                    <a:pt x="310" y="1935"/>
                  </a:lnTo>
                  <a:lnTo>
                    <a:pt x="3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33">
              <a:extLst>
                <a:ext uri="{FF2B5EF4-FFF2-40B4-BE49-F238E27FC236}">
                  <a16:creationId xmlns:a16="http://schemas.microsoft.com/office/drawing/2014/main" id="{43CFB874-0461-9C5B-F577-35FF64806AD6}"/>
                </a:ext>
              </a:extLst>
            </p:cNvPr>
            <p:cNvSpPr/>
            <p:nvPr/>
          </p:nvSpPr>
          <p:spPr>
            <a:xfrm>
              <a:off x="7557841" y="3456787"/>
              <a:ext cx="139800" cy="46658"/>
            </a:xfrm>
            <a:custGeom>
              <a:avLst/>
              <a:gdLst/>
              <a:ahLst/>
              <a:cxnLst/>
              <a:rect l="l" t="t" r="r" b="b"/>
              <a:pathLst>
                <a:path w="797" h="266" extrusionOk="0">
                  <a:moveTo>
                    <a:pt x="1" y="0"/>
                  </a:moveTo>
                  <a:lnTo>
                    <a:pt x="1" y="265"/>
                  </a:lnTo>
                  <a:lnTo>
                    <a:pt x="797" y="265"/>
                  </a:lnTo>
                  <a:lnTo>
                    <a:pt x="79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33">
              <a:extLst>
                <a:ext uri="{FF2B5EF4-FFF2-40B4-BE49-F238E27FC236}">
                  <a16:creationId xmlns:a16="http://schemas.microsoft.com/office/drawing/2014/main" id="{C1FC33F1-8E5B-F5F5-E587-0CEF5792DB32}"/>
                </a:ext>
              </a:extLst>
            </p:cNvPr>
            <p:cNvSpPr/>
            <p:nvPr/>
          </p:nvSpPr>
          <p:spPr>
            <a:xfrm>
              <a:off x="8632386" y="3575011"/>
              <a:ext cx="217505" cy="201894"/>
            </a:xfrm>
            <a:custGeom>
              <a:avLst/>
              <a:gdLst/>
              <a:ahLst/>
              <a:cxnLst/>
              <a:rect l="l" t="t" r="r" b="b"/>
              <a:pathLst>
                <a:path w="1240" h="1151" extrusionOk="0">
                  <a:moveTo>
                    <a:pt x="1" y="1"/>
                  </a:moveTo>
                  <a:lnTo>
                    <a:pt x="1" y="1151"/>
                  </a:lnTo>
                  <a:lnTo>
                    <a:pt x="1239" y="1151"/>
                  </a:lnTo>
                  <a:lnTo>
                    <a:pt x="123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33">
              <a:extLst>
                <a:ext uri="{FF2B5EF4-FFF2-40B4-BE49-F238E27FC236}">
                  <a16:creationId xmlns:a16="http://schemas.microsoft.com/office/drawing/2014/main" id="{77CB401F-AAE2-DE14-2E21-AD4D5AA0492E}"/>
                </a:ext>
              </a:extLst>
            </p:cNvPr>
            <p:cNvSpPr/>
            <p:nvPr/>
          </p:nvSpPr>
          <p:spPr>
            <a:xfrm>
              <a:off x="8622738" y="3565363"/>
              <a:ext cx="236800" cy="221189"/>
            </a:xfrm>
            <a:custGeom>
              <a:avLst/>
              <a:gdLst/>
              <a:ahLst/>
              <a:cxnLst/>
              <a:rect l="l" t="t" r="r" b="b"/>
              <a:pathLst>
                <a:path w="1350" h="1261" extrusionOk="0">
                  <a:moveTo>
                    <a:pt x="1239" y="111"/>
                  </a:moveTo>
                  <a:lnTo>
                    <a:pt x="1239" y="1150"/>
                  </a:lnTo>
                  <a:lnTo>
                    <a:pt x="100" y="1150"/>
                  </a:lnTo>
                  <a:lnTo>
                    <a:pt x="100" y="111"/>
                  </a:lnTo>
                  <a:close/>
                  <a:moveTo>
                    <a:pt x="0" y="0"/>
                  </a:moveTo>
                  <a:lnTo>
                    <a:pt x="0" y="1261"/>
                  </a:lnTo>
                  <a:lnTo>
                    <a:pt x="1349" y="1261"/>
                  </a:lnTo>
                  <a:lnTo>
                    <a:pt x="133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33">
              <a:extLst>
                <a:ext uri="{FF2B5EF4-FFF2-40B4-BE49-F238E27FC236}">
                  <a16:creationId xmlns:a16="http://schemas.microsoft.com/office/drawing/2014/main" id="{DD16EA62-689A-4900-4D17-3F1F5C12678F}"/>
                </a:ext>
              </a:extLst>
            </p:cNvPr>
            <p:cNvSpPr/>
            <p:nvPr/>
          </p:nvSpPr>
          <p:spPr>
            <a:xfrm>
              <a:off x="8936893" y="3575011"/>
              <a:ext cx="217505" cy="201894"/>
            </a:xfrm>
            <a:custGeom>
              <a:avLst/>
              <a:gdLst/>
              <a:ahLst/>
              <a:cxnLst/>
              <a:rect l="l" t="t" r="r" b="b"/>
              <a:pathLst>
                <a:path w="1240" h="1151" extrusionOk="0">
                  <a:moveTo>
                    <a:pt x="1" y="1"/>
                  </a:moveTo>
                  <a:lnTo>
                    <a:pt x="1" y="1151"/>
                  </a:lnTo>
                  <a:lnTo>
                    <a:pt x="1239" y="1151"/>
                  </a:lnTo>
                  <a:lnTo>
                    <a:pt x="123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33">
              <a:extLst>
                <a:ext uri="{FF2B5EF4-FFF2-40B4-BE49-F238E27FC236}">
                  <a16:creationId xmlns:a16="http://schemas.microsoft.com/office/drawing/2014/main" id="{07188790-B16A-4585-661A-1B600BB2EA47}"/>
                </a:ext>
              </a:extLst>
            </p:cNvPr>
            <p:cNvSpPr/>
            <p:nvPr/>
          </p:nvSpPr>
          <p:spPr>
            <a:xfrm>
              <a:off x="8927245" y="3565363"/>
              <a:ext cx="236800" cy="221189"/>
            </a:xfrm>
            <a:custGeom>
              <a:avLst/>
              <a:gdLst/>
              <a:ahLst/>
              <a:cxnLst/>
              <a:rect l="l" t="t" r="r" b="b"/>
              <a:pathLst>
                <a:path w="1350" h="1261" extrusionOk="0">
                  <a:moveTo>
                    <a:pt x="1239" y="111"/>
                  </a:moveTo>
                  <a:lnTo>
                    <a:pt x="1239" y="1150"/>
                  </a:lnTo>
                  <a:lnTo>
                    <a:pt x="100" y="1150"/>
                  </a:lnTo>
                  <a:lnTo>
                    <a:pt x="100" y="111"/>
                  </a:lnTo>
                  <a:close/>
                  <a:moveTo>
                    <a:pt x="0" y="0"/>
                  </a:moveTo>
                  <a:lnTo>
                    <a:pt x="0" y="1261"/>
                  </a:lnTo>
                  <a:lnTo>
                    <a:pt x="1349" y="1261"/>
                  </a:lnTo>
                  <a:lnTo>
                    <a:pt x="134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33">
              <a:extLst>
                <a:ext uri="{FF2B5EF4-FFF2-40B4-BE49-F238E27FC236}">
                  <a16:creationId xmlns:a16="http://schemas.microsoft.com/office/drawing/2014/main" id="{EFC916A3-DF02-BC5E-9D28-A3EEE43095C8}"/>
                </a:ext>
              </a:extLst>
            </p:cNvPr>
            <p:cNvSpPr/>
            <p:nvPr/>
          </p:nvSpPr>
          <p:spPr>
            <a:xfrm>
              <a:off x="7876030" y="4176306"/>
              <a:ext cx="329766" cy="155411"/>
            </a:xfrm>
            <a:custGeom>
              <a:avLst/>
              <a:gdLst/>
              <a:ahLst/>
              <a:cxnLst/>
              <a:rect l="l" t="t" r="r" b="b"/>
              <a:pathLst>
                <a:path w="1880" h="886" extrusionOk="0">
                  <a:moveTo>
                    <a:pt x="0" y="0"/>
                  </a:moveTo>
                  <a:lnTo>
                    <a:pt x="0" y="885"/>
                  </a:lnTo>
                  <a:lnTo>
                    <a:pt x="1880" y="885"/>
                  </a:lnTo>
                  <a:lnTo>
                    <a:pt x="188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33">
              <a:extLst>
                <a:ext uri="{FF2B5EF4-FFF2-40B4-BE49-F238E27FC236}">
                  <a16:creationId xmlns:a16="http://schemas.microsoft.com/office/drawing/2014/main" id="{338AFFEC-C9B9-5EAD-FB44-C86F5BA49622}"/>
                </a:ext>
              </a:extLst>
            </p:cNvPr>
            <p:cNvSpPr/>
            <p:nvPr/>
          </p:nvSpPr>
          <p:spPr>
            <a:xfrm>
              <a:off x="7876030" y="4364517"/>
              <a:ext cx="329766" cy="77706"/>
            </a:xfrm>
            <a:custGeom>
              <a:avLst/>
              <a:gdLst/>
              <a:ahLst/>
              <a:cxnLst/>
              <a:rect l="l" t="t" r="r" b="b"/>
              <a:pathLst>
                <a:path w="1880" h="443" extrusionOk="0">
                  <a:moveTo>
                    <a:pt x="0" y="0"/>
                  </a:moveTo>
                  <a:lnTo>
                    <a:pt x="0" y="442"/>
                  </a:lnTo>
                  <a:lnTo>
                    <a:pt x="1880" y="442"/>
                  </a:lnTo>
                  <a:lnTo>
                    <a:pt x="188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33">
              <a:extLst>
                <a:ext uri="{FF2B5EF4-FFF2-40B4-BE49-F238E27FC236}">
                  <a16:creationId xmlns:a16="http://schemas.microsoft.com/office/drawing/2014/main" id="{EB2B5945-3435-590C-2377-6DD7C4A090DF}"/>
                </a:ext>
              </a:extLst>
            </p:cNvPr>
            <p:cNvSpPr/>
            <p:nvPr/>
          </p:nvSpPr>
          <p:spPr>
            <a:xfrm>
              <a:off x="7305780" y="4187882"/>
              <a:ext cx="147518" cy="38940"/>
            </a:xfrm>
            <a:custGeom>
              <a:avLst/>
              <a:gdLst/>
              <a:ahLst/>
              <a:cxnLst/>
              <a:rect l="l" t="t" r="r" b="b"/>
              <a:pathLst>
                <a:path w="841" h="222" extrusionOk="0">
                  <a:moveTo>
                    <a:pt x="111" y="1"/>
                  </a:moveTo>
                  <a:cubicBezTo>
                    <a:pt x="55" y="1"/>
                    <a:pt x="0" y="45"/>
                    <a:pt x="0" y="111"/>
                  </a:cubicBezTo>
                  <a:lnTo>
                    <a:pt x="11" y="111"/>
                  </a:lnTo>
                  <a:cubicBezTo>
                    <a:pt x="11" y="167"/>
                    <a:pt x="55" y="222"/>
                    <a:pt x="122" y="222"/>
                  </a:cubicBezTo>
                  <a:lnTo>
                    <a:pt x="730" y="222"/>
                  </a:lnTo>
                  <a:cubicBezTo>
                    <a:pt x="785" y="222"/>
                    <a:pt x="841" y="167"/>
                    <a:pt x="841" y="111"/>
                  </a:cubicBezTo>
                  <a:cubicBezTo>
                    <a:pt x="841" y="56"/>
                    <a:pt x="785" y="1"/>
                    <a:pt x="73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33">
              <a:extLst>
                <a:ext uri="{FF2B5EF4-FFF2-40B4-BE49-F238E27FC236}">
                  <a16:creationId xmlns:a16="http://schemas.microsoft.com/office/drawing/2014/main" id="{1A4E06CE-F7E9-52D5-9175-F2DE4DE969D0}"/>
                </a:ext>
              </a:extLst>
            </p:cNvPr>
            <p:cNvSpPr/>
            <p:nvPr/>
          </p:nvSpPr>
          <p:spPr>
            <a:xfrm>
              <a:off x="7212639" y="4176306"/>
              <a:ext cx="79635" cy="58411"/>
            </a:xfrm>
            <a:custGeom>
              <a:avLst/>
              <a:gdLst/>
              <a:ahLst/>
              <a:cxnLst/>
              <a:rect l="l" t="t" r="r" b="b"/>
              <a:pathLst>
                <a:path w="454" h="333" extrusionOk="0">
                  <a:moveTo>
                    <a:pt x="0" y="0"/>
                  </a:moveTo>
                  <a:lnTo>
                    <a:pt x="0" y="332"/>
                  </a:lnTo>
                  <a:lnTo>
                    <a:pt x="454" y="332"/>
                  </a:lnTo>
                  <a:lnTo>
                    <a:pt x="45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33">
              <a:extLst>
                <a:ext uri="{FF2B5EF4-FFF2-40B4-BE49-F238E27FC236}">
                  <a16:creationId xmlns:a16="http://schemas.microsoft.com/office/drawing/2014/main" id="{D65787B5-2EBA-7EC5-5DA2-2F60918198DE}"/>
                </a:ext>
              </a:extLst>
            </p:cNvPr>
            <p:cNvSpPr/>
            <p:nvPr/>
          </p:nvSpPr>
          <p:spPr>
            <a:xfrm>
              <a:off x="7524864" y="4242259"/>
              <a:ext cx="333800" cy="287317"/>
            </a:xfrm>
            <a:custGeom>
              <a:avLst/>
              <a:gdLst/>
              <a:ahLst/>
              <a:cxnLst/>
              <a:rect l="l" t="t" r="r" b="b"/>
              <a:pathLst>
                <a:path w="1903" h="1638" extrusionOk="0">
                  <a:moveTo>
                    <a:pt x="819" y="0"/>
                  </a:moveTo>
                  <a:cubicBezTo>
                    <a:pt x="366" y="0"/>
                    <a:pt x="1" y="365"/>
                    <a:pt x="1" y="819"/>
                  </a:cubicBezTo>
                  <a:cubicBezTo>
                    <a:pt x="1" y="1311"/>
                    <a:pt x="399" y="1638"/>
                    <a:pt x="818" y="1638"/>
                  </a:cubicBezTo>
                  <a:cubicBezTo>
                    <a:pt x="1019" y="1638"/>
                    <a:pt x="1225" y="1562"/>
                    <a:pt x="1394" y="1394"/>
                  </a:cubicBezTo>
                  <a:cubicBezTo>
                    <a:pt x="1903" y="885"/>
                    <a:pt x="1538" y="0"/>
                    <a:pt x="8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33">
              <a:extLst>
                <a:ext uri="{FF2B5EF4-FFF2-40B4-BE49-F238E27FC236}">
                  <a16:creationId xmlns:a16="http://schemas.microsoft.com/office/drawing/2014/main" id="{17C5823E-0CDF-60FD-BC61-9D384E3DD9D2}"/>
                </a:ext>
              </a:extLst>
            </p:cNvPr>
            <p:cNvSpPr/>
            <p:nvPr/>
          </p:nvSpPr>
          <p:spPr>
            <a:xfrm>
              <a:off x="7579240" y="4297161"/>
              <a:ext cx="207682" cy="178039"/>
            </a:xfrm>
            <a:custGeom>
              <a:avLst/>
              <a:gdLst/>
              <a:ahLst/>
              <a:cxnLst/>
              <a:rect l="l" t="t" r="r" b="b"/>
              <a:pathLst>
                <a:path w="1184" h="1015" extrusionOk="0">
                  <a:moveTo>
                    <a:pt x="505" y="0"/>
                  </a:moveTo>
                  <a:cubicBezTo>
                    <a:pt x="246" y="0"/>
                    <a:pt x="0" y="200"/>
                    <a:pt x="0" y="506"/>
                  </a:cubicBezTo>
                  <a:cubicBezTo>
                    <a:pt x="0" y="782"/>
                    <a:pt x="221" y="1014"/>
                    <a:pt x="509" y="1014"/>
                  </a:cubicBezTo>
                  <a:cubicBezTo>
                    <a:pt x="962" y="1014"/>
                    <a:pt x="1183" y="472"/>
                    <a:pt x="863" y="152"/>
                  </a:cubicBezTo>
                  <a:cubicBezTo>
                    <a:pt x="758" y="47"/>
                    <a:pt x="630" y="0"/>
                    <a:pt x="50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33">
              <a:extLst>
                <a:ext uri="{FF2B5EF4-FFF2-40B4-BE49-F238E27FC236}">
                  <a16:creationId xmlns:a16="http://schemas.microsoft.com/office/drawing/2014/main" id="{9B6ADFB8-4A69-A5EB-014D-58D4400A030A}"/>
                </a:ext>
              </a:extLst>
            </p:cNvPr>
            <p:cNvSpPr/>
            <p:nvPr/>
          </p:nvSpPr>
          <p:spPr>
            <a:xfrm>
              <a:off x="6844109" y="4242259"/>
              <a:ext cx="333800" cy="287317"/>
            </a:xfrm>
            <a:custGeom>
              <a:avLst/>
              <a:gdLst/>
              <a:ahLst/>
              <a:cxnLst/>
              <a:rect l="l" t="t" r="r" b="b"/>
              <a:pathLst>
                <a:path w="1903" h="1638" extrusionOk="0">
                  <a:moveTo>
                    <a:pt x="819" y="0"/>
                  </a:moveTo>
                  <a:cubicBezTo>
                    <a:pt x="365" y="0"/>
                    <a:pt x="0" y="365"/>
                    <a:pt x="0" y="819"/>
                  </a:cubicBezTo>
                  <a:cubicBezTo>
                    <a:pt x="0" y="1311"/>
                    <a:pt x="399" y="1638"/>
                    <a:pt x="818" y="1638"/>
                  </a:cubicBezTo>
                  <a:cubicBezTo>
                    <a:pt x="1019" y="1638"/>
                    <a:pt x="1225" y="1562"/>
                    <a:pt x="1394" y="1394"/>
                  </a:cubicBezTo>
                  <a:cubicBezTo>
                    <a:pt x="1902" y="885"/>
                    <a:pt x="1537" y="0"/>
                    <a:pt x="8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33">
              <a:extLst>
                <a:ext uri="{FF2B5EF4-FFF2-40B4-BE49-F238E27FC236}">
                  <a16:creationId xmlns:a16="http://schemas.microsoft.com/office/drawing/2014/main" id="{25051D72-DA02-1352-5053-F84EEF862F53}"/>
                </a:ext>
              </a:extLst>
            </p:cNvPr>
            <p:cNvSpPr/>
            <p:nvPr/>
          </p:nvSpPr>
          <p:spPr>
            <a:xfrm>
              <a:off x="6898485" y="4297161"/>
              <a:ext cx="207682" cy="178039"/>
            </a:xfrm>
            <a:custGeom>
              <a:avLst/>
              <a:gdLst/>
              <a:ahLst/>
              <a:cxnLst/>
              <a:rect l="l" t="t" r="r" b="b"/>
              <a:pathLst>
                <a:path w="1184" h="1015" extrusionOk="0">
                  <a:moveTo>
                    <a:pt x="505" y="0"/>
                  </a:moveTo>
                  <a:cubicBezTo>
                    <a:pt x="246" y="0"/>
                    <a:pt x="0" y="200"/>
                    <a:pt x="0" y="506"/>
                  </a:cubicBezTo>
                  <a:cubicBezTo>
                    <a:pt x="0" y="782"/>
                    <a:pt x="221" y="1014"/>
                    <a:pt x="509" y="1014"/>
                  </a:cubicBezTo>
                  <a:cubicBezTo>
                    <a:pt x="951" y="1014"/>
                    <a:pt x="1183" y="472"/>
                    <a:pt x="863" y="152"/>
                  </a:cubicBezTo>
                  <a:cubicBezTo>
                    <a:pt x="758" y="47"/>
                    <a:pt x="630" y="0"/>
                    <a:pt x="50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33">
              <a:extLst>
                <a:ext uri="{FF2B5EF4-FFF2-40B4-BE49-F238E27FC236}">
                  <a16:creationId xmlns:a16="http://schemas.microsoft.com/office/drawing/2014/main" id="{520FE494-8FF5-28D1-BAE1-5D16DA4CC2A3}"/>
                </a:ext>
              </a:extLst>
            </p:cNvPr>
            <p:cNvSpPr/>
            <p:nvPr/>
          </p:nvSpPr>
          <p:spPr>
            <a:xfrm>
              <a:off x="6933391" y="4331541"/>
              <a:ext cx="106823" cy="108753"/>
            </a:xfrm>
            <a:custGeom>
              <a:avLst/>
              <a:gdLst/>
              <a:ahLst/>
              <a:cxnLst/>
              <a:rect l="l" t="t" r="r" b="b"/>
              <a:pathLst>
                <a:path w="609" h="620" extrusionOk="0">
                  <a:moveTo>
                    <a:pt x="0" y="0"/>
                  </a:moveTo>
                  <a:lnTo>
                    <a:pt x="0" y="476"/>
                  </a:lnTo>
                  <a:cubicBezTo>
                    <a:pt x="0" y="553"/>
                    <a:pt x="66" y="608"/>
                    <a:pt x="133" y="619"/>
                  </a:cubicBezTo>
                  <a:lnTo>
                    <a:pt x="476" y="619"/>
                  </a:lnTo>
                  <a:cubicBezTo>
                    <a:pt x="553" y="619"/>
                    <a:pt x="608" y="553"/>
                    <a:pt x="608" y="476"/>
                  </a:cubicBezTo>
                  <a:lnTo>
                    <a:pt x="6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33">
              <a:extLst>
                <a:ext uri="{FF2B5EF4-FFF2-40B4-BE49-F238E27FC236}">
                  <a16:creationId xmlns:a16="http://schemas.microsoft.com/office/drawing/2014/main" id="{2C0FA071-8136-9CE4-1FD2-A4815FE74365}"/>
                </a:ext>
              </a:extLst>
            </p:cNvPr>
            <p:cNvSpPr/>
            <p:nvPr/>
          </p:nvSpPr>
          <p:spPr>
            <a:xfrm>
              <a:off x="7614146" y="4331541"/>
              <a:ext cx="106823" cy="108753"/>
            </a:xfrm>
            <a:custGeom>
              <a:avLst/>
              <a:gdLst/>
              <a:ahLst/>
              <a:cxnLst/>
              <a:rect l="l" t="t" r="r" b="b"/>
              <a:pathLst>
                <a:path w="609" h="620" extrusionOk="0">
                  <a:moveTo>
                    <a:pt x="0" y="0"/>
                  </a:moveTo>
                  <a:lnTo>
                    <a:pt x="0" y="476"/>
                  </a:lnTo>
                  <a:cubicBezTo>
                    <a:pt x="0" y="553"/>
                    <a:pt x="67" y="608"/>
                    <a:pt x="133" y="619"/>
                  </a:cubicBezTo>
                  <a:lnTo>
                    <a:pt x="476" y="619"/>
                  </a:lnTo>
                  <a:cubicBezTo>
                    <a:pt x="553" y="619"/>
                    <a:pt x="609" y="553"/>
                    <a:pt x="609" y="476"/>
                  </a:cubicBezTo>
                  <a:lnTo>
                    <a:pt x="6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33">
              <a:extLst>
                <a:ext uri="{FF2B5EF4-FFF2-40B4-BE49-F238E27FC236}">
                  <a16:creationId xmlns:a16="http://schemas.microsoft.com/office/drawing/2014/main" id="{68B9CCBC-847A-DB66-374A-4FA0B5022C72}"/>
                </a:ext>
              </a:extLst>
            </p:cNvPr>
            <p:cNvSpPr/>
            <p:nvPr/>
          </p:nvSpPr>
          <p:spPr>
            <a:xfrm>
              <a:off x="7641335" y="4360483"/>
              <a:ext cx="52447" cy="50693"/>
            </a:xfrm>
            <a:custGeom>
              <a:avLst/>
              <a:gdLst/>
              <a:ahLst/>
              <a:cxnLst/>
              <a:rect l="l" t="t" r="r" b="b"/>
              <a:pathLst>
                <a:path w="299" h="289" extrusionOk="0">
                  <a:moveTo>
                    <a:pt x="0" y="1"/>
                  </a:moveTo>
                  <a:lnTo>
                    <a:pt x="0" y="288"/>
                  </a:lnTo>
                  <a:lnTo>
                    <a:pt x="299" y="288"/>
                  </a:lnTo>
                  <a:lnTo>
                    <a:pt x="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33">
              <a:extLst>
                <a:ext uri="{FF2B5EF4-FFF2-40B4-BE49-F238E27FC236}">
                  <a16:creationId xmlns:a16="http://schemas.microsoft.com/office/drawing/2014/main" id="{8CB48F74-7193-CB4E-A8AD-DCE0ADA92546}"/>
                </a:ext>
              </a:extLst>
            </p:cNvPr>
            <p:cNvSpPr/>
            <p:nvPr/>
          </p:nvSpPr>
          <p:spPr>
            <a:xfrm>
              <a:off x="6962508" y="4360483"/>
              <a:ext cx="50517" cy="50693"/>
            </a:xfrm>
            <a:custGeom>
              <a:avLst/>
              <a:gdLst/>
              <a:ahLst/>
              <a:cxnLst/>
              <a:rect l="l" t="t" r="r" b="b"/>
              <a:pathLst>
                <a:path w="288" h="289" extrusionOk="0">
                  <a:moveTo>
                    <a:pt x="0" y="1"/>
                  </a:moveTo>
                  <a:lnTo>
                    <a:pt x="0" y="288"/>
                  </a:lnTo>
                  <a:lnTo>
                    <a:pt x="287" y="288"/>
                  </a:lnTo>
                  <a:lnTo>
                    <a:pt x="28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33">
              <a:extLst>
                <a:ext uri="{FF2B5EF4-FFF2-40B4-BE49-F238E27FC236}">
                  <a16:creationId xmlns:a16="http://schemas.microsoft.com/office/drawing/2014/main" id="{B697EFB3-8238-3143-98A3-D97690CBCA10}"/>
                </a:ext>
              </a:extLst>
            </p:cNvPr>
            <p:cNvSpPr/>
            <p:nvPr/>
          </p:nvSpPr>
          <p:spPr>
            <a:xfrm>
              <a:off x="6933391" y="4308212"/>
              <a:ext cx="151377" cy="25434"/>
            </a:xfrm>
            <a:custGeom>
              <a:avLst/>
              <a:gdLst/>
              <a:ahLst/>
              <a:cxnLst/>
              <a:rect l="l" t="t" r="r" b="b"/>
              <a:pathLst>
                <a:path w="863" h="145" extrusionOk="0">
                  <a:moveTo>
                    <a:pt x="277" y="0"/>
                  </a:moveTo>
                  <a:lnTo>
                    <a:pt x="0" y="144"/>
                  </a:lnTo>
                  <a:lnTo>
                    <a:pt x="863" y="144"/>
                  </a:lnTo>
                  <a:lnTo>
                    <a:pt x="863" y="11"/>
                  </a:lnTo>
                  <a:cubicBezTo>
                    <a:pt x="863" y="11"/>
                    <a:pt x="863" y="0"/>
                    <a:pt x="86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33">
              <a:extLst>
                <a:ext uri="{FF2B5EF4-FFF2-40B4-BE49-F238E27FC236}">
                  <a16:creationId xmlns:a16="http://schemas.microsoft.com/office/drawing/2014/main" id="{2D1CB341-C218-79A7-3AB9-DADBF87007C1}"/>
                </a:ext>
              </a:extLst>
            </p:cNvPr>
            <p:cNvSpPr/>
            <p:nvPr/>
          </p:nvSpPr>
          <p:spPr>
            <a:xfrm>
              <a:off x="7575381" y="4308212"/>
              <a:ext cx="145588" cy="25434"/>
            </a:xfrm>
            <a:custGeom>
              <a:avLst/>
              <a:gdLst/>
              <a:ahLst/>
              <a:cxnLst/>
              <a:rect l="l" t="t" r="r" b="b"/>
              <a:pathLst>
                <a:path w="830" h="145" extrusionOk="0">
                  <a:moveTo>
                    <a:pt x="0" y="0"/>
                  </a:moveTo>
                  <a:cubicBezTo>
                    <a:pt x="11" y="56"/>
                    <a:pt x="11" y="100"/>
                    <a:pt x="0" y="144"/>
                  </a:cubicBezTo>
                  <a:lnTo>
                    <a:pt x="830" y="144"/>
                  </a:lnTo>
                  <a:lnTo>
                    <a:pt x="55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33">
              <a:extLst>
                <a:ext uri="{FF2B5EF4-FFF2-40B4-BE49-F238E27FC236}">
                  <a16:creationId xmlns:a16="http://schemas.microsoft.com/office/drawing/2014/main" id="{6C9A422E-ED8C-89EB-2B50-255B2051BE28}"/>
                </a:ext>
              </a:extLst>
            </p:cNvPr>
            <p:cNvSpPr/>
            <p:nvPr/>
          </p:nvSpPr>
          <p:spPr>
            <a:xfrm>
              <a:off x="6506625" y="4075447"/>
              <a:ext cx="3047179" cy="345377"/>
            </a:xfrm>
            <a:custGeom>
              <a:avLst/>
              <a:gdLst/>
              <a:ahLst/>
              <a:cxnLst/>
              <a:rect l="l" t="t" r="r" b="b"/>
              <a:pathLst>
                <a:path w="17372" h="1969" extrusionOk="0">
                  <a:moveTo>
                    <a:pt x="17129" y="244"/>
                  </a:moveTo>
                  <a:lnTo>
                    <a:pt x="17129" y="531"/>
                  </a:lnTo>
                  <a:lnTo>
                    <a:pt x="16310" y="531"/>
                  </a:lnTo>
                  <a:lnTo>
                    <a:pt x="16310" y="244"/>
                  </a:lnTo>
                  <a:close/>
                  <a:moveTo>
                    <a:pt x="1051" y="277"/>
                  </a:moveTo>
                  <a:lnTo>
                    <a:pt x="1051" y="553"/>
                  </a:lnTo>
                  <a:lnTo>
                    <a:pt x="233" y="553"/>
                  </a:lnTo>
                  <a:lnTo>
                    <a:pt x="233" y="277"/>
                  </a:lnTo>
                  <a:close/>
                  <a:moveTo>
                    <a:pt x="17129" y="852"/>
                  </a:moveTo>
                  <a:lnTo>
                    <a:pt x="17129" y="1128"/>
                  </a:lnTo>
                  <a:lnTo>
                    <a:pt x="16310" y="1128"/>
                  </a:lnTo>
                  <a:lnTo>
                    <a:pt x="16310" y="852"/>
                  </a:lnTo>
                  <a:close/>
                  <a:moveTo>
                    <a:pt x="1051" y="885"/>
                  </a:moveTo>
                  <a:lnTo>
                    <a:pt x="1051" y="1161"/>
                  </a:lnTo>
                  <a:lnTo>
                    <a:pt x="233" y="1161"/>
                  </a:lnTo>
                  <a:lnTo>
                    <a:pt x="233" y="885"/>
                  </a:lnTo>
                  <a:close/>
                  <a:moveTo>
                    <a:pt x="17129" y="1460"/>
                  </a:moveTo>
                  <a:lnTo>
                    <a:pt x="17129" y="1736"/>
                  </a:lnTo>
                  <a:lnTo>
                    <a:pt x="16310" y="1736"/>
                  </a:lnTo>
                  <a:lnTo>
                    <a:pt x="16310" y="1460"/>
                  </a:lnTo>
                  <a:close/>
                  <a:moveTo>
                    <a:pt x="1051" y="1493"/>
                  </a:moveTo>
                  <a:lnTo>
                    <a:pt x="1051" y="1770"/>
                  </a:lnTo>
                  <a:lnTo>
                    <a:pt x="233" y="1770"/>
                  </a:lnTo>
                  <a:lnTo>
                    <a:pt x="233" y="1493"/>
                  </a:lnTo>
                  <a:close/>
                  <a:moveTo>
                    <a:pt x="0" y="0"/>
                  </a:moveTo>
                  <a:lnTo>
                    <a:pt x="0" y="1969"/>
                  </a:lnTo>
                  <a:lnTo>
                    <a:pt x="1283" y="1969"/>
                  </a:lnTo>
                  <a:lnTo>
                    <a:pt x="1283" y="487"/>
                  </a:lnTo>
                  <a:lnTo>
                    <a:pt x="16089" y="487"/>
                  </a:lnTo>
                  <a:lnTo>
                    <a:pt x="16089" y="1969"/>
                  </a:lnTo>
                  <a:lnTo>
                    <a:pt x="17372" y="1969"/>
                  </a:lnTo>
                  <a:lnTo>
                    <a:pt x="1737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33">
              <a:extLst>
                <a:ext uri="{FF2B5EF4-FFF2-40B4-BE49-F238E27FC236}">
                  <a16:creationId xmlns:a16="http://schemas.microsoft.com/office/drawing/2014/main" id="{B17CF56D-7670-2EC6-8D4D-5932289C84F2}"/>
                </a:ext>
              </a:extLst>
            </p:cNvPr>
            <p:cNvSpPr/>
            <p:nvPr/>
          </p:nvSpPr>
          <p:spPr>
            <a:xfrm>
              <a:off x="7065297" y="4242259"/>
              <a:ext cx="523767" cy="192247"/>
            </a:xfrm>
            <a:custGeom>
              <a:avLst/>
              <a:gdLst/>
              <a:ahLst/>
              <a:cxnLst/>
              <a:rect l="l" t="t" r="r" b="b"/>
              <a:pathLst>
                <a:path w="2986" h="1096" extrusionOk="0">
                  <a:moveTo>
                    <a:pt x="0" y="0"/>
                  </a:moveTo>
                  <a:cubicBezTo>
                    <a:pt x="254" y="144"/>
                    <a:pt x="431" y="398"/>
                    <a:pt x="476" y="686"/>
                  </a:cubicBezTo>
                  <a:lnTo>
                    <a:pt x="553" y="686"/>
                  </a:lnTo>
                  <a:lnTo>
                    <a:pt x="553" y="752"/>
                  </a:lnTo>
                  <a:cubicBezTo>
                    <a:pt x="553" y="940"/>
                    <a:pt x="708" y="1095"/>
                    <a:pt x="896" y="1095"/>
                  </a:cubicBezTo>
                  <a:lnTo>
                    <a:pt x="2101" y="1095"/>
                  </a:lnTo>
                  <a:cubicBezTo>
                    <a:pt x="2289" y="1095"/>
                    <a:pt x="2433" y="940"/>
                    <a:pt x="2433" y="752"/>
                  </a:cubicBezTo>
                  <a:lnTo>
                    <a:pt x="2433" y="675"/>
                  </a:lnTo>
                  <a:lnTo>
                    <a:pt x="2510" y="675"/>
                  </a:lnTo>
                  <a:cubicBezTo>
                    <a:pt x="2554" y="387"/>
                    <a:pt x="2731" y="144"/>
                    <a:pt x="298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33">
              <a:extLst>
                <a:ext uri="{FF2B5EF4-FFF2-40B4-BE49-F238E27FC236}">
                  <a16:creationId xmlns:a16="http://schemas.microsoft.com/office/drawing/2014/main" id="{81DA2213-4745-1A42-34F7-7B7F82131061}"/>
                </a:ext>
              </a:extLst>
            </p:cNvPr>
            <p:cNvSpPr/>
            <p:nvPr/>
          </p:nvSpPr>
          <p:spPr>
            <a:xfrm>
              <a:off x="7294028" y="4271376"/>
              <a:ext cx="66129" cy="33152"/>
            </a:xfrm>
            <a:custGeom>
              <a:avLst/>
              <a:gdLst/>
              <a:ahLst/>
              <a:cxnLst/>
              <a:rect l="l" t="t" r="r" b="b"/>
              <a:pathLst>
                <a:path w="377" h="189" extrusionOk="0">
                  <a:moveTo>
                    <a:pt x="1" y="0"/>
                  </a:moveTo>
                  <a:lnTo>
                    <a:pt x="1" y="188"/>
                  </a:lnTo>
                  <a:lnTo>
                    <a:pt x="377" y="188"/>
                  </a:lnTo>
                  <a:lnTo>
                    <a:pt x="37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33">
              <a:extLst>
                <a:ext uri="{FF2B5EF4-FFF2-40B4-BE49-F238E27FC236}">
                  <a16:creationId xmlns:a16="http://schemas.microsoft.com/office/drawing/2014/main" id="{A6BB07E6-1495-1FDA-9A1D-8935DF9599D3}"/>
                </a:ext>
              </a:extLst>
            </p:cNvPr>
            <p:cNvSpPr/>
            <p:nvPr/>
          </p:nvSpPr>
          <p:spPr>
            <a:xfrm>
              <a:off x="7410499" y="4271376"/>
              <a:ext cx="68058" cy="33152"/>
            </a:xfrm>
            <a:custGeom>
              <a:avLst/>
              <a:gdLst/>
              <a:ahLst/>
              <a:cxnLst/>
              <a:rect l="l" t="t" r="r" b="b"/>
              <a:pathLst>
                <a:path w="388" h="189" extrusionOk="0">
                  <a:moveTo>
                    <a:pt x="0" y="0"/>
                  </a:moveTo>
                  <a:lnTo>
                    <a:pt x="0" y="188"/>
                  </a:lnTo>
                  <a:lnTo>
                    <a:pt x="387" y="188"/>
                  </a:lnTo>
                  <a:lnTo>
                    <a:pt x="38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33">
              <a:extLst>
                <a:ext uri="{FF2B5EF4-FFF2-40B4-BE49-F238E27FC236}">
                  <a16:creationId xmlns:a16="http://schemas.microsoft.com/office/drawing/2014/main" id="{12E85CCB-54DB-C233-D425-057DD34B7779}"/>
                </a:ext>
              </a:extLst>
            </p:cNvPr>
            <p:cNvSpPr/>
            <p:nvPr/>
          </p:nvSpPr>
          <p:spPr>
            <a:xfrm>
              <a:off x="7222287" y="4362412"/>
              <a:ext cx="209612" cy="44904"/>
            </a:xfrm>
            <a:custGeom>
              <a:avLst/>
              <a:gdLst/>
              <a:ahLst/>
              <a:cxnLst/>
              <a:rect l="l" t="t" r="r" b="b"/>
              <a:pathLst>
                <a:path w="1195" h="256" extrusionOk="0">
                  <a:moveTo>
                    <a:pt x="1" y="1"/>
                  </a:moveTo>
                  <a:lnTo>
                    <a:pt x="233" y="255"/>
                  </a:lnTo>
                  <a:lnTo>
                    <a:pt x="974" y="255"/>
                  </a:lnTo>
                  <a:lnTo>
                    <a:pt x="11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33">
              <a:extLst>
                <a:ext uri="{FF2B5EF4-FFF2-40B4-BE49-F238E27FC236}">
                  <a16:creationId xmlns:a16="http://schemas.microsoft.com/office/drawing/2014/main" id="{0B59B0E5-DC2F-3DCF-AC7C-2AD95B31F699}"/>
                </a:ext>
              </a:extLst>
            </p:cNvPr>
            <p:cNvSpPr/>
            <p:nvPr/>
          </p:nvSpPr>
          <p:spPr>
            <a:xfrm>
              <a:off x="7175804" y="4271376"/>
              <a:ext cx="68058" cy="33152"/>
            </a:xfrm>
            <a:custGeom>
              <a:avLst/>
              <a:gdLst/>
              <a:ahLst/>
              <a:cxnLst/>
              <a:rect l="l" t="t" r="r" b="b"/>
              <a:pathLst>
                <a:path w="388" h="189" extrusionOk="0">
                  <a:moveTo>
                    <a:pt x="0" y="0"/>
                  </a:moveTo>
                  <a:lnTo>
                    <a:pt x="0" y="188"/>
                  </a:lnTo>
                  <a:lnTo>
                    <a:pt x="387" y="188"/>
                  </a:lnTo>
                  <a:lnTo>
                    <a:pt x="38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33">
              <a:extLst>
                <a:ext uri="{FF2B5EF4-FFF2-40B4-BE49-F238E27FC236}">
                  <a16:creationId xmlns:a16="http://schemas.microsoft.com/office/drawing/2014/main" id="{ADDA85FE-949E-6CD7-0205-7153F09A9001}"/>
                </a:ext>
              </a:extLst>
            </p:cNvPr>
            <p:cNvSpPr/>
            <p:nvPr/>
          </p:nvSpPr>
          <p:spPr>
            <a:xfrm>
              <a:off x="8735174" y="4185953"/>
              <a:ext cx="147518" cy="38940"/>
            </a:xfrm>
            <a:custGeom>
              <a:avLst/>
              <a:gdLst/>
              <a:ahLst/>
              <a:cxnLst/>
              <a:rect l="l" t="t" r="r" b="b"/>
              <a:pathLst>
                <a:path w="841" h="222" extrusionOk="0">
                  <a:moveTo>
                    <a:pt x="122" y="1"/>
                  </a:moveTo>
                  <a:cubicBezTo>
                    <a:pt x="56" y="1"/>
                    <a:pt x="12" y="45"/>
                    <a:pt x="12" y="111"/>
                  </a:cubicBezTo>
                  <a:lnTo>
                    <a:pt x="1" y="111"/>
                  </a:lnTo>
                  <a:cubicBezTo>
                    <a:pt x="1" y="167"/>
                    <a:pt x="56" y="211"/>
                    <a:pt x="111" y="222"/>
                  </a:cubicBezTo>
                  <a:lnTo>
                    <a:pt x="741" y="222"/>
                  </a:lnTo>
                  <a:cubicBezTo>
                    <a:pt x="797" y="211"/>
                    <a:pt x="841" y="167"/>
                    <a:pt x="841" y="111"/>
                  </a:cubicBezTo>
                  <a:cubicBezTo>
                    <a:pt x="841" y="45"/>
                    <a:pt x="797" y="1"/>
                    <a:pt x="74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33">
              <a:extLst>
                <a:ext uri="{FF2B5EF4-FFF2-40B4-BE49-F238E27FC236}">
                  <a16:creationId xmlns:a16="http://schemas.microsoft.com/office/drawing/2014/main" id="{30F22BAD-EF0F-0907-9F80-453F1F35E906}"/>
                </a:ext>
              </a:extLst>
            </p:cNvPr>
            <p:cNvSpPr/>
            <p:nvPr/>
          </p:nvSpPr>
          <p:spPr>
            <a:xfrm>
              <a:off x="8640104" y="4172447"/>
              <a:ext cx="81740" cy="58411"/>
            </a:xfrm>
            <a:custGeom>
              <a:avLst/>
              <a:gdLst/>
              <a:ahLst/>
              <a:cxnLst/>
              <a:rect l="l" t="t" r="r" b="b"/>
              <a:pathLst>
                <a:path w="466" h="333" extrusionOk="0">
                  <a:moveTo>
                    <a:pt x="1" y="0"/>
                  </a:moveTo>
                  <a:lnTo>
                    <a:pt x="1" y="332"/>
                  </a:lnTo>
                  <a:lnTo>
                    <a:pt x="465" y="332"/>
                  </a:lnTo>
                  <a:lnTo>
                    <a:pt x="46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33">
              <a:extLst>
                <a:ext uri="{FF2B5EF4-FFF2-40B4-BE49-F238E27FC236}">
                  <a16:creationId xmlns:a16="http://schemas.microsoft.com/office/drawing/2014/main" id="{CBC5628B-96A9-5EF2-D5A1-A1E88A00390D}"/>
                </a:ext>
              </a:extLst>
            </p:cNvPr>
            <p:cNvSpPr/>
            <p:nvPr/>
          </p:nvSpPr>
          <p:spPr>
            <a:xfrm>
              <a:off x="8952504" y="4240329"/>
              <a:ext cx="335730" cy="286090"/>
            </a:xfrm>
            <a:custGeom>
              <a:avLst/>
              <a:gdLst/>
              <a:ahLst/>
              <a:cxnLst/>
              <a:rect l="l" t="t" r="r" b="b"/>
              <a:pathLst>
                <a:path w="1914" h="1631" extrusionOk="0">
                  <a:moveTo>
                    <a:pt x="818" y="0"/>
                  </a:moveTo>
                  <a:cubicBezTo>
                    <a:pt x="365" y="0"/>
                    <a:pt x="0" y="365"/>
                    <a:pt x="0" y="819"/>
                  </a:cubicBezTo>
                  <a:cubicBezTo>
                    <a:pt x="0" y="1306"/>
                    <a:pt x="407" y="1631"/>
                    <a:pt x="827" y="1631"/>
                  </a:cubicBezTo>
                  <a:cubicBezTo>
                    <a:pt x="1027" y="1631"/>
                    <a:pt x="1230" y="1557"/>
                    <a:pt x="1393" y="1394"/>
                  </a:cubicBezTo>
                  <a:cubicBezTo>
                    <a:pt x="1913" y="874"/>
                    <a:pt x="1548" y="0"/>
                    <a:pt x="81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33">
              <a:extLst>
                <a:ext uri="{FF2B5EF4-FFF2-40B4-BE49-F238E27FC236}">
                  <a16:creationId xmlns:a16="http://schemas.microsoft.com/office/drawing/2014/main" id="{B85ABF04-9B12-3913-5C76-CA8BA1E57F2C}"/>
                </a:ext>
              </a:extLst>
            </p:cNvPr>
            <p:cNvSpPr/>
            <p:nvPr/>
          </p:nvSpPr>
          <p:spPr>
            <a:xfrm>
              <a:off x="9006705" y="4293653"/>
              <a:ext cx="207682" cy="177688"/>
            </a:xfrm>
            <a:custGeom>
              <a:avLst/>
              <a:gdLst/>
              <a:ahLst/>
              <a:cxnLst/>
              <a:rect l="l" t="t" r="r" b="b"/>
              <a:pathLst>
                <a:path w="1184" h="1013" extrusionOk="0">
                  <a:moveTo>
                    <a:pt x="516" y="1"/>
                  </a:moveTo>
                  <a:cubicBezTo>
                    <a:pt x="256" y="1"/>
                    <a:pt x="1" y="207"/>
                    <a:pt x="1" y="515"/>
                  </a:cubicBezTo>
                  <a:cubicBezTo>
                    <a:pt x="1" y="791"/>
                    <a:pt x="233" y="1012"/>
                    <a:pt x="509" y="1012"/>
                  </a:cubicBezTo>
                  <a:cubicBezTo>
                    <a:pt x="963" y="1012"/>
                    <a:pt x="1184" y="470"/>
                    <a:pt x="863" y="150"/>
                  </a:cubicBezTo>
                  <a:cubicBezTo>
                    <a:pt x="764" y="47"/>
                    <a:pt x="639" y="1"/>
                    <a:pt x="51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33">
              <a:extLst>
                <a:ext uri="{FF2B5EF4-FFF2-40B4-BE49-F238E27FC236}">
                  <a16:creationId xmlns:a16="http://schemas.microsoft.com/office/drawing/2014/main" id="{CB57DDEB-413B-7BD7-3F01-436BDA49083C}"/>
                </a:ext>
              </a:extLst>
            </p:cNvPr>
            <p:cNvSpPr/>
            <p:nvPr/>
          </p:nvSpPr>
          <p:spPr>
            <a:xfrm>
              <a:off x="8271573" y="4240329"/>
              <a:ext cx="335730" cy="286090"/>
            </a:xfrm>
            <a:custGeom>
              <a:avLst/>
              <a:gdLst/>
              <a:ahLst/>
              <a:cxnLst/>
              <a:rect l="l" t="t" r="r" b="b"/>
              <a:pathLst>
                <a:path w="1914" h="1631" extrusionOk="0">
                  <a:moveTo>
                    <a:pt x="819" y="0"/>
                  </a:moveTo>
                  <a:cubicBezTo>
                    <a:pt x="366" y="0"/>
                    <a:pt x="1" y="365"/>
                    <a:pt x="1" y="819"/>
                  </a:cubicBezTo>
                  <a:cubicBezTo>
                    <a:pt x="1" y="1306"/>
                    <a:pt x="408" y="1631"/>
                    <a:pt x="828" y="1631"/>
                  </a:cubicBezTo>
                  <a:cubicBezTo>
                    <a:pt x="1028" y="1631"/>
                    <a:pt x="1230" y="1557"/>
                    <a:pt x="1394" y="1394"/>
                  </a:cubicBezTo>
                  <a:cubicBezTo>
                    <a:pt x="1914" y="874"/>
                    <a:pt x="1549" y="0"/>
                    <a:pt x="8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33">
              <a:extLst>
                <a:ext uri="{FF2B5EF4-FFF2-40B4-BE49-F238E27FC236}">
                  <a16:creationId xmlns:a16="http://schemas.microsoft.com/office/drawing/2014/main" id="{F5AA1842-C582-5764-557E-F796E69CFCB9}"/>
                </a:ext>
              </a:extLst>
            </p:cNvPr>
            <p:cNvSpPr/>
            <p:nvPr/>
          </p:nvSpPr>
          <p:spPr>
            <a:xfrm>
              <a:off x="8325949" y="4293653"/>
              <a:ext cx="207682" cy="177688"/>
            </a:xfrm>
            <a:custGeom>
              <a:avLst/>
              <a:gdLst/>
              <a:ahLst/>
              <a:cxnLst/>
              <a:rect l="l" t="t" r="r" b="b"/>
              <a:pathLst>
                <a:path w="1184" h="1013" extrusionOk="0">
                  <a:moveTo>
                    <a:pt x="520" y="1"/>
                  </a:moveTo>
                  <a:cubicBezTo>
                    <a:pt x="255" y="1"/>
                    <a:pt x="0" y="207"/>
                    <a:pt x="0" y="515"/>
                  </a:cubicBezTo>
                  <a:cubicBezTo>
                    <a:pt x="0" y="791"/>
                    <a:pt x="233" y="1012"/>
                    <a:pt x="509" y="1012"/>
                  </a:cubicBezTo>
                  <a:cubicBezTo>
                    <a:pt x="962" y="1012"/>
                    <a:pt x="1184" y="470"/>
                    <a:pt x="874" y="150"/>
                  </a:cubicBezTo>
                  <a:cubicBezTo>
                    <a:pt x="771" y="47"/>
                    <a:pt x="644" y="1"/>
                    <a:pt x="52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33">
              <a:extLst>
                <a:ext uri="{FF2B5EF4-FFF2-40B4-BE49-F238E27FC236}">
                  <a16:creationId xmlns:a16="http://schemas.microsoft.com/office/drawing/2014/main" id="{C7EC4336-66C0-DE4A-C80C-148F2E7DA457}"/>
                </a:ext>
              </a:extLst>
            </p:cNvPr>
            <p:cNvSpPr/>
            <p:nvPr/>
          </p:nvSpPr>
          <p:spPr>
            <a:xfrm>
              <a:off x="8362785" y="4329436"/>
              <a:ext cx="106823" cy="106999"/>
            </a:xfrm>
            <a:custGeom>
              <a:avLst/>
              <a:gdLst/>
              <a:ahLst/>
              <a:cxnLst/>
              <a:rect l="l" t="t" r="r" b="b"/>
              <a:pathLst>
                <a:path w="609" h="610" extrusionOk="0">
                  <a:moveTo>
                    <a:pt x="1" y="1"/>
                  </a:moveTo>
                  <a:lnTo>
                    <a:pt x="1" y="476"/>
                  </a:lnTo>
                  <a:cubicBezTo>
                    <a:pt x="1" y="543"/>
                    <a:pt x="56" y="609"/>
                    <a:pt x="133" y="609"/>
                  </a:cubicBezTo>
                  <a:lnTo>
                    <a:pt x="465" y="609"/>
                  </a:lnTo>
                  <a:cubicBezTo>
                    <a:pt x="542" y="609"/>
                    <a:pt x="609" y="554"/>
                    <a:pt x="609" y="476"/>
                  </a:cubicBezTo>
                  <a:lnTo>
                    <a:pt x="60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33">
              <a:extLst>
                <a:ext uri="{FF2B5EF4-FFF2-40B4-BE49-F238E27FC236}">
                  <a16:creationId xmlns:a16="http://schemas.microsoft.com/office/drawing/2014/main" id="{A584B86C-CA45-D6C4-92C7-FBD0ADDCF300}"/>
                </a:ext>
              </a:extLst>
            </p:cNvPr>
            <p:cNvSpPr/>
            <p:nvPr/>
          </p:nvSpPr>
          <p:spPr>
            <a:xfrm>
              <a:off x="9043540" y="4329436"/>
              <a:ext cx="106823" cy="106999"/>
            </a:xfrm>
            <a:custGeom>
              <a:avLst/>
              <a:gdLst/>
              <a:ahLst/>
              <a:cxnLst/>
              <a:rect l="l" t="t" r="r" b="b"/>
              <a:pathLst>
                <a:path w="609" h="610" extrusionOk="0">
                  <a:moveTo>
                    <a:pt x="1" y="1"/>
                  </a:moveTo>
                  <a:lnTo>
                    <a:pt x="1" y="476"/>
                  </a:lnTo>
                  <a:cubicBezTo>
                    <a:pt x="1" y="543"/>
                    <a:pt x="56" y="609"/>
                    <a:pt x="133" y="609"/>
                  </a:cubicBezTo>
                  <a:lnTo>
                    <a:pt x="465" y="609"/>
                  </a:lnTo>
                  <a:cubicBezTo>
                    <a:pt x="543" y="609"/>
                    <a:pt x="609" y="554"/>
                    <a:pt x="609" y="476"/>
                  </a:cubicBezTo>
                  <a:lnTo>
                    <a:pt x="60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33">
              <a:extLst>
                <a:ext uri="{FF2B5EF4-FFF2-40B4-BE49-F238E27FC236}">
                  <a16:creationId xmlns:a16="http://schemas.microsoft.com/office/drawing/2014/main" id="{929BAD11-9F86-9439-FE82-61B3667B899B}"/>
                </a:ext>
              </a:extLst>
            </p:cNvPr>
            <p:cNvSpPr/>
            <p:nvPr/>
          </p:nvSpPr>
          <p:spPr>
            <a:xfrm>
              <a:off x="9070728" y="4356624"/>
              <a:ext cx="50693" cy="52622"/>
            </a:xfrm>
            <a:custGeom>
              <a:avLst/>
              <a:gdLst/>
              <a:ahLst/>
              <a:cxnLst/>
              <a:rect l="l" t="t" r="r" b="b"/>
              <a:pathLst>
                <a:path w="289" h="300" extrusionOk="0">
                  <a:moveTo>
                    <a:pt x="1" y="1"/>
                  </a:moveTo>
                  <a:lnTo>
                    <a:pt x="1" y="299"/>
                  </a:lnTo>
                  <a:lnTo>
                    <a:pt x="288" y="299"/>
                  </a:lnTo>
                  <a:lnTo>
                    <a:pt x="28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33">
              <a:extLst>
                <a:ext uri="{FF2B5EF4-FFF2-40B4-BE49-F238E27FC236}">
                  <a16:creationId xmlns:a16="http://schemas.microsoft.com/office/drawing/2014/main" id="{9BDE6959-033C-C5A0-3488-18628F81FFC7}"/>
                </a:ext>
              </a:extLst>
            </p:cNvPr>
            <p:cNvSpPr/>
            <p:nvPr/>
          </p:nvSpPr>
          <p:spPr>
            <a:xfrm>
              <a:off x="8389973" y="4356624"/>
              <a:ext cx="50517" cy="52622"/>
            </a:xfrm>
            <a:custGeom>
              <a:avLst/>
              <a:gdLst/>
              <a:ahLst/>
              <a:cxnLst/>
              <a:rect l="l" t="t" r="r" b="b"/>
              <a:pathLst>
                <a:path w="288" h="300" extrusionOk="0">
                  <a:moveTo>
                    <a:pt x="0" y="1"/>
                  </a:moveTo>
                  <a:lnTo>
                    <a:pt x="0" y="299"/>
                  </a:lnTo>
                  <a:lnTo>
                    <a:pt x="288" y="299"/>
                  </a:lnTo>
                  <a:lnTo>
                    <a:pt x="28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33">
              <a:extLst>
                <a:ext uri="{FF2B5EF4-FFF2-40B4-BE49-F238E27FC236}">
                  <a16:creationId xmlns:a16="http://schemas.microsoft.com/office/drawing/2014/main" id="{9FD393C4-0EB6-75EC-56D8-70165A2A2163}"/>
                </a:ext>
              </a:extLst>
            </p:cNvPr>
            <p:cNvSpPr/>
            <p:nvPr/>
          </p:nvSpPr>
          <p:spPr>
            <a:xfrm>
              <a:off x="8362785" y="4306282"/>
              <a:ext cx="151552" cy="23329"/>
            </a:xfrm>
            <a:custGeom>
              <a:avLst/>
              <a:gdLst/>
              <a:ahLst/>
              <a:cxnLst/>
              <a:rect l="l" t="t" r="r" b="b"/>
              <a:pathLst>
                <a:path w="864" h="133" extrusionOk="0">
                  <a:moveTo>
                    <a:pt x="277" y="0"/>
                  </a:moveTo>
                  <a:lnTo>
                    <a:pt x="1" y="133"/>
                  </a:lnTo>
                  <a:lnTo>
                    <a:pt x="852" y="133"/>
                  </a:lnTo>
                  <a:lnTo>
                    <a:pt x="852" y="11"/>
                  </a:lnTo>
                  <a:cubicBezTo>
                    <a:pt x="852" y="0"/>
                    <a:pt x="852" y="0"/>
                    <a:pt x="86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33">
              <a:extLst>
                <a:ext uri="{FF2B5EF4-FFF2-40B4-BE49-F238E27FC236}">
                  <a16:creationId xmlns:a16="http://schemas.microsoft.com/office/drawing/2014/main" id="{98741C93-CA63-5570-3F8D-8B69FD968E62}"/>
                </a:ext>
              </a:extLst>
            </p:cNvPr>
            <p:cNvSpPr/>
            <p:nvPr/>
          </p:nvSpPr>
          <p:spPr>
            <a:xfrm>
              <a:off x="9004775" y="4306282"/>
              <a:ext cx="145588" cy="23329"/>
            </a:xfrm>
            <a:custGeom>
              <a:avLst/>
              <a:gdLst/>
              <a:ahLst/>
              <a:cxnLst/>
              <a:rect l="l" t="t" r="r" b="b"/>
              <a:pathLst>
                <a:path w="830" h="133" extrusionOk="0">
                  <a:moveTo>
                    <a:pt x="1" y="0"/>
                  </a:moveTo>
                  <a:cubicBezTo>
                    <a:pt x="1" y="45"/>
                    <a:pt x="1" y="89"/>
                    <a:pt x="1" y="133"/>
                  </a:cubicBezTo>
                  <a:lnTo>
                    <a:pt x="830" y="133"/>
                  </a:lnTo>
                  <a:lnTo>
                    <a:pt x="55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33">
              <a:extLst>
                <a:ext uri="{FF2B5EF4-FFF2-40B4-BE49-F238E27FC236}">
                  <a16:creationId xmlns:a16="http://schemas.microsoft.com/office/drawing/2014/main" id="{B2EDEF14-4BC1-2373-B35F-795A4057D84E}"/>
                </a:ext>
              </a:extLst>
            </p:cNvPr>
            <p:cNvSpPr/>
            <p:nvPr/>
          </p:nvSpPr>
          <p:spPr>
            <a:xfrm>
              <a:off x="8492761" y="4240329"/>
              <a:ext cx="525872" cy="190142"/>
            </a:xfrm>
            <a:custGeom>
              <a:avLst/>
              <a:gdLst/>
              <a:ahLst/>
              <a:cxnLst/>
              <a:rect l="l" t="t" r="r" b="b"/>
              <a:pathLst>
                <a:path w="2998" h="1084" extrusionOk="0">
                  <a:moveTo>
                    <a:pt x="0" y="0"/>
                  </a:moveTo>
                  <a:cubicBezTo>
                    <a:pt x="255" y="133"/>
                    <a:pt x="432" y="387"/>
                    <a:pt x="476" y="675"/>
                  </a:cubicBezTo>
                  <a:lnTo>
                    <a:pt x="564" y="675"/>
                  </a:lnTo>
                  <a:lnTo>
                    <a:pt x="564" y="752"/>
                  </a:lnTo>
                  <a:cubicBezTo>
                    <a:pt x="564" y="940"/>
                    <a:pt x="708" y="1084"/>
                    <a:pt x="896" y="1084"/>
                  </a:cubicBezTo>
                  <a:lnTo>
                    <a:pt x="2112" y="1084"/>
                  </a:lnTo>
                  <a:cubicBezTo>
                    <a:pt x="2289" y="1084"/>
                    <a:pt x="2444" y="940"/>
                    <a:pt x="2444" y="752"/>
                  </a:cubicBezTo>
                  <a:lnTo>
                    <a:pt x="2444" y="675"/>
                  </a:lnTo>
                  <a:lnTo>
                    <a:pt x="2522" y="675"/>
                  </a:lnTo>
                  <a:cubicBezTo>
                    <a:pt x="2566" y="387"/>
                    <a:pt x="2743" y="133"/>
                    <a:pt x="299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33">
              <a:extLst>
                <a:ext uri="{FF2B5EF4-FFF2-40B4-BE49-F238E27FC236}">
                  <a16:creationId xmlns:a16="http://schemas.microsoft.com/office/drawing/2014/main" id="{0089B588-5BB7-3EE5-F0DC-9FAEB0335235}"/>
                </a:ext>
              </a:extLst>
            </p:cNvPr>
            <p:cNvSpPr/>
            <p:nvPr/>
          </p:nvSpPr>
          <p:spPr>
            <a:xfrm>
              <a:off x="8721668" y="4267517"/>
              <a:ext cx="68058" cy="33152"/>
            </a:xfrm>
            <a:custGeom>
              <a:avLst/>
              <a:gdLst/>
              <a:ahLst/>
              <a:cxnLst/>
              <a:rect l="l" t="t" r="r" b="b"/>
              <a:pathLst>
                <a:path w="388" h="189" extrusionOk="0">
                  <a:moveTo>
                    <a:pt x="0" y="0"/>
                  </a:moveTo>
                  <a:lnTo>
                    <a:pt x="0" y="188"/>
                  </a:lnTo>
                  <a:lnTo>
                    <a:pt x="387" y="188"/>
                  </a:lnTo>
                  <a:lnTo>
                    <a:pt x="38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33">
              <a:extLst>
                <a:ext uri="{FF2B5EF4-FFF2-40B4-BE49-F238E27FC236}">
                  <a16:creationId xmlns:a16="http://schemas.microsoft.com/office/drawing/2014/main" id="{28258DFB-8269-208F-3697-C7F0345F5212}"/>
                </a:ext>
              </a:extLst>
            </p:cNvPr>
            <p:cNvSpPr/>
            <p:nvPr/>
          </p:nvSpPr>
          <p:spPr>
            <a:xfrm>
              <a:off x="8839892" y="4267517"/>
              <a:ext cx="68058" cy="33152"/>
            </a:xfrm>
            <a:custGeom>
              <a:avLst/>
              <a:gdLst/>
              <a:ahLst/>
              <a:cxnLst/>
              <a:rect l="l" t="t" r="r" b="b"/>
              <a:pathLst>
                <a:path w="388" h="189" extrusionOk="0">
                  <a:moveTo>
                    <a:pt x="1" y="0"/>
                  </a:moveTo>
                  <a:lnTo>
                    <a:pt x="1" y="188"/>
                  </a:lnTo>
                  <a:lnTo>
                    <a:pt x="388" y="188"/>
                  </a:lnTo>
                  <a:lnTo>
                    <a:pt x="38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33">
              <a:extLst>
                <a:ext uri="{FF2B5EF4-FFF2-40B4-BE49-F238E27FC236}">
                  <a16:creationId xmlns:a16="http://schemas.microsoft.com/office/drawing/2014/main" id="{BA61961F-8359-D896-E678-C70EB0E065B6}"/>
                </a:ext>
              </a:extLst>
            </p:cNvPr>
            <p:cNvSpPr/>
            <p:nvPr/>
          </p:nvSpPr>
          <p:spPr>
            <a:xfrm>
              <a:off x="8649926" y="4358553"/>
              <a:ext cx="211541" cy="46834"/>
            </a:xfrm>
            <a:custGeom>
              <a:avLst/>
              <a:gdLst/>
              <a:ahLst/>
              <a:cxnLst/>
              <a:rect l="l" t="t" r="r" b="b"/>
              <a:pathLst>
                <a:path w="1206" h="267" extrusionOk="0">
                  <a:moveTo>
                    <a:pt x="0" y="1"/>
                  </a:moveTo>
                  <a:lnTo>
                    <a:pt x="232" y="266"/>
                  </a:lnTo>
                  <a:lnTo>
                    <a:pt x="973" y="266"/>
                  </a:lnTo>
                  <a:lnTo>
                    <a:pt x="120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33">
              <a:extLst>
                <a:ext uri="{FF2B5EF4-FFF2-40B4-BE49-F238E27FC236}">
                  <a16:creationId xmlns:a16="http://schemas.microsoft.com/office/drawing/2014/main" id="{723003B1-3E6E-8B7F-585E-D2B3F2FC6C72}"/>
                </a:ext>
              </a:extLst>
            </p:cNvPr>
            <p:cNvSpPr/>
            <p:nvPr/>
          </p:nvSpPr>
          <p:spPr>
            <a:xfrm>
              <a:off x="8605198" y="4267517"/>
              <a:ext cx="66129" cy="33152"/>
            </a:xfrm>
            <a:custGeom>
              <a:avLst/>
              <a:gdLst/>
              <a:ahLst/>
              <a:cxnLst/>
              <a:rect l="l" t="t" r="r" b="b"/>
              <a:pathLst>
                <a:path w="377" h="189" extrusionOk="0">
                  <a:moveTo>
                    <a:pt x="1" y="0"/>
                  </a:moveTo>
                  <a:lnTo>
                    <a:pt x="1" y="188"/>
                  </a:lnTo>
                  <a:lnTo>
                    <a:pt x="377" y="188"/>
                  </a:lnTo>
                  <a:lnTo>
                    <a:pt x="37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 name="TextBox 18">
            <a:extLst>
              <a:ext uri="{FF2B5EF4-FFF2-40B4-BE49-F238E27FC236}">
                <a16:creationId xmlns:a16="http://schemas.microsoft.com/office/drawing/2014/main" id="{32714AA1-7946-350B-C665-69FD367C3A21}"/>
              </a:ext>
            </a:extLst>
          </p:cNvPr>
          <p:cNvSpPr txBox="1"/>
          <p:nvPr/>
        </p:nvSpPr>
        <p:spPr>
          <a:xfrm>
            <a:off x="1255182" y="1595967"/>
            <a:ext cx="1948722" cy="307777"/>
          </a:xfrm>
          <a:prstGeom prst="rect">
            <a:avLst/>
          </a:prstGeom>
          <a:noFill/>
        </p:spPr>
        <p:txBody>
          <a:bodyPr wrap="square">
            <a:spAutoFit/>
          </a:bodyPr>
          <a:lstStyle/>
          <a:p>
            <a:pPr marL="285750" indent="-285750">
              <a:buFont typeface="Arial" panose="020B0604020202020204" pitchFamily="34" charset="0"/>
              <a:buChar char="•"/>
            </a:pPr>
            <a:r>
              <a:rPr lang="en-US" dirty="0"/>
              <a:t>Total Revenue</a:t>
            </a:r>
          </a:p>
        </p:txBody>
      </p:sp>
      <p:sp>
        <p:nvSpPr>
          <p:cNvPr id="21" name="TextBox 20">
            <a:extLst>
              <a:ext uri="{FF2B5EF4-FFF2-40B4-BE49-F238E27FC236}">
                <a16:creationId xmlns:a16="http://schemas.microsoft.com/office/drawing/2014/main" id="{DBE1440B-4958-78AC-1F3C-E3CFF2674A61}"/>
              </a:ext>
            </a:extLst>
          </p:cNvPr>
          <p:cNvSpPr txBox="1"/>
          <p:nvPr/>
        </p:nvSpPr>
        <p:spPr>
          <a:xfrm>
            <a:off x="1229030" y="1988318"/>
            <a:ext cx="2649756" cy="307777"/>
          </a:xfrm>
          <a:prstGeom prst="rect">
            <a:avLst/>
          </a:prstGeom>
          <a:noFill/>
        </p:spPr>
        <p:txBody>
          <a:bodyPr wrap="square">
            <a:spAutoFit/>
          </a:bodyPr>
          <a:lstStyle/>
          <a:p>
            <a:pPr marL="285750" indent="-285750">
              <a:buFont typeface="Arial" panose="020B0604020202020204" pitchFamily="34" charset="0"/>
              <a:buChar char="•"/>
            </a:pPr>
            <a:r>
              <a:rPr lang="en-US" dirty="0"/>
              <a:t>Advance Ticket Revenue</a:t>
            </a:r>
          </a:p>
        </p:txBody>
      </p:sp>
      <p:sp>
        <p:nvSpPr>
          <p:cNvPr id="23" name="TextBox 22">
            <a:extLst>
              <a:ext uri="{FF2B5EF4-FFF2-40B4-BE49-F238E27FC236}">
                <a16:creationId xmlns:a16="http://schemas.microsoft.com/office/drawing/2014/main" id="{7EEAB162-A7C7-2D0D-D560-2AA2A5422BE4}"/>
              </a:ext>
            </a:extLst>
          </p:cNvPr>
          <p:cNvSpPr txBox="1"/>
          <p:nvPr/>
        </p:nvSpPr>
        <p:spPr>
          <a:xfrm>
            <a:off x="1229030" y="2319230"/>
            <a:ext cx="2483904" cy="307777"/>
          </a:xfrm>
          <a:prstGeom prst="rect">
            <a:avLst/>
          </a:prstGeom>
          <a:noFill/>
        </p:spPr>
        <p:txBody>
          <a:bodyPr wrap="square">
            <a:spAutoFit/>
          </a:bodyPr>
          <a:lstStyle/>
          <a:p>
            <a:pPr marL="285750" indent="-285750">
              <a:buFont typeface="Arial" panose="020B0604020202020204" pitchFamily="34" charset="0"/>
              <a:buChar char="•"/>
            </a:pPr>
            <a:r>
              <a:rPr lang="en-US" dirty="0"/>
              <a:t>Standard Class Revenue</a:t>
            </a:r>
          </a:p>
        </p:txBody>
      </p:sp>
      <p:sp>
        <p:nvSpPr>
          <p:cNvPr id="25" name="TextBox 24">
            <a:extLst>
              <a:ext uri="{FF2B5EF4-FFF2-40B4-BE49-F238E27FC236}">
                <a16:creationId xmlns:a16="http://schemas.microsoft.com/office/drawing/2014/main" id="{09550B26-897C-DA3C-47B7-9C008387DA98}"/>
              </a:ext>
            </a:extLst>
          </p:cNvPr>
          <p:cNvSpPr txBox="1"/>
          <p:nvPr/>
        </p:nvSpPr>
        <p:spPr>
          <a:xfrm>
            <a:off x="1229030" y="2680483"/>
            <a:ext cx="2323476" cy="307777"/>
          </a:xfrm>
          <a:prstGeom prst="rect">
            <a:avLst/>
          </a:prstGeom>
          <a:noFill/>
        </p:spPr>
        <p:txBody>
          <a:bodyPr wrap="square">
            <a:spAutoFit/>
          </a:bodyPr>
          <a:lstStyle/>
          <a:p>
            <a:pPr marL="285750" indent="-285750">
              <a:buFont typeface="Arial" panose="020B0604020202020204" pitchFamily="34" charset="0"/>
              <a:buChar char="•"/>
            </a:pPr>
            <a:r>
              <a:rPr lang="en-US" dirty="0"/>
              <a:t>First Class Revenue</a:t>
            </a:r>
          </a:p>
        </p:txBody>
      </p:sp>
      <p:sp>
        <p:nvSpPr>
          <p:cNvPr id="27" name="TextBox 26">
            <a:extLst>
              <a:ext uri="{FF2B5EF4-FFF2-40B4-BE49-F238E27FC236}">
                <a16:creationId xmlns:a16="http://schemas.microsoft.com/office/drawing/2014/main" id="{AD70E937-320D-B237-0CD6-C8F30776730C}"/>
              </a:ext>
            </a:extLst>
          </p:cNvPr>
          <p:cNvSpPr txBox="1"/>
          <p:nvPr/>
        </p:nvSpPr>
        <p:spPr>
          <a:xfrm>
            <a:off x="1229030" y="3034529"/>
            <a:ext cx="2323476" cy="307777"/>
          </a:xfrm>
          <a:prstGeom prst="rect">
            <a:avLst/>
          </a:prstGeom>
          <a:noFill/>
        </p:spPr>
        <p:txBody>
          <a:bodyPr wrap="square">
            <a:spAutoFit/>
          </a:bodyPr>
          <a:lstStyle/>
          <a:p>
            <a:pPr marL="285750" indent="-285750">
              <a:buFont typeface="Arial" panose="020B0604020202020204" pitchFamily="34" charset="0"/>
              <a:buChar char="•"/>
            </a:pPr>
            <a:r>
              <a:rPr lang="en-US" dirty="0"/>
              <a:t>Avg Monthly Revenue</a:t>
            </a:r>
          </a:p>
        </p:txBody>
      </p:sp>
      <p:sp>
        <p:nvSpPr>
          <p:cNvPr id="29" name="TextBox 28">
            <a:extLst>
              <a:ext uri="{FF2B5EF4-FFF2-40B4-BE49-F238E27FC236}">
                <a16:creationId xmlns:a16="http://schemas.microsoft.com/office/drawing/2014/main" id="{BDF6E605-48BA-C4D4-BAB5-7E92ABB288FC}"/>
              </a:ext>
            </a:extLst>
          </p:cNvPr>
          <p:cNvSpPr txBox="1"/>
          <p:nvPr/>
        </p:nvSpPr>
        <p:spPr>
          <a:xfrm>
            <a:off x="1229030" y="3434844"/>
            <a:ext cx="2548979" cy="307777"/>
          </a:xfrm>
          <a:prstGeom prst="rect">
            <a:avLst/>
          </a:prstGeom>
          <a:noFill/>
        </p:spPr>
        <p:txBody>
          <a:bodyPr wrap="square">
            <a:spAutoFit/>
          </a:bodyPr>
          <a:lstStyle/>
          <a:p>
            <a:pPr marL="285750" indent="-285750">
              <a:buFont typeface="Arial" panose="020B0604020202020204" pitchFamily="34" charset="0"/>
              <a:buChar char="•"/>
            </a:pPr>
            <a:r>
              <a:rPr lang="en-US" dirty="0"/>
              <a:t>Lowest Month Revenue</a:t>
            </a:r>
          </a:p>
        </p:txBody>
      </p:sp>
      <p:sp>
        <p:nvSpPr>
          <p:cNvPr id="31" name="TextBox 30">
            <a:extLst>
              <a:ext uri="{FF2B5EF4-FFF2-40B4-BE49-F238E27FC236}">
                <a16:creationId xmlns:a16="http://schemas.microsoft.com/office/drawing/2014/main" id="{2F59800E-56D3-6800-3CFE-C6C74FD42CE4}"/>
              </a:ext>
            </a:extLst>
          </p:cNvPr>
          <p:cNvSpPr txBox="1"/>
          <p:nvPr/>
        </p:nvSpPr>
        <p:spPr>
          <a:xfrm>
            <a:off x="5756792" y="1595967"/>
            <a:ext cx="1911711" cy="307777"/>
          </a:xfrm>
          <a:prstGeom prst="rect">
            <a:avLst/>
          </a:prstGeom>
          <a:noFill/>
        </p:spPr>
        <p:txBody>
          <a:bodyPr wrap="square">
            <a:spAutoFit/>
          </a:bodyPr>
          <a:lstStyle/>
          <a:p>
            <a:pPr marL="285750" indent="-285750">
              <a:buFont typeface="Arial" panose="020B0604020202020204" pitchFamily="34" charset="0"/>
              <a:buChar char="•"/>
            </a:pPr>
            <a:r>
              <a:rPr lang="en-US" dirty="0"/>
              <a:t>Total Journeys</a:t>
            </a:r>
          </a:p>
        </p:txBody>
      </p:sp>
      <p:sp>
        <p:nvSpPr>
          <p:cNvPr id="1145" name="TextBox 1144">
            <a:extLst>
              <a:ext uri="{FF2B5EF4-FFF2-40B4-BE49-F238E27FC236}">
                <a16:creationId xmlns:a16="http://schemas.microsoft.com/office/drawing/2014/main" id="{44C5311A-E5D9-1A66-D0B7-E191D6270FC6}"/>
              </a:ext>
            </a:extLst>
          </p:cNvPr>
          <p:cNvSpPr txBox="1"/>
          <p:nvPr/>
        </p:nvSpPr>
        <p:spPr>
          <a:xfrm>
            <a:off x="5756792" y="1984558"/>
            <a:ext cx="1758406" cy="307777"/>
          </a:xfrm>
          <a:prstGeom prst="rect">
            <a:avLst/>
          </a:prstGeom>
          <a:noFill/>
        </p:spPr>
        <p:txBody>
          <a:bodyPr wrap="square">
            <a:spAutoFit/>
          </a:bodyPr>
          <a:lstStyle/>
          <a:p>
            <a:pPr marL="285750" indent="-285750">
              <a:buFont typeface="Arial" panose="020B0604020202020204" pitchFamily="34" charset="0"/>
              <a:buChar char="•"/>
            </a:pPr>
            <a:r>
              <a:rPr lang="en-US" dirty="0"/>
              <a:t>On-Time Rate</a:t>
            </a:r>
          </a:p>
        </p:txBody>
      </p:sp>
      <p:sp>
        <p:nvSpPr>
          <p:cNvPr id="1147" name="TextBox 1146">
            <a:extLst>
              <a:ext uri="{FF2B5EF4-FFF2-40B4-BE49-F238E27FC236}">
                <a16:creationId xmlns:a16="http://schemas.microsoft.com/office/drawing/2014/main" id="{7D3E1816-6E74-90D9-5572-365AC83AE23D}"/>
              </a:ext>
            </a:extLst>
          </p:cNvPr>
          <p:cNvSpPr txBox="1"/>
          <p:nvPr/>
        </p:nvSpPr>
        <p:spPr>
          <a:xfrm>
            <a:off x="5756792" y="2319734"/>
            <a:ext cx="2022931" cy="307777"/>
          </a:xfrm>
          <a:prstGeom prst="rect">
            <a:avLst/>
          </a:prstGeom>
          <a:noFill/>
        </p:spPr>
        <p:txBody>
          <a:bodyPr wrap="square">
            <a:spAutoFit/>
          </a:bodyPr>
          <a:lstStyle/>
          <a:p>
            <a:pPr marL="285750" indent="-285750">
              <a:buFont typeface="Arial" panose="020B0604020202020204" pitchFamily="34" charset="0"/>
              <a:buChar char="•"/>
            </a:pPr>
            <a:r>
              <a:rPr lang="en-US" dirty="0"/>
              <a:t>Cancellation Rate</a:t>
            </a:r>
          </a:p>
        </p:txBody>
      </p:sp>
      <p:sp>
        <p:nvSpPr>
          <p:cNvPr id="1149" name="TextBox 1148">
            <a:extLst>
              <a:ext uri="{FF2B5EF4-FFF2-40B4-BE49-F238E27FC236}">
                <a16:creationId xmlns:a16="http://schemas.microsoft.com/office/drawing/2014/main" id="{20480B80-E488-D84F-586A-B0711C19AEF4}"/>
              </a:ext>
            </a:extLst>
          </p:cNvPr>
          <p:cNvSpPr txBox="1"/>
          <p:nvPr/>
        </p:nvSpPr>
        <p:spPr>
          <a:xfrm>
            <a:off x="5756792" y="2686294"/>
            <a:ext cx="2323476" cy="307777"/>
          </a:xfrm>
          <a:prstGeom prst="rect">
            <a:avLst/>
          </a:prstGeom>
          <a:noFill/>
        </p:spPr>
        <p:txBody>
          <a:bodyPr wrap="square">
            <a:spAutoFit/>
          </a:bodyPr>
          <a:lstStyle/>
          <a:p>
            <a:pPr marL="285750" indent="-285750">
              <a:buFont typeface="Arial" panose="020B0604020202020204" pitchFamily="34" charset="0"/>
              <a:buChar char="•"/>
            </a:pPr>
            <a:r>
              <a:rPr lang="en-US" dirty="0"/>
              <a:t>Refund Rate</a:t>
            </a:r>
          </a:p>
        </p:txBody>
      </p:sp>
      <p:sp>
        <p:nvSpPr>
          <p:cNvPr id="1151" name="TextBox 1150">
            <a:extLst>
              <a:ext uri="{FF2B5EF4-FFF2-40B4-BE49-F238E27FC236}">
                <a16:creationId xmlns:a16="http://schemas.microsoft.com/office/drawing/2014/main" id="{85C21787-5C99-A5D9-2C12-174415E5561E}"/>
              </a:ext>
            </a:extLst>
          </p:cNvPr>
          <p:cNvSpPr txBox="1"/>
          <p:nvPr/>
        </p:nvSpPr>
        <p:spPr>
          <a:xfrm>
            <a:off x="5756792" y="3023569"/>
            <a:ext cx="2132349" cy="307777"/>
          </a:xfrm>
          <a:prstGeom prst="rect">
            <a:avLst/>
          </a:prstGeom>
          <a:noFill/>
        </p:spPr>
        <p:txBody>
          <a:bodyPr wrap="square">
            <a:spAutoFit/>
          </a:bodyPr>
          <a:lstStyle/>
          <a:p>
            <a:pPr marL="285750" indent="-285750">
              <a:buFont typeface="Arial" panose="020B0604020202020204" pitchFamily="34" charset="0"/>
              <a:buChar char="•"/>
            </a:pPr>
            <a:r>
              <a:rPr lang="en-US" dirty="0"/>
              <a:t>Total Passengers</a:t>
            </a:r>
          </a:p>
        </p:txBody>
      </p:sp>
      <p:sp>
        <p:nvSpPr>
          <p:cNvPr id="1025" name="TextBox 1024">
            <a:extLst>
              <a:ext uri="{FF2B5EF4-FFF2-40B4-BE49-F238E27FC236}">
                <a16:creationId xmlns:a16="http://schemas.microsoft.com/office/drawing/2014/main" id="{AE8A597A-71AA-F4A0-6C92-064DE5E92FA6}"/>
              </a:ext>
            </a:extLst>
          </p:cNvPr>
          <p:cNvSpPr txBox="1"/>
          <p:nvPr/>
        </p:nvSpPr>
        <p:spPr>
          <a:xfrm>
            <a:off x="5756791" y="3434844"/>
            <a:ext cx="2323477" cy="307777"/>
          </a:xfrm>
          <a:prstGeom prst="rect">
            <a:avLst/>
          </a:prstGeom>
          <a:noFill/>
        </p:spPr>
        <p:txBody>
          <a:bodyPr wrap="square">
            <a:spAutoFit/>
          </a:bodyPr>
          <a:lstStyle/>
          <a:p>
            <a:pPr marL="285750" indent="-285750">
              <a:buFont typeface="Arial" panose="020B0604020202020204" pitchFamily="34" charset="0"/>
              <a:buChar char="•"/>
            </a:pPr>
            <a:r>
              <a:rPr lang="en-US" dirty="0"/>
              <a:t>% Online Purchases</a:t>
            </a:r>
          </a:p>
        </p:txBody>
      </p:sp>
      <p:sp>
        <p:nvSpPr>
          <p:cNvPr id="1027" name="TextBox 1026">
            <a:extLst>
              <a:ext uri="{FF2B5EF4-FFF2-40B4-BE49-F238E27FC236}">
                <a16:creationId xmlns:a16="http://schemas.microsoft.com/office/drawing/2014/main" id="{A35022FC-25CA-0C98-5EC3-42A3F38AFD21}"/>
              </a:ext>
            </a:extLst>
          </p:cNvPr>
          <p:cNvSpPr txBox="1"/>
          <p:nvPr/>
        </p:nvSpPr>
        <p:spPr>
          <a:xfrm>
            <a:off x="5756791" y="3776162"/>
            <a:ext cx="2207301" cy="307777"/>
          </a:xfrm>
          <a:prstGeom prst="rect">
            <a:avLst/>
          </a:prstGeom>
          <a:noFill/>
        </p:spPr>
        <p:txBody>
          <a:bodyPr wrap="square">
            <a:spAutoFit/>
          </a:bodyPr>
          <a:lstStyle/>
          <a:p>
            <a:pPr marL="285750" indent="-285750">
              <a:buFont typeface="Arial" panose="020B0604020202020204" pitchFamily="34" charset="0"/>
              <a:buChar char="•"/>
            </a:pPr>
            <a:r>
              <a:rPr lang="en-US" dirty="0"/>
              <a:t>% Credit Card</a:t>
            </a:r>
          </a:p>
        </p:txBody>
      </p:sp>
    </p:spTree>
    <p:extLst>
      <p:ext uri="{BB962C8B-B14F-4D97-AF65-F5344CB8AC3E}">
        <p14:creationId xmlns:p14="http://schemas.microsoft.com/office/powerpoint/2010/main" val="1664672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046"/>
                                        </p:tgtEl>
                                        <p:attrNameLst>
                                          <p:attrName>style.visibility</p:attrName>
                                        </p:attrNameLst>
                                      </p:cBhvr>
                                      <p:to>
                                        <p:strVal val="visible"/>
                                      </p:to>
                                    </p:set>
                                    <p:animEffect transition="in" filter="barn(inVertical)">
                                      <p:cBhvr>
                                        <p:cTn id="7" dur="500"/>
                                        <p:tgtEl>
                                          <p:spTgt spid="104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050">
                                            <p:bg/>
                                          </p:spTgt>
                                        </p:tgtEl>
                                        <p:attrNameLst>
                                          <p:attrName>style.visibility</p:attrName>
                                        </p:attrNameLst>
                                      </p:cBhvr>
                                      <p:to>
                                        <p:strVal val="visible"/>
                                      </p:to>
                                    </p:set>
                                    <p:anim calcmode="lin" valueType="num">
                                      <p:cBhvr additive="base">
                                        <p:cTn id="12" dur="500" fill="hold"/>
                                        <p:tgtEl>
                                          <p:spTgt spid="1050">
                                            <p:bg/>
                                          </p:spTgt>
                                        </p:tgtEl>
                                        <p:attrNameLst>
                                          <p:attrName>ppt_x</p:attrName>
                                        </p:attrNameLst>
                                      </p:cBhvr>
                                      <p:tavLst>
                                        <p:tav tm="0">
                                          <p:val>
                                            <p:strVal val="#ppt_x"/>
                                          </p:val>
                                        </p:tav>
                                        <p:tav tm="100000">
                                          <p:val>
                                            <p:strVal val="#ppt_x"/>
                                          </p:val>
                                        </p:tav>
                                      </p:tavLst>
                                    </p:anim>
                                    <p:anim calcmode="lin" valueType="num">
                                      <p:cBhvr additive="base">
                                        <p:cTn id="13" dur="500" fill="hold"/>
                                        <p:tgtEl>
                                          <p:spTgt spid="1050">
                                            <p:bg/>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050">
                                            <p:txEl>
                                              <p:pRg st="0" end="0"/>
                                            </p:txEl>
                                          </p:spTgt>
                                        </p:tgtEl>
                                        <p:attrNameLst>
                                          <p:attrName>style.visibility</p:attrName>
                                        </p:attrNameLst>
                                      </p:cBhvr>
                                      <p:to>
                                        <p:strVal val="visible"/>
                                      </p:to>
                                    </p:set>
                                    <p:anim calcmode="lin" valueType="num">
                                      <p:cBhvr additive="base">
                                        <p:cTn id="18" dur="500" fill="hold"/>
                                        <p:tgtEl>
                                          <p:spTgt spid="1050">
                                            <p:txEl>
                                              <p:pRg st="0" end="0"/>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05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051">
                                            <p:bg/>
                                          </p:spTgt>
                                        </p:tgtEl>
                                        <p:attrNameLst>
                                          <p:attrName>style.visibility</p:attrName>
                                        </p:attrNameLst>
                                      </p:cBhvr>
                                      <p:to>
                                        <p:strVal val="visible"/>
                                      </p:to>
                                    </p:set>
                                    <p:anim calcmode="lin" valueType="num">
                                      <p:cBhvr additive="base">
                                        <p:cTn id="24" dur="500" fill="hold"/>
                                        <p:tgtEl>
                                          <p:spTgt spid="1051">
                                            <p:bg/>
                                          </p:spTgt>
                                        </p:tgtEl>
                                        <p:attrNameLst>
                                          <p:attrName>ppt_x</p:attrName>
                                        </p:attrNameLst>
                                      </p:cBhvr>
                                      <p:tavLst>
                                        <p:tav tm="0">
                                          <p:val>
                                            <p:strVal val="#ppt_x"/>
                                          </p:val>
                                        </p:tav>
                                        <p:tav tm="100000">
                                          <p:val>
                                            <p:strVal val="#ppt_x"/>
                                          </p:val>
                                        </p:tav>
                                      </p:tavLst>
                                    </p:anim>
                                    <p:anim calcmode="lin" valueType="num">
                                      <p:cBhvr additive="base">
                                        <p:cTn id="25" dur="500" fill="hold"/>
                                        <p:tgtEl>
                                          <p:spTgt spid="1051">
                                            <p:bg/>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051">
                                            <p:txEl>
                                              <p:pRg st="0" end="0"/>
                                            </p:txEl>
                                          </p:spTgt>
                                        </p:tgtEl>
                                        <p:attrNameLst>
                                          <p:attrName>style.visibility</p:attrName>
                                        </p:attrNameLst>
                                      </p:cBhvr>
                                      <p:to>
                                        <p:strVal val="visible"/>
                                      </p:to>
                                    </p:set>
                                    <p:anim calcmode="lin" valueType="num">
                                      <p:cBhvr additive="base">
                                        <p:cTn id="30" dur="500" fill="hold"/>
                                        <p:tgtEl>
                                          <p:spTgt spid="1051">
                                            <p:txEl>
                                              <p:pRg st="0" end="0"/>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05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grpId="0" nodeType="click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barn(inVertical)">
                                      <p:cBhvr>
                                        <p:cTn id="36" dur="500"/>
                                        <p:tgtEl>
                                          <p:spTgt spid="19"/>
                                        </p:tgtEl>
                                      </p:cBhvr>
                                    </p:animEffect>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nodeType="clickEffect">
                                  <p:stCondLst>
                                    <p:cond delay="0"/>
                                  </p:stCondLst>
                                  <p:childTnLst>
                                    <p:set>
                                      <p:cBhvr>
                                        <p:cTn id="40" dur="1" fill="hold">
                                          <p:stCondLst>
                                            <p:cond delay="0"/>
                                          </p:stCondLst>
                                        </p:cTn>
                                        <p:tgtEl>
                                          <p:spTgt spid="21">
                                            <p:txEl>
                                              <p:pRg st="0" end="0"/>
                                            </p:txEl>
                                          </p:spTgt>
                                        </p:tgtEl>
                                        <p:attrNameLst>
                                          <p:attrName>style.visibility</p:attrName>
                                        </p:attrNameLst>
                                      </p:cBhvr>
                                      <p:to>
                                        <p:strVal val="visible"/>
                                      </p:to>
                                    </p:set>
                                    <p:animEffect transition="in" filter="barn(inVertical)">
                                      <p:cBhvr>
                                        <p:cTn id="41" dur="500"/>
                                        <p:tgtEl>
                                          <p:spTgt spid="21">
                                            <p:txEl>
                                              <p:pRg st="0" end="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6" presetClass="entr" presetSubtype="21" fill="hold" grpId="0" nodeType="click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barn(inVertical)">
                                      <p:cBhvr>
                                        <p:cTn id="46" dur="500"/>
                                        <p:tgtEl>
                                          <p:spTgt spid="23"/>
                                        </p:tgtEl>
                                      </p:cBhvr>
                                    </p:animEffect>
                                  </p:childTnLst>
                                </p:cTn>
                              </p:par>
                            </p:childTnLst>
                          </p:cTn>
                        </p:par>
                      </p:childTnLst>
                    </p:cTn>
                  </p:par>
                  <p:par>
                    <p:cTn id="47" fill="hold">
                      <p:stCondLst>
                        <p:cond delay="indefinite"/>
                      </p:stCondLst>
                      <p:childTnLst>
                        <p:par>
                          <p:cTn id="48" fill="hold">
                            <p:stCondLst>
                              <p:cond delay="0"/>
                            </p:stCondLst>
                            <p:childTnLst>
                              <p:par>
                                <p:cTn id="49" presetID="16" presetClass="entr" presetSubtype="21" fill="hold" grpId="0" nodeType="click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barn(inVertical)">
                                      <p:cBhvr>
                                        <p:cTn id="51" dur="500"/>
                                        <p:tgtEl>
                                          <p:spTgt spid="25"/>
                                        </p:tgtEl>
                                      </p:cBhvr>
                                    </p:animEffect>
                                  </p:childTnLst>
                                </p:cTn>
                              </p:par>
                            </p:childTnLst>
                          </p:cTn>
                        </p:par>
                      </p:childTnLst>
                    </p:cTn>
                  </p:par>
                  <p:par>
                    <p:cTn id="52" fill="hold">
                      <p:stCondLst>
                        <p:cond delay="indefinite"/>
                      </p:stCondLst>
                      <p:childTnLst>
                        <p:par>
                          <p:cTn id="53" fill="hold">
                            <p:stCondLst>
                              <p:cond delay="0"/>
                            </p:stCondLst>
                            <p:childTnLst>
                              <p:par>
                                <p:cTn id="54" presetID="16" presetClass="entr" presetSubtype="21" fill="hold" grpId="0" nodeType="click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barn(inVertical)">
                                      <p:cBhvr>
                                        <p:cTn id="56" dur="500"/>
                                        <p:tgtEl>
                                          <p:spTgt spid="27"/>
                                        </p:tgtEl>
                                      </p:cBhvr>
                                    </p:animEffect>
                                  </p:childTnLst>
                                </p:cTn>
                              </p:par>
                            </p:childTnLst>
                          </p:cTn>
                        </p:par>
                      </p:childTnLst>
                    </p:cTn>
                  </p:par>
                  <p:par>
                    <p:cTn id="57" fill="hold">
                      <p:stCondLst>
                        <p:cond delay="indefinite"/>
                      </p:stCondLst>
                      <p:childTnLst>
                        <p:par>
                          <p:cTn id="58" fill="hold">
                            <p:stCondLst>
                              <p:cond delay="0"/>
                            </p:stCondLst>
                            <p:childTnLst>
                              <p:par>
                                <p:cTn id="59" presetID="16" presetClass="entr" presetSubtype="21" fill="hold" grpId="0" nodeType="clickEffect">
                                  <p:stCondLst>
                                    <p:cond delay="0"/>
                                  </p:stCondLst>
                                  <p:childTnLst>
                                    <p:set>
                                      <p:cBhvr>
                                        <p:cTn id="60" dur="1" fill="hold">
                                          <p:stCondLst>
                                            <p:cond delay="0"/>
                                          </p:stCondLst>
                                        </p:cTn>
                                        <p:tgtEl>
                                          <p:spTgt spid="29"/>
                                        </p:tgtEl>
                                        <p:attrNameLst>
                                          <p:attrName>style.visibility</p:attrName>
                                        </p:attrNameLst>
                                      </p:cBhvr>
                                      <p:to>
                                        <p:strVal val="visible"/>
                                      </p:to>
                                    </p:set>
                                    <p:animEffect transition="in" filter="barn(inVertical)">
                                      <p:cBhvr>
                                        <p:cTn id="61" dur="500"/>
                                        <p:tgtEl>
                                          <p:spTgt spid="29"/>
                                        </p:tgtEl>
                                      </p:cBhvr>
                                    </p:animEffect>
                                  </p:childTnLst>
                                </p:cTn>
                              </p:par>
                            </p:childTnLst>
                          </p:cTn>
                        </p:par>
                      </p:childTnLst>
                    </p:cTn>
                  </p:par>
                  <p:par>
                    <p:cTn id="62" fill="hold">
                      <p:stCondLst>
                        <p:cond delay="indefinite"/>
                      </p:stCondLst>
                      <p:childTnLst>
                        <p:par>
                          <p:cTn id="63" fill="hold">
                            <p:stCondLst>
                              <p:cond delay="0"/>
                            </p:stCondLst>
                            <p:childTnLst>
                              <p:par>
                                <p:cTn id="64" presetID="16" presetClass="entr" presetSubtype="21" fill="hold" grpId="0" nodeType="clickEffect">
                                  <p:stCondLst>
                                    <p:cond delay="0"/>
                                  </p:stCondLst>
                                  <p:childTnLst>
                                    <p:set>
                                      <p:cBhvr>
                                        <p:cTn id="65" dur="1" fill="hold">
                                          <p:stCondLst>
                                            <p:cond delay="0"/>
                                          </p:stCondLst>
                                        </p:cTn>
                                        <p:tgtEl>
                                          <p:spTgt spid="31"/>
                                        </p:tgtEl>
                                        <p:attrNameLst>
                                          <p:attrName>style.visibility</p:attrName>
                                        </p:attrNameLst>
                                      </p:cBhvr>
                                      <p:to>
                                        <p:strVal val="visible"/>
                                      </p:to>
                                    </p:set>
                                    <p:animEffect transition="in" filter="barn(inVertical)">
                                      <p:cBhvr>
                                        <p:cTn id="66" dur="500"/>
                                        <p:tgtEl>
                                          <p:spTgt spid="31"/>
                                        </p:tgtEl>
                                      </p:cBhvr>
                                    </p:animEffect>
                                  </p:childTnLst>
                                </p:cTn>
                              </p:par>
                            </p:childTnLst>
                          </p:cTn>
                        </p:par>
                      </p:childTnLst>
                    </p:cTn>
                  </p:par>
                  <p:par>
                    <p:cTn id="67" fill="hold">
                      <p:stCondLst>
                        <p:cond delay="indefinite"/>
                      </p:stCondLst>
                      <p:childTnLst>
                        <p:par>
                          <p:cTn id="68" fill="hold">
                            <p:stCondLst>
                              <p:cond delay="0"/>
                            </p:stCondLst>
                            <p:childTnLst>
                              <p:par>
                                <p:cTn id="69" presetID="16" presetClass="entr" presetSubtype="21" fill="hold" grpId="0" nodeType="clickEffect">
                                  <p:stCondLst>
                                    <p:cond delay="0"/>
                                  </p:stCondLst>
                                  <p:childTnLst>
                                    <p:set>
                                      <p:cBhvr>
                                        <p:cTn id="70" dur="1" fill="hold">
                                          <p:stCondLst>
                                            <p:cond delay="0"/>
                                          </p:stCondLst>
                                        </p:cTn>
                                        <p:tgtEl>
                                          <p:spTgt spid="1145"/>
                                        </p:tgtEl>
                                        <p:attrNameLst>
                                          <p:attrName>style.visibility</p:attrName>
                                        </p:attrNameLst>
                                      </p:cBhvr>
                                      <p:to>
                                        <p:strVal val="visible"/>
                                      </p:to>
                                    </p:set>
                                    <p:animEffect transition="in" filter="barn(inVertical)">
                                      <p:cBhvr>
                                        <p:cTn id="71" dur="500"/>
                                        <p:tgtEl>
                                          <p:spTgt spid="1145"/>
                                        </p:tgtEl>
                                      </p:cBhvr>
                                    </p:animEffect>
                                  </p:childTnLst>
                                </p:cTn>
                              </p:par>
                            </p:childTnLst>
                          </p:cTn>
                        </p:par>
                      </p:childTnLst>
                    </p:cTn>
                  </p:par>
                  <p:par>
                    <p:cTn id="72" fill="hold">
                      <p:stCondLst>
                        <p:cond delay="indefinite"/>
                      </p:stCondLst>
                      <p:childTnLst>
                        <p:par>
                          <p:cTn id="73" fill="hold">
                            <p:stCondLst>
                              <p:cond delay="0"/>
                            </p:stCondLst>
                            <p:childTnLst>
                              <p:par>
                                <p:cTn id="74" presetID="16" presetClass="entr" presetSubtype="21" fill="hold" nodeType="clickEffect">
                                  <p:stCondLst>
                                    <p:cond delay="0"/>
                                  </p:stCondLst>
                                  <p:childTnLst>
                                    <p:set>
                                      <p:cBhvr>
                                        <p:cTn id="75" dur="1" fill="hold">
                                          <p:stCondLst>
                                            <p:cond delay="0"/>
                                          </p:stCondLst>
                                        </p:cTn>
                                        <p:tgtEl>
                                          <p:spTgt spid="1147">
                                            <p:txEl>
                                              <p:pRg st="0" end="0"/>
                                            </p:txEl>
                                          </p:spTgt>
                                        </p:tgtEl>
                                        <p:attrNameLst>
                                          <p:attrName>style.visibility</p:attrName>
                                        </p:attrNameLst>
                                      </p:cBhvr>
                                      <p:to>
                                        <p:strVal val="visible"/>
                                      </p:to>
                                    </p:set>
                                    <p:animEffect transition="in" filter="barn(inVertical)">
                                      <p:cBhvr>
                                        <p:cTn id="76" dur="500"/>
                                        <p:tgtEl>
                                          <p:spTgt spid="1147">
                                            <p:txEl>
                                              <p:pRg st="0" end="0"/>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16" presetClass="entr" presetSubtype="21" fill="hold" grpId="0" nodeType="clickEffect">
                                  <p:stCondLst>
                                    <p:cond delay="0"/>
                                  </p:stCondLst>
                                  <p:childTnLst>
                                    <p:set>
                                      <p:cBhvr>
                                        <p:cTn id="80" dur="1" fill="hold">
                                          <p:stCondLst>
                                            <p:cond delay="0"/>
                                          </p:stCondLst>
                                        </p:cTn>
                                        <p:tgtEl>
                                          <p:spTgt spid="1149"/>
                                        </p:tgtEl>
                                        <p:attrNameLst>
                                          <p:attrName>style.visibility</p:attrName>
                                        </p:attrNameLst>
                                      </p:cBhvr>
                                      <p:to>
                                        <p:strVal val="visible"/>
                                      </p:to>
                                    </p:set>
                                    <p:animEffect transition="in" filter="barn(inVertical)">
                                      <p:cBhvr>
                                        <p:cTn id="81" dur="500"/>
                                        <p:tgtEl>
                                          <p:spTgt spid="1149"/>
                                        </p:tgtEl>
                                      </p:cBhvr>
                                    </p:animEffect>
                                  </p:childTnLst>
                                </p:cTn>
                              </p:par>
                            </p:childTnLst>
                          </p:cTn>
                        </p:par>
                      </p:childTnLst>
                    </p:cTn>
                  </p:par>
                  <p:par>
                    <p:cTn id="82" fill="hold">
                      <p:stCondLst>
                        <p:cond delay="indefinite"/>
                      </p:stCondLst>
                      <p:childTnLst>
                        <p:par>
                          <p:cTn id="83" fill="hold">
                            <p:stCondLst>
                              <p:cond delay="0"/>
                            </p:stCondLst>
                            <p:childTnLst>
                              <p:par>
                                <p:cTn id="84" presetID="16" presetClass="entr" presetSubtype="21" fill="hold" grpId="0" nodeType="clickEffect">
                                  <p:stCondLst>
                                    <p:cond delay="0"/>
                                  </p:stCondLst>
                                  <p:childTnLst>
                                    <p:set>
                                      <p:cBhvr>
                                        <p:cTn id="85" dur="1" fill="hold">
                                          <p:stCondLst>
                                            <p:cond delay="0"/>
                                          </p:stCondLst>
                                        </p:cTn>
                                        <p:tgtEl>
                                          <p:spTgt spid="1151"/>
                                        </p:tgtEl>
                                        <p:attrNameLst>
                                          <p:attrName>style.visibility</p:attrName>
                                        </p:attrNameLst>
                                      </p:cBhvr>
                                      <p:to>
                                        <p:strVal val="visible"/>
                                      </p:to>
                                    </p:set>
                                    <p:animEffect transition="in" filter="barn(inVertical)">
                                      <p:cBhvr>
                                        <p:cTn id="86" dur="500"/>
                                        <p:tgtEl>
                                          <p:spTgt spid="1151"/>
                                        </p:tgtEl>
                                      </p:cBhvr>
                                    </p:animEffect>
                                  </p:childTnLst>
                                </p:cTn>
                              </p:par>
                            </p:childTnLst>
                          </p:cTn>
                        </p:par>
                      </p:childTnLst>
                    </p:cTn>
                  </p:par>
                  <p:par>
                    <p:cTn id="87" fill="hold">
                      <p:stCondLst>
                        <p:cond delay="indefinite"/>
                      </p:stCondLst>
                      <p:childTnLst>
                        <p:par>
                          <p:cTn id="88" fill="hold">
                            <p:stCondLst>
                              <p:cond delay="0"/>
                            </p:stCondLst>
                            <p:childTnLst>
                              <p:par>
                                <p:cTn id="89" presetID="16" presetClass="entr" presetSubtype="21" fill="hold" grpId="0" nodeType="clickEffect">
                                  <p:stCondLst>
                                    <p:cond delay="0"/>
                                  </p:stCondLst>
                                  <p:childTnLst>
                                    <p:set>
                                      <p:cBhvr>
                                        <p:cTn id="90" dur="1" fill="hold">
                                          <p:stCondLst>
                                            <p:cond delay="0"/>
                                          </p:stCondLst>
                                        </p:cTn>
                                        <p:tgtEl>
                                          <p:spTgt spid="1025"/>
                                        </p:tgtEl>
                                        <p:attrNameLst>
                                          <p:attrName>style.visibility</p:attrName>
                                        </p:attrNameLst>
                                      </p:cBhvr>
                                      <p:to>
                                        <p:strVal val="visible"/>
                                      </p:to>
                                    </p:set>
                                    <p:animEffect transition="in" filter="barn(inVertical)">
                                      <p:cBhvr>
                                        <p:cTn id="91" dur="500"/>
                                        <p:tgtEl>
                                          <p:spTgt spid="1025"/>
                                        </p:tgtEl>
                                      </p:cBhvr>
                                    </p:animEffect>
                                  </p:childTnLst>
                                </p:cTn>
                              </p:par>
                            </p:childTnLst>
                          </p:cTn>
                        </p:par>
                      </p:childTnLst>
                    </p:cTn>
                  </p:par>
                  <p:par>
                    <p:cTn id="92" fill="hold">
                      <p:stCondLst>
                        <p:cond delay="indefinite"/>
                      </p:stCondLst>
                      <p:childTnLst>
                        <p:par>
                          <p:cTn id="93" fill="hold">
                            <p:stCondLst>
                              <p:cond delay="0"/>
                            </p:stCondLst>
                            <p:childTnLst>
                              <p:par>
                                <p:cTn id="94" presetID="16" presetClass="entr" presetSubtype="21" fill="hold" grpId="0" nodeType="clickEffect">
                                  <p:stCondLst>
                                    <p:cond delay="0"/>
                                  </p:stCondLst>
                                  <p:childTnLst>
                                    <p:set>
                                      <p:cBhvr>
                                        <p:cTn id="95" dur="1" fill="hold">
                                          <p:stCondLst>
                                            <p:cond delay="0"/>
                                          </p:stCondLst>
                                        </p:cTn>
                                        <p:tgtEl>
                                          <p:spTgt spid="1027"/>
                                        </p:tgtEl>
                                        <p:attrNameLst>
                                          <p:attrName>style.visibility</p:attrName>
                                        </p:attrNameLst>
                                      </p:cBhvr>
                                      <p:to>
                                        <p:strVal val="visible"/>
                                      </p:to>
                                    </p:set>
                                    <p:animEffect transition="in" filter="barn(inVertical)">
                                      <p:cBhvr>
                                        <p:cTn id="96" dur="500"/>
                                        <p:tgtEl>
                                          <p:spTgt spid="1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6" grpId="0"/>
      <p:bldP spid="1050" grpId="0" build="p" animBg="1"/>
      <p:bldP spid="1051" grpId="0" build="p" animBg="1"/>
      <p:bldP spid="19" grpId="0"/>
      <p:bldP spid="23" grpId="0"/>
      <p:bldP spid="25" grpId="0"/>
      <p:bldP spid="27" grpId="0"/>
      <p:bldP spid="29" grpId="0"/>
      <p:bldP spid="31" grpId="0"/>
      <p:bldP spid="1145" grpId="0"/>
      <p:bldP spid="1149" grpId="0"/>
      <p:bldP spid="1151" grpId="0"/>
      <p:bldP spid="1025" grpId="0"/>
      <p:bldP spid="102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47">
          <a:extLst>
            <a:ext uri="{FF2B5EF4-FFF2-40B4-BE49-F238E27FC236}">
              <a16:creationId xmlns:a16="http://schemas.microsoft.com/office/drawing/2014/main" id="{A7E96A5F-1F54-19BF-477F-10918D369353}"/>
            </a:ext>
          </a:extLst>
        </p:cNvPr>
        <p:cNvGrpSpPr/>
        <p:nvPr/>
      </p:nvGrpSpPr>
      <p:grpSpPr>
        <a:xfrm>
          <a:off x="0" y="0"/>
          <a:ext cx="0" cy="0"/>
          <a:chOff x="0" y="0"/>
          <a:chExt cx="0" cy="0"/>
        </a:xfrm>
      </p:grpSpPr>
      <p:sp>
        <p:nvSpPr>
          <p:cNvPr id="1148" name="Google Shape;1148;p34">
            <a:extLst>
              <a:ext uri="{FF2B5EF4-FFF2-40B4-BE49-F238E27FC236}">
                <a16:creationId xmlns:a16="http://schemas.microsoft.com/office/drawing/2014/main" id="{B1425C06-131B-A6B5-A737-0DF449738D37}"/>
              </a:ext>
            </a:extLst>
          </p:cNvPr>
          <p:cNvSpPr txBox="1">
            <a:spLocks noGrp="1"/>
          </p:cNvSpPr>
          <p:nvPr>
            <p:ph type="title"/>
          </p:nvPr>
        </p:nvSpPr>
        <p:spPr>
          <a:xfrm>
            <a:off x="720000" y="184223"/>
            <a:ext cx="7704000" cy="610255"/>
          </a:xfrm>
          <a:prstGeom prst="rect">
            <a:avLst/>
          </a:prstGeom>
        </p:spPr>
        <p:txBody>
          <a:bodyPr spcFirstLastPara="1" wrap="square" lIns="91425" tIns="91425" rIns="91425" bIns="91425" anchor="t" anchorCtr="0">
            <a:noAutofit/>
          </a:bodyPr>
          <a:lstStyle/>
          <a:p>
            <a:pPr lvl="0"/>
            <a:r>
              <a:rPr lang="en-US" dirty="0"/>
              <a:t>Charts Categories</a:t>
            </a:r>
            <a:endParaRPr dirty="0"/>
          </a:p>
        </p:txBody>
      </p:sp>
      <p:sp>
        <p:nvSpPr>
          <p:cNvPr id="1150" name="Google Shape;1150;p34">
            <a:extLst>
              <a:ext uri="{FF2B5EF4-FFF2-40B4-BE49-F238E27FC236}">
                <a16:creationId xmlns:a16="http://schemas.microsoft.com/office/drawing/2014/main" id="{AD49DDE1-CC53-F560-BB58-846A225F61C6}"/>
              </a:ext>
            </a:extLst>
          </p:cNvPr>
          <p:cNvSpPr/>
          <p:nvPr/>
        </p:nvSpPr>
        <p:spPr>
          <a:xfrm flipH="1">
            <a:off x="7379053" y="4629957"/>
            <a:ext cx="1852422" cy="513550"/>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1" name="Google Shape;1151;p34">
            <a:extLst>
              <a:ext uri="{FF2B5EF4-FFF2-40B4-BE49-F238E27FC236}">
                <a16:creationId xmlns:a16="http://schemas.microsoft.com/office/drawing/2014/main" id="{AA7A721B-0C74-41DE-66A0-B2572D4203EB}"/>
              </a:ext>
            </a:extLst>
          </p:cNvPr>
          <p:cNvGrpSpPr/>
          <p:nvPr/>
        </p:nvGrpSpPr>
        <p:grpSpPr>
          <a:xfrm rot="5400000">
            <a:off x="-361547" y="3902218"/>
            <a:ext cx="1686810" cy="795739"/>
            <a:chOff x="7486078" y="1255168"/>
            <a:chExt cx="1686810" cy="795739"/>
          </a:xfrm>
        </p:grpSpPr>
        <p:sp>
          <p:nvSpPr>
            <p:cNvPr id="1152" name="Google Shape;1152;p34">
              <a:extLst>
                <a:ext uri="{FF2B5EF4-FFF2-40B4-BE49-F238E27FC236}">
                  <a16:creationId xmlns:a16="http://schemas.microsoft.com/office/drawing/2014/main" id="{8DE9D6EC-5744-DC53-C941-943B80E12F51}"/>
                </a:ext>
              </a:extLst>
            </p:cNvPr>
            <p:cNvSpPr/>
            <p:nvPr/>
          </p:nvSpPr>
          <p:spPr>
            <a:xfrm rot="-5400000">
              <a:off x="8462831" y="1079222"/>
              <a:ext cx="85680" cy="1051573"/>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34">
              <a:extLst>
                <a:ext uri="{FF2B5EF4-FFF2-40B4-BE49-F238E27FC236}">
                  <a16:creationId xmlns:a16="http://schemas.microsoft.com/office/drawing/2014/main" id="{6D4CEAD6-FF73-10EE-802F-03443744FF1C}"/>
                </a:ext>
              </a:extLst>
            </p:cNvPr>
            <p:cNvSpPr/>
            <p:nvPr/>
          </p:nvSpPr>
          <p:spPr>
            <a:xfrm rot="-5400000">
              <a:off x="8484190" y="1057862"/>
              <a:ext cx="42961" cy="1051573"/>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4">
              <a:extLst>
                <a:ext uri="{FF2B5EF4-FFF2-40B4-BE49-F238E27FC236}">
                  <a16:creationId xmlns:a16="http://schemas.microsoft.com/office/drawing/2014/main" id="{56595EC7-8606-E66C-756D-C724F68B8591}"/>
                </a:ext>
              </a:extLst>
            </p:cNvPr>
            <p:cNvSpPr/>
            <p:nvPr/>
          </p:nvSpPr>
          <p:spPr>
            <a:xfrm rot="-5400000">
              <a:off x="8136884" y="1575805"/>
              <a:ext cx="85680" cy="58407"/>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34">
              <a:extLst>
                <a:ext uri="{FF2B5EF4-FFF2-40B4-BE49-F238E27FC236}">
                  <a16:creationId xmlns:a16="http://schemas.microsoft.com/office/drawing/2014/main" id="{2CE09F14-364F-A027-F82A-A19DBA25618E}"/>
                </a:ext>
              </a:extLst>
            </p:cNvPr>
            <p:cNvSpPr/>
            <p:nvPr/>
          </p:nvSpPr>
          <p:spPr>
            <a:xfrm rot="-5400000">
              <a:off x="8803015" y="1534051"/>
              <a:ext cx="600726" cy="139019"/>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34">
              <a:extLst>
                <a:ext uri="{FF2B5EF4-FFF2-40B4-BE49-F238E27FC236}">
                  <a16:creationId xmlns:a16="http://schemas.microsoft.com/office/drawing/2014/main" id="{AB68AF6C-362F-E833-7BE6-0B2BC6A02E7A}"/>
                </a:ext>
              </a:extLst>
            </p:cNvPr>
            <p:cNvSpPr/>
            <p:nvPr/>
          </p:nvSpPr>
          <p:spPr>
            <a:xfrm rot="-5400000">
              <a:off x="7430446" y="1310800"/>
              <a:ext cx="779569" cy="66830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4">
              <a:extLst>
                <a:ext uri="{FF2B5EF4-FFF2-40B4-BE49-F238E27FC236}">
                  <a16:creationId xmlns:a16="http://schemas.microsoft.com/office/drawing/2014/main" id="{0152EF5C-53EB-5C63-4819-A0C1970DB224}"/>
                </a:ext>
              </a:extLst>
            </p:cNvPr>
            <p:cNvSpPr/>
            <p:nvPr/>
          </p:nvSpPr>
          <p:spPr>
            <a:xfrm rot="-5400000">
              <a:off x="7461098" y="1349417"/>
              <a:ext cx="718265" cy="615208"/>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4">
              <a:extLst>
                <a:ext uri="{FF2B5EF4-FFF2-40B4-BE49-F238E27FC236}">
                  <a16:creationId xmlns:a16="http://schemas.microsoft.com/office/drawing/2014/main" id="{BD597AF5-B77A-EAA8-473A-78A06C1DB328}"/>
                </a:ext>
              </a:extLst>
            </p:cNvPr>
            <p:cNvSpPr/>
            <p:nvPr/>
          </p:nvSpPr>
          <p:spPr>
            <a:xfrm rot="-5400000">
              <a:off x="7430688" y="1326729"/>
              <a:ext cx="779569" cy="668788"/>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34">
              <a:extLst>
                <a:ext uri="{FF2B5EF4-FFF2-40B4-BE49-F238E27FC236}">
                  <a16:creationId xmlns:a16="http://schemas.microsoft.com/office/drawing/2014/main" id="{C3D7D2FB-A186-0ABB-D5CA-47B44EDAE499}"/>
                </a:ext>
              </a:extLst>
            </p:cNvPr>
            <p:cNvSpPr/>
            <p:nvPr/>
          </p:nvSpPr>
          <p:spPr>
            <a:xfrm rot="5400000" flipH="1">
              <a:off x="7557667" y="1340997"/>
              <a:ext cx="525000" cy="525000"/>
            </a:xfrm>
            <a:prstGeom prst="mathMultiply">
              <a:avLst>
                <a:gd name="adj1" fmla="val 1275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 name="Google Shape;2115;p43">
            <a:extLst>
              <a:ext uri="{FF2B5EF4-FFF2-40B4-BE49-F238E27FC236}">
                <a16:creationId xmlns:a16="http://schemas.microsoft.com/office/drawing/2014/main" id="{973EFD01-5492-8B6E-B988-CCA30407B715}"/>
              </a:ext>
            </a:extLst>
          </p:cNvPr>
          <p:cNvGrpSpPr/>
          <p:nvPr/>
        </p:nvGrpSpPr>
        <p:grpSpPr>
          <a:xfrm>
            <a:off x="2334256" y="4414595"/>
            <a:ext cx="2724925" cy="728897"/>
            <a:chOff x="5561503" y="3453500"/>
            <a:chExt cx="4725912" cy="1150499"/>
          </a:xfrm>
        </p:grpSpPr>
        <p:sp>
          <p:nvSpPr>
            <p:cNvPr id="5" name="Google Shape;2116;p43">
              <a:extLst>
                <a:ext uri="{FF2B5EF4-FFF2-40B4-BE49-F238E27FC236}">
                  <a16:creationId xmlns:a16="http://schemas.microsoft.com/office/drawing/2014/main" id="{4DB47DE4-AA6A-520F-2A34-0977F1E1E332}"/>
                </a:ext>
              </a:extLst>
            </p:cNvPr>
            <p:cNvSpPr/>
            <p:nvPr/>
          </p:nvSpPr>
          <p:spPr>
            <a:xfrm>
              <a:off x="7421794" y="3506229"/>
              <a:ext cx="453576" cy="36243"/>
            </a:xfrm>
            <a:custGeom>
              <a:avLst/>
              <a:gdLst/>
              <a:ahLst/>
              <a:cxnLst/>
              <a:rect l="l" t="t" r="r" b="b"/>
              <a:pathLst>
                <a:path w="3329" h="266" extrusionOk="0">
                  <a:moveTo>
                    <a:pt x="0" y="1"/>
                  </a:moveTo>
                  <a:lnTo>
                    <a:pt x="0" y="266"/>
                  </a:lnTo>
                  <a:lnTo>
                    <a:pt x="3329" y="266"/>
                  </a:lnTo>
                  <a:lnTo>
                    <a:pt x="3329" y="1"/>
                  </a:lnTo>
                  <a:close/>
                </a:path>
              </a:pathLst>
            </a:custGeom>
            <a:solidFill>
              <a:srgbClr val="A72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2117;p43">
              <a:extLst>
                <a:ext uri="{FF2B5EF4-FFF2-40B4-BE49-F238E27FC236}">
                  <a16:creationId xmlns:a16="http://schemas.microsoft.com/office/drawing/2014/main" id="{2024917C-F92E-4BF3-3021-4D175E807230}"/>
                </a:ext>
              </a:extLst>
            </p:cNvPr>
            <p:cNvSpPr/>
            <p:nvPr/>
          </p:nvSpPr>
          <p:spPr>
            <a:xfrm>
              <a:off x="7682442" y="4157098"/>
              <a:ext cx="256150" cy="66354"/>
            </a:xfrm>
            <a:custGeom>
              <a:avLst/>
              <a:gdLst/>
              <a:ahLst/>
              <a:cxnLst/>
              <a:rect l="l" t="t" r="r" b="b"/>
              <a:pathLst>
                <a:path w="1880" h="487" extrusionOk="0">
                  <a:moveTo>
                    <a:pt x="0" y="0"/>
                  </a:moveTo>
                  <a:lnTo>
                    <a:pt x="0" y="487"/>
                  </a:lnTo>
                  <a:lnTo>
                    <a:pt x="1880" y="487"/>
                  </a:lnTo>
                  <a:lnTo>
                    <a:pt x="188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2118;p43">
              <a:extLst>
                <a:ext uri="{FF2B5EF4-FFF2-40B4-BE49-F238E27FC236}">
                  <a16:creationId xmlns:a16="http://schemas.microsoft.com/office/drawing/2014/main" id="{784F554A-FEA3-C85E-408D-B23243DF9DF6}"/>
                </a:ext>
              </a:extLst>
            </p:cNvPr>
            <p:cNvSpPr/>
            <p:nvPr/>
          </p:nvSpPr>
          <p:spPr>
            <a:xfrm>
              <a:off x="6148669" y="4173721"/>
              <a:ext cx="1625735" cy="322504"/>
            </a:xfrm>
            <a:custGeom>
              <a:avLst/>
              <a:gdLst/>
              <a:ahLst/>
              <a:cxnLst/>
              <a:rect l="l" t="t" r="r" b="b"/>
              <a:pathLst>
                <a:path w="11932" h="2367" extrusionOk="0">
                  <a:moveTo>
                    <a:pt x="1" y="0"/>
                  </a:moveTo>
                  <a:lnTo>
                    <a:pt x="1" y="2366"/>
                  </a:lnTo>
                  <a:lnTo>
                    <a:pt x="11932" y="2366"/>
                  </a:lnTo>
                  <a:lnTo>
                    <a:pt x="1193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119;p43">
              <a:extLst>
                <a:ext uri="{FF2B5EF4-FFF2-40B4-BE49-F238E27FC236}">
                  <a16:creationId xmlns:a16="http://schemas.microsoft.com/office/drawing/2014/main" id="{4B2BE77B-CE2B-17CD-9FF1-EAD289193E67}"/>
                </a:ext>
              </a:extLst>
            </p:cNvPr>
            <p:cNvSpPr/>
            <p:nvPr/>
          </p:nvSpPr>
          <p:spPr>
            <a:xfrm>
              <a:off x="7381056" y="4095377"/>
              <a:ext cx="535054" cy="33245"/>
            </a:xfrm>
            <a:custGeom>
              <a:avLst/>
              <a:gdLst/>
              <a:ahLst/>
              <a:cxnLst/>
              <a:rect l="l" t="t" r="r" b="b"/>
              <a:pathLst>
                <a:path w="3927" h="244" extrusionOk="0">
                  <a:moveTo>
                    <a:pt x="1" y="0"/>
                  </a:moveTo>
                  <a:lnTo>
                    <a:pt x="1" y="243"/>
                  </a:lnTo>
                  <a:lnTo>
                    <a:pt x="3926" y="243"/>
                  </a:lnTo>
                  <a:lnTo>
                    <a:pt x="39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120;p43">
              <a:extLst>
                <a:ext uri="{FF2B5EF4-FFF2-40B4-BE49-F238E27FC236}">
                  <a16:creationId xmlns:a16="http://schemas.microsoft.com/office/drawing/2014/main" id="{F6CF838F-E56B-FBAF-FA96-202F6E0249EC}"/>
                </a:ext>
              </a:extLst>
            </p:cNvPr>
            <p:cNvSpPr/>
            <p:nvPr/>
          </p:nvSpPr>
          <p:spPr>
            <a:xfrm>
              <a:off x="7381056" y="3572583"/>
              <a:ext cx="324139" cy="363106"/>
            </a:xfrm>
            <a:custGeom>
              <a:avLst/>
              <a:gdLst/>
              <a:ahLst/>
              <a:cxnLst/>
              <a:rect l="l" t="t" r="r" b="b"/>
              <a:pathLst>
                <a:path w="2379" h="2665" extrusionOk="0">
                  <a:moveTo>
                    <a:pt x="1" y="0"/>
                  </a:moveTo>
                  <a:lnTo>
                    <a:pt x="1" y="2665"/>
                  </a:lnTo>
                  <a:lnTo>
                    <a:pt x="2378" y="2665"/>
                  </a:lnTo>
                  <a:lnTo>
                    <a:pt x="237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121;p43">
              <a:extLst>
                <a:ext uri="{FF2B5EF4-FFF2-40B4-BE49-F238E27FC236}">
                  <a16:creationId xmlns:a16="http://schemas.microsoft.com/office/drawing/2014/main" id="{BFDBBCE4-921E-CFA8-CB34-88278C5D46B6}"/>
                </a:ext>
              </a:extLst>
            </p:cNvPr>
            <p:cNvSpPr/>
            <p:nvPr/>
          </p:nvSpPr>
          <p:spPr>
            <a:xfrm>
              <a:off x="6228512" y="3789494"/>
              <a:ext cx="1152675" cy="339126"/>
            </a:xfrm>
            <a:custGeom>
              <a:avLst/>
              <a:gdLst/>
              <a:ahLst/>
              <a:cxnLst/>
              <a:rect l="l" t="t" r="r" b="b"/>
              <a:pathLst>
                <a:path w="8460" h="2489" extrusionOk="0">
                  <a:moveTo>
                    <a:pt x="1" y="0"/>
                  </a:moveTo>
                  <a:lnTo>
                    <a:pt x="1" y="2488"/>
                  </a:lnTo>
                  <a:lnTo>
                    <a:pt x="8460" y="2488"/>
                  </a:lnTo>
                  <a:lnTo>
                    <a:pt x="846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122;p43">
              <a:extLst>
                <a:ext uri="{FF2B5EF4-FFF2-40B4-BE49-F238E27FC236}">
                  <a16:creationId xmlns:a16="http://schemas.microsoft.com/office/drawing/2014/main" id="{0E41743C-2AE2-1A8A-4127-E37DF68F82CF}"/>
                </a:ext>
              </a:extLst>
            </p:cNvPr>
            <p:cNvSpPr/>
            <p:nvPr/>
          </p:nvSpPr>
          <p:spPr>
            <a:xfrm>
              <a:off x="6192405" y="3825600"/>
              <a:ext cx="113088" cy="247294"/>
            </a:xfrm>
            <a:custGeom>
              <a:avLst/>
              <a:gdLst/>
              <a:ahLst/>
              <a:cxnLst/>
              <a:rect l="l" t="t" r="r" b="b"/>
              <a:pathLst>
                <a:path w="830" h="1815" extrusionOk="0">
                  <a:moveTo>
                    <a:pt x="0" y="1"/>
                  </a:moveTo>
                  <a:lnTo>
                    <a:pt x="0" y="1814"/>
                  </a:lnTo>
                  <a:lnTo>
                    <a:pt x="830" y="1814"/>
                  </a:lnTo>
                  <a:lnTo>
                    <a:pt x="83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123;p43">
              <a:extLst>
                <a:ext uri="{FF2B5EF4-FFF2-40B4-BE49-F238E27FC236}">
                  <a16:creationId xmlns:a16="http://schemas.microsoft.com/office/drawing/2014/main" id="{2EFFF89C-874D-DF31-F1DC-A1281A82C3F8}"/>
                </a:ext>
              </a:extLst>
            </p:cNvPr>
            <p:cNvSpPr/>
            <p:nvPr/>
          </p:nvSpPr>
          <p:spPr>
            <a:xfrm>
              <a:off x="6514774" y="4303159"/>
              <a:ext cx="1221073" cy="50004"/>
            </a:xfrm>
            <a:custGeom>
              <a:avLst/>
              <a:gdLst/>
              <a:ahLst/>
              <a:cxnLst/>
              <a:rect l="l" t="t" r="r" b="b"/>
              <a:pathLst>
                <a:path w="8962" h="367" extrusionOk="0">
                  <a:moveTo>
                    <a:pt x="8723" y="0"/>
                  </a:moveTo>
                  <a:cubicBezTo>
                    <a:pt x="8717" y="0"/>
                    <a:pt x="8710" y="0"/>
                    <a:pt x="8703" y="1"/>
                  </a:cubicBezTo>
                  <a:lnTo>
                    <a:pt x="222" y="1"/>
                  </a:lnTo>
                  <a:cubicBezTo>
                    <a:pt x="1" y="23"/>
                    <a:pt x="1" y="344"/>
                    <a:pt x="222" y="366"/>
                  </a:cubicBezTo>
                  <a:lnTo>
                    <a:pt x="8703" y="366"/>
                  </a:lnTo>
                  <a:cubicBezTo>
                    <a:pt x="8710" y="366"/>
                    <a:pt x="8717" y="367"/>
                    <a:pt x="8723" y="367"/>
                  </a:cubicBezTo>
                  <a:cubicBezTo>
                    <a:pt x="8961" y="367"/>
                    <a:pt x="8961" y="0"/>
                    <a:pt x="87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124;p43">
              <a:extLst>
                <a:ext uri="{FF2B5EF4-FFF2-40B4-BE49-F238E27FC236}">
                  <a16:creationId xmlns:a16="http://schemas.microsoft.com/office/drawing/2014/main" id="{B23AB1F4-985A-02F4-C851-9D78619015D3}"/>
                </a:ext>
              </a:extLst>
            </p:cNvPr>
            <p:cNvSpPr/>
            <p:nvPr/>
          </p:nvSpPr>
          <p:spPr>
            <a:xfrm>
              <a:off x="6730186" y="3640300"/>
              <a:ext cx="39376" cy="149330"/>
            </a:xfrm>
            <a:custGeom>
              <a:avLst/>
              <a:gdLst/>
              <a:ahLst/>
              <a:cxnLst/>
              <a:rect l="l" t="t" r="r" b="b"/>
              <a:pathLst>
                <a:path w="289" h="1096" extrusionOk="0">
                  <a:moveTo>
                    <a:pt x="1" y="1"/>
                  </a:moveTo>
                  <a:lnTo>
                    <a:pt x="1" y="1095"/>
                  </a:lnTo>
                  <a:lnTo>
                    <a:pt x="288" y="1095"/>
                  </a:lnTo>
                  <a:lnTo>
                    <a:pt x="288" y="1"/>
                  </a:lnTo>
                  <a:close/>
                </a:path>
              </a:pathLst>
            </a:custGeom>
            <a:solidFill>
              <a:srgbClr val="507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125;p43">
              <a:extLst>
                <a:ext uri="{FF2B5EF4-FFF2-40B4-BE49-F238E27FC236}">
                  <a16:creationId xmlns:a16="http://schemas.microsoft.com/office/drawing/2014/main" id="{F76CB503-C6C6-6D43-AE30-9C90650D9DF2}"/>
                </a:ext>
              </a:extLst>
            </p:cNvPr>
            <p:cNvSpPr/>
            <p:nvPr/>
          </p:nvSpPr>
          <p:spPr>
            <a:xfrm>
              <a:off x="6725690" y="3540168"/>
              <a:ext cx="57361" cy="49322"/>
            </a:xfrm>
            <a:custGeom>
              <a:avLst/>
              <a:gdLst/>
              <a:ahLst/>
              <a:cxnLst/>
              <a:rect l="l" t="t" r="r" b="b"/>
              <a:pathLst>
                <a:path w="421" h="362" extrusionOk="0">
                  <a:moveTo>
                    <a:pt x="178" y="1"/>
                  </a:moveTo>
                  <a:cubicBezTo>
                    <a:pt x="78" y="1"/>
                    <a:pt x="1" y="89"/>
                    <a:pt x="1" y="178"/>
                  </a:cubicBezTo>
                  <a:cubicBezTo>
                    <a:pt x="1" y="290"/>
                    <a:pt x="87" y="362"/>
                    <a:pt x="181" y="362"/>
                  </a:cubicBezTo>
                  <a:cubicBezTo>
                    <a:pt x="225" y="362"/>
                    <a:pt x="271" y="346"/>
                    <a:pt x="310" y="310"/>
                  </a:cubicBezTo>
                  <a:cubicBezTo>
                    <a:pt x="421" y="200"/>
                    <a:pt x="332" y="1"/>
                    <a:pt x="17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126;p43">
              <a:extLst>
                <a:ext uri="{FF2B5EF4-FFF2-40B4-BE49-F238E27FC236}">
                  <a16:creationId xmlns:a16="http://schemas.microsoft.com/office/drawing/2014/main" id="{02FAD9C9-7F21-0D37-6FAE-9CDC6960E6C6}"/>
                </a:ext>
              </a:extLst>
            </p:cNvPr>
            <p:cNvSpPr/>
            <p:nvPr/>
          </p:nvSpPr>
          <p:spPr>
            <a:xfrm>
              <a:off x="7123406" y="3640300"/>
              <a:ext cx="134206" cy="150829"/>
            </a:xfrm>
            <a:custGeom>
              <a:avLst/>
              <a:gdLst/>
              <a:ahLst/>
              <a:cxnLst/>
              <a:rect l="l" t="t" r="r" b="b"/>
              <a:pathLst>
                <a:path w="985" h="1107" extrusionOk="0">
                  <a:moveTo>
                    <a:pt x="1" y="1"/>
                  </a:moveTo>
                  <a:lnTo>
                    <a:pt x="1" y="1106"/>
                  </a:lnTo>
                  <a:lnTo>
                    <a:pt x="985" y="1106"/>
                  </a:lnTo>
                  <a:lnTo>
                    <a:pt x="98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127;p43">
              <a:extLst>
                <a:ext uri="{FF2B5EF4-FFF2-40B4-BE49-F238E27FC236}">
                  <a16:creationId xmlns:a16="http://schemas.microsoft.com/office/drawing/2014/main" id="{98861166-BC82-E9F4-81B1-ABD794981B46}"/>
                </a:ext>
              </a:extLst>
            </p:cNvPr>
            <p:cNvSpPr/>
            <p:nvPr/>
          </p:nvSpPr>
          <p:spPr>
            <a:xfrm>
              <a:off x="6305357" y="3557459"/>
              <a:ext cx="92105" cy="232170"/>
            </a:xfrm>
            <a:custGeom>
              <a:avLst/>
              <a:gdLst/>
              <a:ahLst/>
              <a:cxnLst/>
              <a:rect l="l" t="t" r="r" b="b"/>
              <a:pathLst>
                <a:path w="676" h="1704" extrusionOk="0">
                  <a:moveTo>
                    <a:pt x="1" y="1"/>
                  </a:moveTo>
                  <a:lnTo>
                    <a:pt x="1" y="1703"/>
                  </a:lnTo>
                  <a:lnTo>
                    <a:pt x="675" y="1703"/>
                  </a:lnTo>
                  <a:lnTo>
                    <a:pt x="67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128;p43">
              <a:extLst>
                <a:ext uri="{FF2B5EF4-FFF2-40B4-BE49-F238E27FC236}">
                  <a16:creationId xmlns:a16="http://schemas.microsoft.com/office/drawing/2014/main" id="{A57FDF6A-0DBF-40A4-BDBD-CDAFD35E3764}"/>
                </a:ext>
              </a:extLst>
            </p:cNvPr>
            <p:cNvSpPr/>
            <p:nvPr/>
          </p:nvSpPr>
          <p:spPr>
            <a:xfrm>
              <a:off x="6566005" y="3789494"/>
              <a:ext cx="378230" cy="319506"/>
            </a:xfrm>
            <a:custGeom>
              <a:avLst/>
              <a:gdLst/>
              <a:ahLst/>
              <a:cxnLst/>
              <a:rect l="l" t="t" r="r" b="b"/>
              <a:pathLst>
                <a:path w="2776" h="2345" extrusionOk="0">
                  <a:moveTo>
                    <a:pt x="1" y="0"/>
                  </a:moveTo>
                  <a:lnTo>
                    <a:pt x="1" y="2345"/>
                  </a:lnTo>
                  <a:lnTo>
                    <a:pt x="2776" y="2345"/>
                  </a:lnTo>
                  <a:lnTo>
                    <a:pt x="277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129;p43">
              <a:extLst>
                <a:ext uri="{FF2B5EF4-FFF2-40B4-BE49-F238E27FC236}">
                  <a16:creationId xmlns:a16="http://schemas.microsoft.com/office/drawing/2014/main" id="{EF197A38-D80C-3465-5AE9-CAB002B02256}"/>
                </a:ext>
              </a:extLst>
            </p:cNvPr>
            <p:cNvSpPr/>
            <p:nvPr/>
          </p:nvSpPr>
          <p:spPr>
            <a:xfrm>
              <a:off x="6204395" y="3789494"/>
              <a:ext cx="304519" cy="319506"/>
            </a:xfrm>
            <a:custGeom>
              <a:avLst/>
              <a:gdLst/>
              <a:ahLst/>
              <a:cxnLst/>
              <a:rect l="l" t="t" r="r" b="b"/>
              <a:pathLst>
                <a:path w="2235" h="2345" extrusionOk="0">
                  <a:moveTo>
                    <a:pt x="1" y="0"/>
                  </a:moveTo>
                  <a:lnTo>
                    <a:pt x="1" y="2345"/>
                  </a:lnTo>
                  <a:lnTo>
                    <a:pt x="2234" y="2345"/>
                  </a:lnTo>
                  <a:lnTo>
                    <a:pt x="22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130;p43">
              <a:extLst>
                <a:ext uri="{FF2B5EF4-FFF2-40B4-BE49-F238E27FC236}">
                  <a16:creationId xmlns:a16="http://schemas.microsoft.com/office/drawing/2014/main" id="{BDDBF41B-84D5-4BAB-9860-83779DE7325C}"/>
                </a:ext>
              </a:extLst>
            </p:cNvPr>
            <p:cNvSpPr/>
            <p:nvPr/>
          </p:nvSpPr>
          <p:spPr>
            <a:xfrm>
              <a:off x="7001461" y="3789494"/>
              <a:ext cx="367739" cy="319506"/>
            </a:xfrm>
            <a:custGeom>
              <a:avLst/>
              <a:gdLst/>
              <a:ahLst/>
              <a:cxnLst/>
              <a:rect l="l" t="t" r="r" b="b"/>
              <a:pathLst>
                <a:path w="2699" h="2345" extrusionOk="0">
                  <a:moveTo>
                    <a:pt x="0" y="0"/>
                  </a:moveTo>
                  <a:lnTo>
                    <a:pt x="0" y="2345"/>
                  </a:lnTo>
                  <a:lnTo>
                    <a:pt x="2698" y="2345"/>
                  </a:lnTo>
                  <a:lnTo>
                    <a:pt x="269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131;p43">
              <a:extLst>
                <a:ext uri="{FF2B5EF4-FFF2-40B4-BE49-F238E27FC236}">
                  <a16:creationId xmlns:a16="http://schemas.microsoft.com/office/drawing/2014/main" id="{9DE71781-CC29-6F15-0A3A-2CD5895EB68E}"/>
                </a:ext>
              </a:extLst>
            </p:cNvPr>
            <p:cNvSpPr/>
            <p:nvPr/>
          </p:nvSpPr>
          <p:spPr>
            <a:xfrm>
              <a:off x="6566005" y="4023027"/>
              <a:ext cx="378230" cy="85974"/>
            </a:xfrm>
            <a:custGeom>
              <a:avLst/>
              <a:gdLst/>
              <a:ahLst/>
              <a:cxnLst/>
              <a:rect l="l" t="t" r="r" b="b"/>
              <a:pathLst>
                <a:path w="2776" h="631" extrusionOk="0">
                  <a:moveTo>
                    <a:pt x="1" y="0"/>
                  </a:moveTo>
                  <a:lnTo>
                    <a:pt x="1" y="631"/>
                  </a:lnTo>
                  <a:lnTo>
                    <a:pt x="2776" y="631"/>
                  </a:lnTo>
                  <a:lnTo>
                    <a:pt x="277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32;p43">
              <a:extLst>
                <a:ext uri="{FF2B5EF4-FFF2-40B4-BE49-F238E27FC236}">
                  <a16:creationId xmlns:a16="http://schemas.microsoft.com/office/drawing/2014/main" id="{9ABBE32B-6203-447B-739E-85FFECCCE9DD}"/>
                </a:ext>
              </a:extLst>
            </p:cNvPr>
            <p:cNvSpPr/>
            <p:nvPr/>
          </p:nvSpPr>
          <p:spPr>
            <a:xfrm>
              <a:off x="6204395" y="4023027"/>
              <a:ext cx="304519" cy="85974"/>
            </a:xfrm>
            <a:custGeom>
              <a:avLst/>
              <a:gdLst/>
              <a:ahLst/>
              <a:cxnLst/>
              <a:rect l="l" t="t" r="r" b="b"/>
              <a:pathLst>
                <a:path w="2235" h="631" extrusionOk="0">
                  <a:moveTo>
                    <a:pt x="1" y="0"/>
                  </a:moveTo>
                  <a:lnTo>
                    <a:pt x="1" y="631"/>
                  </a:lnTo>
                  <a:lnTo>
                    <a:pt x="2234" y="631"/>
                  </a:lnTo>
                  <a:lnTo>
                    <a:pt x="22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133;p43">
              <a:extLst>
                <a:ext uri="{FF2B5EF4-FFF2-40B4-BE49-F238E27FC236}">
                  <a16:creationId xmlns:a16="http://schemas.microsoft.com/office/drawing/2014/main" id="{31AC9D5E-B6C3-CFEB-AA8E-DE38A31E846D}"/>
                </a:ext>
              </a:extLst>
            </p:cNvPr>
            <p:cNvSpPr/>
            <p:nvPr/>
          </p:nvSpPr>
          <p:spPr>
            <a:xfrm>
              <a:off x="7001461" y="4023027"/>
              <a:ext cx="367739" cy="85974"/>
            </a:xfrm>
            <a:custGeom>
              <a:avLst/>
              <a:gdLst/>
              <a:ahLst/>
              <a:cxnLst/>
              <a:rect l="l" t="t" r="r" b="b"/>
              <a:pathLst>
                <a:path w="2699" h="631" extrusionOk="0">
                  <a:moveTo>
                    <a:pt x="0" y="0"/>
                  </a:moveTo>
                  <a:lnTo>
                    <a:pt x="0" y="631"/>
                  </a:lnTo>
                  <a:lnTo>
                    <a:pt x="2698" y="631"/>
                  </a:lnTo>
                  <a:lnTo>
                    <a:pt x="269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134;p43">
              <a:extLst>
                <a:ext uri="{FF2B5EF4-FFF2-40B4-BE49-F238E27FC236}">
                  <a16:creationId xmlns:a16="http://schemas.microsoft.com/office/drawing/2014/main" id="{BD6BBAA5-3932-5AE6-67A1-F89930DB62E5}"/>
                </a:ext>
              </a:extLst>
            </p:cNvPr>
            <p:cNvSpPr/>
            <p:nvPr/>
          </p:nvSpPr>
          <p:spPr>
            <a:xfrm>
              <a:off x="6956226" y="3774370"/>
              <a:ext cx="33245" cy="351253"/>
            </a:xfrm>
            <a:custGeom>
              <a:avLst/>
              <a:gdLst/>
              <a:ahLst/>
              <a:cxnLst/>
              <a:rect l="l" t="t" r="r" b="b"/>
              <a:pathLst>
                <a:path w="244" h="2578" extrusionOk="0">
                  <a:moveTo>
                    <a:pt x="56" y="1"/>
                  </a:moveTo>
                  <a:cubicBezTo>
                    <a:pt x="23" y="1"/>
                    <a:pt x="0" y="23"/>
                    <a:pt x="0" y="56"/>
                  </a:cubicBezTo>
                  <a:lnTo>
                    <a:pt x="0" y="2511"/>
                  </a:lnTo>
                  <a:cubicBezTo>
                    <a:pt x="0" y="2544"/>
                    <a:pt x="23" y="2577"/>
                    <a:pt x="56" y="2577"/>
                  </a:cubicBezTo>
                  <a:lnTo>
                    <a:pt x="188" y="2577"/>
                  </a:lnTo>
                  <a:cubicBezTo>
                    <a:pt x="222" y="2577"/>
                    <a:pt x="244" y="2544"/>
                    <a:pt x="244" y="2511"/>
                  </a:cubicBezTo>
                  <a:lnTo>
                    <a:pt x="244" y="56"/>
                  </a:lnTo>
                  <a:cubicBezTo>
                    <a:pt x="244" y="23"/>
                    <a:pt x="222" y="1"/>
                    <a:pt x="18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135;p43">
              <a:extLst>
                <a:ext uri="{FF2B5EF4-FFF2-40B4-BE49-F238E27FC236}">
                  <a16:creationId xmlns:a16="http://schemas.microsoft.com/office/drawing/2014/main" id="{37488158-008F-88D6-CE51-4E071DE6BC1E}"/>
                </a:ext>
              </a:extLst>
            </p:cNvPr>
            <p:cNvSpPr/>
            <p:nvPr/>
          </p:nvSpPr>
          <p:spPr>
            <a:xfrm>
              <a:off x="6520769" y="3774370"/>
              <a:ext cx="33381" cy="351253"/>
            </a:xfrm>
            <a:custGeom>
              <a:avLst/>
              <a:gdLst/>
              <a:ahLst/>
              <a:cxnLst/>
              <a:rect l="l" t="t" r="r" b="b"/>
              <a:pathLst>
                <a:path w="245" h="2578" extrusionOk="0">
                  <a:moveTo>
                    <a:pt x="56" y="1"/>
                  </a:moveTo>
                  <a:cubicBezTo>
                    <a:pt x="23" y="1"/>
                    <a:pt x="1" y="23"/>
                    <a:pt x="1" y="56"/>
                  </a:cubicBezTo>
                  <a:lnTo>
                    <a:pt x="1" y="2511"/>
                  </a:lnTo>
                  <a:cubicBezTo>
                    <a:pt x="1" y="2544"/>
                    <a:pt x="23" y="2577"/>
                    <a:pt x="56" y="2577"/>
                  </a:cubicBezTo>
                  <a:lnTo>
                    <a:pt x="189" y="2577"/>
                  </a:lnTo>
                  <a:cubicBezTo>
                    <a:pt x="222" y="2577"/>
                    <a:pt x="244" y="2544"/>
                    <a:pt x="244" y="2511"/>
                  </a:cubicBezTo>
                  <a:lnTo>
                    <a:pt x="244" y="56"/>
                  </a:lnTo>
                  <a:cubicBezTo>
                    <a:pt x="244" y="23"/>
                    <a:pt x="222" y="1"/>
                    <a:pt x="18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136;p43">
              <a:extLst>
                <a:ext uri="{FF2B5EF4-FFF2-40B4-BE49-F238E27FC236}">
                  <a16:creationId xmlns:a16="http://schemas.microsoft.com/office/drawing/2014/main" id="{6589D55A-76FC-96B7-4460-0A0EBE002E20}"/>
                </a:ext>
              </a:extLst>
            </p:cNvPr>
            <p:cNvSpPr/>
            <p:nvPr/>
          </p:nvSpPr>
          <p:spPr>
            <a:xfrm>
              <a:off x="6117059" y="3825600"/>
              <a:ext cx="75482" cy="247294"/>
            </a:xfrm>
            <a:custGeom>
              <a:avLst/>
              <a:gdLst/>
              <a:ahLst/>
              <a:cxnLst/>
              <a:rect l="l" t="t" r="r" b="b"/>
              <a:pathLst>
                <a:path w="554" h="1815" extrusionOk="0">
                  <a:moveTo>
                    <a:pt x="553" y="1"/>
                  </a:moveTo>
                  <a:cubicBezTo>
                    <a:pt x="0" y="476"/>
                    <a:pt x="0" y="1339"/>
                    <a:pt x="553" y="1814"/>
                  </a:cubicBezTo>
                  <a:lnTo>
                    <a:pt x="55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137;p43">
              <a:extLst>
                <a:ext uri="{FF2B5EF4-FFF2-40B4-BE49-F238E27FC236}">
                  <a16:creationId xmlns:a16="http://schemas.microsoft.com/office/drawing/2014/main" id="{DB709CED-930D-E14E-78A3-0ABAF8013359}"/>
                </a:ext>
              </a:extLst>
            </p:cNvPr>
            <p:cNvSpPr/>
            <p:nvPr/>
          </p:nvSpPr>
          <p:spPr>
            <a:xfrm>
              <a:off x="7448908" y="3477616"/>
              <a:ext cx="399349" cy="39240"/>
            </a:xfrm>
            <a:custGeom>
              <a:avLst/>
              <a:gdLst/>
              <a:ahLst/>
              <a:cxnLst/>
              <a:rect l="l" t="t" r="r" b="b"/>
              <a:pathLst>
                <a:path w="2931" h="288" extrusionOk="0">
                  <a:moveTo>
                    <a:pt x="0" y="0"/>
                  </a:moveTo>
                  <a:lnTo>
                    <a:pt x="0" y="288"/>
                  </a:lnTo>
                  <a:lnTo>
                    <a:pt x="2931" y="288"/>
                  </a:lnTo>
                  <a:lnTo>
                    <a:pt x="2931" y="0"/>
                  </a:lnTo>
                  <a:close/>
                </a:path>
              </a:pathLst>
            </a:custGeom>
            <a:solidFill>
              <a:srgbClr val="FB63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138;p43">
              <a:extLst>
                <a:ext uri="{FF2B5EF4-FFF2-40B4-BE49-F238E27FC236}">
                  <a16:creationId xmlns:a16="http://schemas.microsoft.com/office/drawing/2014/main" id="{93220A0D-4F58-91D5-83CE-4B4AD0C8CBB9}"/>
                </a:ext>
              </a:extLst>
            </p:cNvPr>
            <p:cNvSpPr/>
            <p:nvPr/>
          </p:nvSpPr>
          <p:spPr>
            <a:xfrm>
              <a:off x="7381056" y="3506229"/>
              <a:ext cx="535054" cy="72485"/>
            </a:xfrm>
            <a:custGeom>
              <a:avLst/>
              <a:gdLst/>
              <a:ahLst/>
              <a:cxnLst/>
              <a:rect l="l" t="t" r="r" b="b"/>
              <a:pathLst>
                <a:path w="3927" h="532" extrusionOk="0">
                  <a:moveTo>
                    <a:pt x="1" y="1"/>
                  </a:moveTo>
                  <a:lnTo>
                    <a:pt x="1" y="531"/>
                  </a:lnTo>
                  <a:lnTo>
                    <a:pt x="3926" y="531"/>
                  </a:lnTo>
                  <a:lnTo>
                    <a:pt x="3926" y="1"/>
                  </a:lnTo>
                  <a:lnTo>
                    <a:pt x="3628" y="1"/>
                  </a:lnTo>
                  <a:lnTo>
                    <a:pt x="3628" y="266"/>
                  </a:lnTo>
                  <a:lnTo>
                    <a:pt x="299" y="266"/>
                  </a:lnTo>
                  <a:lnTo>
                    <a:pt x="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139;p43">
              <a:extLst>
                <a:ext uri="{FF2B5EF4-FFF2-40B4-BE49-F238E27FC236}">
                  <a16:creationId xmlns:a16="http://schemas.microsoft.com/office/drawing/2014/main" id="{9BABA9BA-01F6-7A93-3BE4-7B18B79FE23A}"/>
                </a:ext>
              </a:extLst>
            </p:cNvPr>
            <p:cNvSpPr/>
            <p:nvPr/>
          </p:nvSpPr>
          <p:spPr>
            <a:xfrm>
              <a:off x="7381056" y="3913073"/>
              <a:ext cx="535054" cy="195928"/>
            </a:xfrm>
            <a:custGeom>
              <a:avLst/>
              <a:gdLst/>
              <a:ahLst/>
              <a:cxnLst/>
              <a:rect l="l" t="t" r="r" b="b"/>
              <a:pathLst>
                <a:path w="3927" h="1438" extrusionOk="0">
                  <a:moveTo>
                    <a:pt x="1" y="0"/>
                  </a:moveTo>
                  <a:lnTo>
                    <a:pt x="1" y="1438"/>
                  </a:lnTo>
                  <a:lnTo>
                    <a:pt x="3926" y="1438"/>
                  </a:lnTo>
                  <a:lnTo>
                    <a:pt x="3926" y="675"/>
                  </a:lnTo>
                  <a:lnTo>
                    <a:pt x="2920" y="675"/>
                  </a:lnTo>
                  <a:cubicBezTo>
                    <a:pt x="2621" y="675"/>
                    <a:pt x="2378" y="476"/>
                    <a:pt x="2378" y="221"/>
                  </a:cubicBezTo>
                  <a:lnTo>
                    <a:pt x="237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140;p43">
              <a:extLst>
                <a:ext uri="{FF2B5EF4-FFF2-40B4-BE49-F238E27FC236}">
                  <a16:creationId xmlns:a16="http://schemas.microsoft.com/office/drawing/2014/main" id="{E9DAE518-3F91-2C67-9173-BDF72481D645}"/>
                </a:ext>
              </a:extLst>
            </p:cNvPr>
            <p:cNvSpPr/>
            <p:nvPr/>
          </p:nvSpPr>
          <p:spPr>
            <a:xfrm>
              <a:off x="7381056" y="3590568"/>
              <a:ext cx="324139" cy="310514"/>
            </a:xfrm>
            <a:custGeom>
              <a:avLst/>
              <a:gdLst/>
              <a:ahLst/>
              <a:cxnLst/>
              <a:rect l="l" t="t" r="r" b="b"/>
              <a:pathLst>
                <a:path w="2379" h="2279" extrusionOk="0">
                  <a:moveTo>
                    <a:pt x="1" y="1"/>
                  </a:moveTo>
                  <a:lnTo>
                    <a:pt x="1" y="2279"/>
                  </a:lnTo>
                  <a:lnTo>
                    <a:pt x="2378" y="2279"/>
                  </a:lnTo>
                  <a:lnTo>
                    <a:pt x="237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141;p43">
              <a:extLst>
                <a:ext uri="{FF2B5EF4-FFF2-40B4-BE49-F238E27FC236}">
                  <a16:creationId xmlns:a16="http://schemas.microsoft.com/office/drawing/2014/main" id="{CC35F182-CE2E-AB8F-DACE-A9F3D793758F}"/>
                </a:ext>
              </a:extLst>
            </p:cNvPr>
            <p:cNvSpPr/>
            <p:nvPr/>
          </p:nvSpPr>
          <p:spPr>
            <a:xfrm>
              <a:off x="6707569" y="3735266"/>
              <a:ext cx="84611" cy="55863"/>
            </a:xfrm>
            <a:custGeom>
              <a:avLst/>
              <a:gdLst/>
              <a:ahLst/>
              <a:cxnLst/>
              <a:rect l="l" t="t" r="r" b="b"/>
              <a:pathLst>
                <a:path w="621" h="410" extrusionOk="0">
                  <a:moveTo>
                    <a:pt x="1" y="0"/>
                  </a:moveTo>
                  <a:lnTo>
                    <a:pt x="1" y="409"/>
                  </a:lnTo>
                  <a:lnTo>
                    <a:pt x="620" y="409"/>
                  </a:lnTo>
                  <a:lnTo>
                    <a:pt x="62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142;p43">
              <a:extLst>
                <a:ext uri="{FF2B5EF4-FFF2-40B4-BE49-F238E27FC236}">
                  <a16:creationId xmlns:a16="http://schemas.microsoft.com/office/drawing/2014/main" id="{25BFBDEB-8230-EA76-C2B5-AF58288BF75D}"/>
                </a:ext>
              </a:extLst>
            </p:cNvPr>
            <p:cNvSpPr/>
            <p:nvPr/>
          </p:nvSpPr>
          <p:spPr>
            <a:xfrm>
              <a:off x="6716700" y="3608674"/>
              <a:ext cx="66350" cy="31750"/>
            </a:xfrm>
            <a:custGeom>
              <a:avLst/>
              <a:gdLst/>
              <a:ahLst/>
              <a:cxnLst/>
              <a:rect l="l" t="t" r="r" b="b"/>
              <a:pathLst>
                <a:path w="487" h="189" extrusionOk="0">
                  <a:moveTo>
                    <a:pt x="0" y="1"/>
                  </a:moveTo>
                  <a:lnTo>
                    <a:pt x="0" y="189"/>
                  </a:lnTo>
                  <a:lnTo>
                    <a:pt x="487" y="189"/>
                  </a:lnTo>
                  <a:lnTo>
                    <a:pt x="4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2143;p43">
              <a:extLst>
                <a:ext uri="{FF2B5EF4-FFF2-40B4-BE49-F238E27FC236}">
                  <a16:creationId xmlns:a16="http://schemas.microsoft.com/office/drawing/2014/main" id="{10F403D6-1E43-4D4E-7FB1-C329BA95C3B1}"/>
                </a:ext>
              </a:extLst>
            </p:cNvPr>
            <p:cNvSpPr/>
            <p:nvPr/>
          </p:nvSpPr>
          <p:spPr>
            <a:xfrm>
              <a:off x="6716698" y="3564284"/>
              <a:ext cx="66354" cy="40875"/>
            </a:xfrm>
            <a:custGeom>
              <a:avLst/>
              <a:gdLst/>
              <a:ahLst/>
              <a:cxnLst/>
              <a:rect l="l" t="t" r="r" b="b"/>
              <a:pathLst>
                <a:path w="487" h="300" extrusionOk="0">
                  <a:moveTo>
                    <a:pt x="0" y="1"/>
                  </a:moveTo>
                  <a:lnTo>
                    <a:pt x="0" y="299"/>
                  </a:lnTo>
                  <a:lnTo>
                    <a:pt x="487" y="299"/>
                  </a:lnTo>
                  <a:lnTo>
                    <a:pt x="4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2144;p43">
              <a:extLst>
                <a:ext uri="{FF2B5EF4-FFF2-40B4-BE49-F238E27FC236}">
                  <a16:creationId xmlns:a16="http://schemas.microsoft.com/office/drawing/2014/main" id="{40E7C9C9-87F7-5A1D-DF34-40D9413A8B5B}"/>
                </a:ext>
              </a:extLst>
            </p:cNvPr>
            <p:cNvSpPr/>
            <p:nvPr/>
          </p:nvSpPr>
          <p:spPr>
            <a:xfrm>
              <a:off x="6285737" y="3735266"/>
              <a:ext cx="131209" cy="55863"/>
            </a:xfrm>
            <a:custGeom>
              <a:avLst/>
              <a:gdLst/>
              <a:ahLst/>
              <a:cxnLst/>
              <a:rect l="l" t="t" r="r" b="b"/>
              <a:pathLst>
                <a:path w="963" h="410" extrusionOk="0">
                  <a:moveTo>
                    <a:pt x="1" y="0"/>
                  </a:moveTo>
                  <a:lnTo>
                    <a:pt x="1" y="409"/>
                  </a:lnTo>
                  <a:lnTo>
                    <a:pt x="963" y="409"/>
                  </a:lnTo>
                  <a:lnTo>
                    <a:pt x="96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2145;p43">
              <a:extLst>
                <a:ext uri="{FF2B5EF4-FFF2-40B4-BE49-F238E27FC236}">
                  <a16:creationId xmlns:a16="http://schemas.microsoft.com/office/drawing/2014/main" id="{A71CDE4C-F659-9E71-3B0B-2EA6A309D641}"/>
                </a:ext>
              </a:extLst>
            </p:cNvPr>
            <p:cNvSpPr/>
            <p:nvPr/>
          </p:nvSpPr>
          <p:spPr>
            <a:xfrm>
              <a:off x="6285737" y="3530345"/>
              <a:ext cx="131209" cy="55863"/>
            </a:xfrm>
            <a:custGeom>
              <a:avLst/>
              <a:gdLst/>
              <a:ahLst/>
              <a:cxnLst/>
              <a:rect l="l" t="t" r="r" b="b"/>
              <a:pathLst>
                <a:path w="963" h="410" extrusionOk="0">
                  <a:moveTo>
                    <a:pt x="1" y="0"/>
                  </a:moveTo>
                  <a:lnTo>
                    <a:pt x="1" y="410"/>
                  </a:lnTo>
                  <a:lnTo>
                    <a:pt x="963" y="410"/>
                  </a:lnTo>
                  <a:lnTo>
                    <a:pt x="96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2146;p43">
              <a:extLst>
                <a:ext uri="{FF2B5EF4-FFF2-40B4-BE49-F238E27FC236}">
                  <a16:creationId xmlns:a16="http://schemas.microsoft.com/office/drawing/2014/main" id="{6EC0DB17-21F0-471B-63F9-1EA5B486B34F}"/>
                </a:ext>
              </a:extLst>
            </p:cNvPr>
            <p:cNvSpPr/>
            <p:nvPr/>
          </p:nvSpPr>
          <p:spPr>
            <a:xfrm>
              <a:off x="6257124" y="3453500"/>
              <a:ext cx="188434" cy="55863"/>
            </a:xfrm>
            <a:custGeom>
              <a:avLst/>
              <a:gdLst/>
              <a:ahLst/>
              <a:cxnLst/>
              <a:rect l="l" t="t" r="r" b="b"/>
              <a:pathLst>
                <a:path w="1383" h="410" extrusionOk="0">
                  <a:moveTo>
                    <a:pt x="1" y="1"/>
                  </a:moveTo>
                  <a:lnTo>
                    <a:pt x="211" y="410"/>
                  </a:lnTo>
                  <a:lnTo>
                    <a:pt x="1173" y="410"/>
                  </a:lnTo>
                  <a:lnTo>
                    <a:pt x="138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2147;p43">
              <a:extLst>
                <a:ext uri="{FF2B5EF4-FFF2-40B4-BE49-F238E27FC236}">
                  <a16:creationId xmlns:a16="http://schemas.microsoft.com/office/drawing/2014/main" id="{601049DD-D222-2129-9F01-4148D082FC31}"/>
                </a:ext>
              </a:extLst>
            </p:cNvPr>
            <p:cNvSpPr/>
            <p:nvPr/>
          </p:nvSpPr>
          <p:spPr>
            <a:xfrm>
              <a:off x="7094793" y="3736765"/>
              <a:ext cx="191568" cy="54364"/>
            </a:xfrm>
            <a:custGeom>
              <a:avLst/>
              <a:gdLst/>
              <a:ahLst/>
              <a:cxnLst/>
              <a:rect l="l" t="t" r="r" b="b"/>
              <a:pathLst>
                <a:path w="1406" h="399" extrusionOk="0">
                  <a:moveTo>
                    <a:pt x="1" y="0"/>
                  </a:moveTo>
                  <a:lnTo>
                    <a:pt x="1" y="398"/>
                  </a:lnTo>
                  <a:lnTo>
                    <a:pt x="1405" y="398"/>
                  </a:lnTo>
                  <a:lnTo>
                    <a:pt x="140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2148;p43">
              <a:extLst>
                <a:ext uri="{FF2B5EF4-FFF2-40B4-BE49-F238E27FC236}">
                  <a16:creationId xmlns:a16="http://schemas.microsoft.com/office/drawing/2014/main" id="{81CCB135-291A-4414-2A2B-AA532F88E21E}"/>
                </a:ext>
              </a:extLst>
            </p:cNvPr>
            <p:cNvSpPr/>
            <p:nvPr/>
          </p:nvSpPr>
          <p:spPr>
            <a:xfrm>
              <a:off x="6566005" y="3789494"/>
              <a:ext cx="378230" cy="85974"/>
            </a:xfrm>
            <a:custGeom>
              <a:avLst/>
              <a:gdLst/>
              <a:ahLst/>
              <a:cxnLst/>
              <a:rect l="l" t="t" r="r" b="b"/>
              <a:pathLst>
                <a:path w="2776" h="631" extrusionOk="0">
                  <a:moveTo>
                    <a:pt x="1" y="0"/>
                  </a:moveTo>
                  <a:lnTo>
                    <a:pt x="1" y="631"/>
                  </a:lnTo>
                  <a:lnTo>
                    <a:pt x="2776" y="631"/>
                  </a:lnTo>
                  <a:lnTo>
                    <a:pt x="277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2149;p43">
              <a:extLst>
                <a:ext uri="{FF2B5EF4-FFF2-40B4-BE49-F238E27FC236}">
                  <a16:creationId xmlns:a16="http://schemas.microsoft.com/office/drawing/2014/main" id="{DDD2965A-700F-8510-019F-1071A387E572}"/>
                </a:ext>
              </a:extLst>
            </p:cNvPr>
            <p:cNvSpPr/>
            <p:nvPr/>
          </p:nvSpPr>
          <p:spPr>
            <a:xfrm>
              <a:off x="6204395" y="3789494"/>
              <a:ext cx="304519" cy="85974"/>
            </a:xfrm>
            <a:custGeom>
              <a:avLst/>
              <a:gdLst/>
              <a:ahLst/>
              <a:cxnLst/>
              <a:rect l="l" t="t" r="r" b="b"/>
              <a:pathLst>
                <a:path w="2235" h="631" extrusionOk="0">
                  <a:moveTo>
                    <a:pt x="1" y="0"/>
                  </a:moveTo>
                  <a:lnTo>
                    <a:pt x="1" y="631"/>
                  </a:lnTo>
                  <a:lnTo>
                    <a:pt x="2234" y="631"/>
                  </a:lnTo>
                  <a:lnTo>
                    <a:pt x="22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2150;p43">
              <a:extLst>
                <a:ext uri="{FF2B5EF4-FFF2-40B4-BE49-F238E27FC236}">
                  <a16:creationId xmlns:a16="http://schemas.microsoft.com/office/drawing/2014/main" id="{756FD751-6E1F-F291-74B3-9421D706E408}"/>
                </a:ext>
              </a:extLst>
            </p:cNvPr>
            <p:cNvSpPr/>
            <p:nvPr/>
          </p:nvSpPr>
          <p:spPr>
            <a:xfrm>
              <a:off x="7001461" y="3789494"/>
              <a:ext cx="367739" cy="85974"/>
            </a:xfrm>
            <a:custGeom>
              <a:avLst/>
              <a:gdLst/>
              <a:ahLst/>
              <a:cxnLst/>
              <a:rect l="l" t="t" r="r" b="b"/>
              <a:pathLst>
                <a:path w="2699" h="631" extrusionOk="0">
                  <a:moveTo>
                    <a:pt x="0" y="0"/>
                  </a:moveTo>
                  <a:lnTo>
                    <a:pt x="0" y="631"/>
                  </a:lnTo>
                  <a:lnTo>
                    <a:pt x="2698" y="631"/>
                  </a:lnTo>
                  <a:lnTo>
                    <a:pt x="269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2151;p43">
              <a:extLst>
                <a:ext uri="{FF2B5EF4-FFF2-40B4-BE49-F238E27FC236}">
                  <a16:creationId xmlns:a16="http://schemas.microsoft.com/office/drawing/2014/main" id="{2EF5EB0C-82AD-B755-0BB9-73D808F9A047}"/>
                </a:ext>
              </a:extLst>
            </p:cNvPr>
            <p:cNvSpPr/>
            <p:nvPr/>
          </p:nvSpPr>
          <p:spPr>
            <a:xfrm>
              <a:off x="7094793" y="3622178"/>
              <a:ext cx="191568" cy="36379"/>
            </a:xfrm>
            <a:custGeom>
              <a:avLst/>
              <a:gdLst/>
              <a:ahLst/>
              <a:cxnLst/>
              <a:rect l="l" t="t" r="r" b="b"/>
              <a:pathLst>
                <a:path w="1406" h="267" extrusionOk="0">
                  <a:moveTo>
                    <a:pt x="1" y="1"/>
                  </a:moveTo>
                  <a:lnTo>
                    <a:pt x="1" y="266"/>
                  </a:lnTo>
                  <a:lnTo>
                    <a:pt x="1405" y="266"/>
                  </a:lnTo>
                  <a:lnTo>
                    <a:pt x="14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2152;p43">
              <a:extLst>
                <a:ext uri="{FF2B5EF4-FFF2-40B4-BE49-F238E27FC236}">
                  <a16:creationId xmlns:a16="http://schemas.microsoft.com/office/drawing/2014/main" id="{F9E87A17-68B1-33DA-76A2-631663671621}"/>
                </a:ext>
              </a:extLst>
            </p:cNvPr>
            <p:cNvSpPr/>
            <p:nvPr/>
          </p:nvSpPr>
          <p:spPr>
            <a:xfrm>
              <a:off x="7094793" y="3598198"/>
              <a:ext cx="191568" cy="49731"/>
            </a:xfrm>
            <a:custGeom>
              <a:avLst/>
              <a:gdLst/>
              <a:ahLst/>
              <a:cxnLst/>
              <a:rect l="l" t="t" r="r" b="b"/>
              <a:pathLst>
                <a:path w="1406" h="365" extrusionOk="0">
                  <a:moveTo>
                    <a:pt x="189" y="0"/>
                  </a:moveTo>
                  <a:cubicBezTo>
                    <a:pt x="89" y="0"/>
                    <a:pt x="1" y="77"/>
                    <a:pt x="1" y="177"/>
                  </a:cubicBezTo>
                  <a:cubicBezTo>
                    <a:pt x="1" y="276"/>
                    <a:pt x="89" y="365"/>
                    <a:pt x="189" y="365"/>
                  </a:cubicBezTo>
                  <a:lnTo>
                    <a:pt x="1217" y="365"/>
                  </a:lnTo>
                  <a:cubicBezTo>
                    <a:pt x="1317" y="365"/>
                    <a:pt x="1405" y="276"/>
                    <a:pt x="1405" y="177"/>
                  </a:cubicBezTo>
                  <a:cubicBezTo>
                    <a:pt x="1405" y="77"/>
                    <a:pt x="1317" y="0"/>
                    <a:pt x="12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2153;p43">
              <a:extLst>
                <a:ext uri="{FF2B5EF4-FFF2-40B4-BE49-F238E27FC236}">
                  <a16:creationId xmlns:a16="http://schemas.microsoft.com/office/drawing/2014/main" id="{438664FF-D5F0-7E14-903B-F659B13F5068}"/>
                </a:ext>
              </a:extLst>
            </p:cNvPr>
            <p:cNvSpPr/>
            <p:nvPr/>
          </p:nvSpPr>
          <p:spPr>
            <a:xfrm>
              <a:off x="6148669" y="4128485"/>
              <a:ext cx="1862265" cy="57361"/>
            </a:xfrm>
            <a:custGeom>
              <a:avLst/>
              <a:gdLst/>
              <a:ahLst/>
              <a:cxnLst/>
              <a:rect l="l" t="t" r="r" b="b"/>
              <a:pathLst>
                <a:path w="13668" h="421" extrusionOk="0">
                  <a:moveTo>
                    <a:pt x="1" y="0"/>
                  </a:moveTo>
                  <a:lnTo>
                    <a:pt x="1" y="420"/>
                  </a:lnTo>
                  <a:lnTo>
                    <a:pt x="13668" y="420"/>
                  </a:lnTo>
                  <a:lnTo>
                    <a:pt x="1366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2154;p43">
              <a:extLst>
                <a:ext uri="{FF2B5EF4-FFF2-40B4-BE49-F238E27FC236}">
                  <a16:creationId xmlns:a16="http://schemas.microsoft.com/office/drawing/2014/main" id="{F0D1394D-391D-0851-F81E-EC7AAD240EBB}"/>
                </a:ext>
              </a:extLst>
            </p:cNvPr>
            <p:cNvSpPr/>
            <p:nvPr/>
          </p:nvSpPr>
          <p:spPr>
            <a:xfrm>
              <a:off x="6148669" y="4206830"/>
              <a:ext cx="1789916" cy="55863"/>
            </a:xfrm>
            <a:custGeom>
              <a:avLst/>
              <a:gdLst/>
              <a:ahLst/>
              <a:cxnLst/>
              <a:rect l="l" t="t" r="r" b="b"/>
              <a:pathLst>
                <a:path w="13137" h="410" extrusionOk="0">
                  <a:moveTo>
                    <a:pt x="1" y="0"/>
                  </a:moveTo>
                  <a:lnTo>
                    <a:pt x="1" y="409"/>
                  </a:lnTo>
                  <a:lnTo>
                    <a:pt x="13137" y="409"/>
                  </a:lnTo>
                  <a:lnTo>
                    <a:pt x="13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2155;p43">
              <a:extLst>
                <a:ext uri="{FF2B5EF4-FFF2-40B4-BE49-F238E27FC236}">
                  <a16:creationId xmlns:a16="http://schemas.microsoft.com/office/drawing/2014/main" id="{FB3D1963-2AD6-5E0A-BD54-68E5EF9AB9B5}"/>
                </a:ext>
              </a:extLst>
            </p:cNvPr>
            <p:cNvSpPr/>
            <p:nvPr/>
          </p:nvSpPr>
          <p:spPr>
            <a:xfrm>
              <a:off x="7534746" y="4307655"/>
              <a:ext cx="345121" cy="295526"/>
            </a:xfrm>
            <a:custGeom>
              <a:avLst/>
              <a:gdLst/>
              <a:ahLst/>
              <a:cxnLst/>
              <a:rect l="l" t="t" r="r" b="b"/>
              <a:pathLst>
                <a:path w="2533" h="2169" extrusionOk="0">
                  <a:moveTo>
                    <a:pt x="1064" y="1"/>
                  </a:moveTo>
                  <a:cubicBezTo>
                    <a:pt x="476" y="1"/>
                    <a:pt x="1" y="483"/>
                    <a:pt x="1" y="1074"/>
                  </a:cubicBezTo>
                  <a:cubicBezTo>
                    <a:pt x="1" y="1733"/>
                    <a:pt x="538" y="2168"/>
                    <a:pt x="1094" y="2168"/>
                  </a:cubicBezTo>
                  <a:cubicBezTo>
                    <a:pt x="1360" y="2168"/>
                    <a:pt x="1629" y="2069"/>
                    <a:pt x="1847" y="1848"/>
                  </a:cubicBezTo>
                  <a:cubicBezTo>
                    <a:pt x="2533" y="1162"/>
                    <a:pt x="2057" y="1"/>
                    <a:pt x="1084" y="1"/>
                  </a:cubicBezTo>
                  <a:cubicBezTo>
                    <a:pt x="1078" y="1"/>
                    <a:pt x="1071" y="1"/>
                    <a:pt x="10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2156;p43">
              <a:extLst>
                <a:ext uri="{FF2B5EF4-FFF2-40B4-BE49-F238E27FC236}">
                  <a16:creationId xmlns:a16="http://schemas.microsoft.com/office/drawing/2014/main" id="{F6C10D40-7F3C-45B7-970C-9502FB3E4CCE}"/>
                </a:ext>
              </a:extLst>
            </p:cNvPr>
            <p:cNvSpPr/>
            <p:nvPr/>
          </p:nvSpPr>
          <p:spPr>
            <a:xfrm>
              <a:off x="7590473" y="4362291"/>
              <a:ext cx="214049" cy="183665"/>
            </a:xfrm>
            <a:custGeom>
              <a:avLst/>
              <a:gdLst/>
              <a:ahLst/>
              <a:cxnLst/>
              <a:rect l="l" t="t" r="r" b="b"/>
              <a:pathLst>
                <a:path w="1571" h="1348" extrusionOk="0">
                  <a:moveTo>
                    <a:pt x="685" y="1"/>
                  </a:moveTo>
                  <a:cubicBezTo>
                    <a:pt x="341" y="1"/>
                    <a:pt x="12" y="268"/>
                    <a:pt x="12" y="673"/>
                  </a:cubicBezTo>
                  <a:cubicBezTo>
                    <a:pt x="1" y="1049"/>
                    <a:pt x="310" y="1347"/>
                    <a:pt x="675" y="1347"/>
                  </a:cubicBezTo>
                  <a:cubicBezTo>
                    <a:pt x="1272" y="1347"/>
                    <a:pt x="1571" y="628"/>
                    <a:pt x="1151" y="197"/>
                  </a:cubicBezTo>
                  <a:cubicBezTo>
                    <a:pt x="1015" y="62"/>
                    <a:pt x="848" y="1"/>
                    <a:pt x="68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2157;p43">
              <a:extLst>
                <a:ext uri="{FF2B5EF4-FFF2-40B4-BE49-F238E27FC236}">
                  <a16:creationId xmlns:a16="http://schemas.microsoft.com/office/drawing/2014/main" id="{941B9481-CDB4-5D2A-6423-24383BFCF2CA}"/>
                </a:ext>
              </a:extLst>
            </p:cNvPr>
            <p:cNvSpPr/>
            <p:nvPr/>
          </p:nvSpPr>
          <p:spPr>
            <a:xfrm>
              <a:off x="7629713" y="4401123"/>
              <a:ext cx="123579" cy="106275"/>
            </a:xfrm>
            <a:custGeom>
              <a:avLst/>
              <a:gdLst/>
              <a:ahLst/>
              <a:cxnLst/>
              <a:rect l="l" t="t" r="r" b="b"/>
              <a:pathLst>
                <a:path w="907" h="780" extrusionOk="0">
                  <a:moveTo>
                    <a:pt x="387" y="1"/>
                  </a:moveTo>
                  <a:cubicBezTo>
                    <a:pt x="177" y="1"/>
                    <a:pt x="0" y="178"/>
                    <a:pt x="0" y="388"/>
                  </a:cubicBezTo>
                  <a:cubicBezTo>
                    <a:pt x="0" y="626"/>
                    <a:pt x="191" y="779"/>
                    <a:pt x="390" y="779"/>
                  </a:cubicBezTo>
                  <a:cubicBezTo>
                    <a:pt x="486" y="779"/>
                    <a:pt x="584" y="743"/>
                    <a:pt x="664" y="664"/>
                  </a:cubicBezTo>
                  <a:cubicBezTo>
                    <a:pt x="907" y="421"/>
                    <a:pt x="741" y="1"/>
                    <a:pt x="3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2158;p43">
              <a:extLst>
                <a:ext uri="{FF2B5EF4-FFF2-40B4-BE49-F238E27FC236}">
                  <a16:creationId xmlns:a16="http://schemas.microsoft.com/office/drawing/2014/main" id="{28CDFFFC-F887-1977-4651-833FC74C07A8}"/>
                </a:ext>
              </a:extLst>
            </p:cNvPr>
            <p:cNvSpPr/>
            <p:nvPr/>
          </p:nvSpPr>
          <p:spPr>
            <a:xfrm>
              <a:off x="7160057" y="4307655"/>
              <a:ext cx="346211" cy="295526"/>
            </a:xfrm>
            <a:custGeom>
              <a:avLst/>
              <a:gdLst/>
              <a:ahLst/>
              <a:cxnLst/>
              <a:rect l="l" t="t" r="r" b="b"/>
              <a:pathLst>
                <a:path w="2541" h="2169" extrusionOk="0">
                  <a:moveTo>
                    <a:pt x="1072" y="1"/>
                  </a:moveTo>
                  <a:cubicBezTo>
                    <a:pt x="473" y="1"/>
                    <a:pt x="8" y="483"/>
                    <a:pt x="8" y="1074"/>
                  </a:cubicBezTo>
                  <a:cubicBezTo>
                    <a:pt x="1" y="1733"/>
                    <a:pt x="536" y="2168"/>
                    <a:pt x="1095" y="2168"/>
                  </a:cubicBezTo>
                  <a:cubicBezTo>
                    <a:pt x="1361" y="2168"/>
                    <a:pt x="1633" y="2069"/>
                    <a:pt x="1855" y="1848"/>
                  </a:cubicBezTo>
                  <a:cubicBezTo>
                    <a:pt x="2540" y="1162"/>
                    <a:pt x="2054" y="1"/>
                    <a:pt x="1092" y="1"/>
                  </a:cubicBezTo>
                  <a:cubicBezTo>
                    <a:pt x="1085" y="1"/>
                    <a:pt x="1078" y="1"/>
                    <a:pt x="10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2159;p43">
              <a:extLst>
                <a:ext uri="{FF2B5EF4-FFF2-40B4-BE49-F238E27FC236}">
                  <a16:creationId xmlns:a16="http://schemas.microsoft.com/office/drawing/2014/main" id="{3FC0C05C-F202-E638-7C22-235EB29E02CD}"/>
                </a:ext>
              </a:extLst>
            </p:cNvPr>
            <p:cNvSpPr/>
            <p:nvPr/>
          </p:nvSpPr>
          <p:spPr>
            <a:xfrm>
              <a:off x="7216874" y="4362291"/>
              <a:ext cx="214049" cy="183665"/>
            </a:xfrm>
            <a:custGeom>
              <a:avLst/>
              <a:gdLst/>
              <a:ahLst/>
              <a:cxnLst/>
              <a:rect l="l" t="t" r="r" b="b"/>
              <a:pathLst>
                <a:path w="1571" h="1348" extrusionOk="0">
                  <a:moveTo>
                    <a:pt x="673" y="1"/>
                  </a:moveTo>
                  <a:cubicBezTo>
                    <a:pt x="330" y="1"/>
                    <a:pt x="0" y="268"/>
                    <a:pt x="0" y="673"/>
                  </a:cubicBezTo>
                  <a:cubicBezTo>
                    <a:pt x="0" y="1049"/>
                    <a:pt x="299" y="1347"/>
                    <a:pt x="675" y="1347"/>
                  </a:cubicBezTo>
                  <a:cubicBezTo>
                    <a:pt x="1272" y="1347"/>
                    <a:pt x="1571" y="628"/>
                    <a:pt x="1139" y="197"/>
                  </a:cubicBezTo>
                  <a:cubicBezTo>
                    <a:pt x="1004" y="62"/>
                    <a:pt x="837" y="1"/>
                    <a:pt x="6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2160;p43">
              <a:extLst>
                <a:ext uri="{FF2B5EF4-FFF2-40B4-BE49-F238E27FC236}">
                  <a16:creationId xmlns:a16="http://schemas.microsoft.com/office/drawing/2014/main" id="{BAFC8DD3-DC97-ECAF-01A5-B50BE21D1E9F}"/>
                </a:ext>
              </a:extLst>
            </p:cNvPr>
            <p:cNvSpPr/>
            <p:nvPr/>
          </p:nvSpPr>
          <p:spPr>
            <a:xfrm>
              <a:off x="7254479" y="4401123"/>
              <a:ext cx="123715" cy="106275"/>
            </a:xfrm>
            <a:custGeom>
              <a:avLst/>
              <a:gdLst/>
              <a:ahLst/>
              <a:cxnLst/>
              <a:rect l="l" t="t" r="r" b="b"/>
              <a:pathLst>
                <a:path w="908" h="780" extrusionOk="0">
                  <a:moveTo>
                    <a:pt x="399" y="1"/>
                  </a:moveTo>
                  <a:cubicBezTo>
                    <a:pt x="178" y="1"/>
                    <a:pt x="1" y="178"/>
                    <a:pt x="1" y="388"/>
                  </a:cubicBezTo>
                  <a:cubicBezTo>
                    <a:pt x="1" y="626"/>
                    <a:pt x="192" y="779"/>
                    <a:pt x="391" y="779"/>
                  </a:cubicBezTo>
                  <a:cubicBezTo>
                    <a:pt x="487" y="779"/>
                    <a:pt x="585" y="743"/>
                    <a:pt x="664" y="664"/>
                  </a:cubicBezTo>
                  <a:cubicBezTo>
                    <a:pt x="908" y="421"/>
                    <a:pt x="742" y="1"/>
                    <a:pt x="3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2161;p43">
              <a:extLst>
                <a:ext uri="{FF2B5EF4-FFF2-40B4-BE49-F238E27FC236}">
                  <a16:creationId xmlns:a16="http://schemas.microsoft.com/office/drawing/2014/main" id="{EDB0AA1B-3FBB-7DA5-8ACD-20C61BFD198A}"/>
                </a:ext>
              </a:extLst>
            </p:cNvPr>
            <p:cNvSpPr/>
            <p:nvPr/>
          </p:nvSpPr>
          <p:spPr>
            <a:xfrm>
              <a:off x="6785913" y="4307791"/>
              <a:ext cx="344713" cy="295390"/>
            </a:xfrm>
            <a:custGeom>
              <a:avLst/>
              <a:gdLst/>
              <a:ahLst/>
              <a:cxnLst/>
              <a:rect l="l" t="t" r="r" b="b"/>
              <a:pathLst>
                <a:path w="2530" h="2168" extrusionOk="0">
                  <a:moveTo>
                    <a:pt x="1098" y="0"/>
                  </a:moveTo>
                  <a:cubicBezTo>
                    <a:pt x="1094" y="0"/>
                    <a:pt x="1089" y="0"/>
                    <a:pt x="1085" y="0"/>
                  </a:cubicBezTo>
                  <a:cubicBezTo>
                    <a:pt x="487" y="0"/>
                    <a:pt x="1" y="476"/>
                    <a:pt x="1" y="1073"/>
                  </a:cubicBezTo>
                  <a:cubicBezTo>
                    <a:pt x="1" y="1732"/>
                    <a:pt x="533" y="2167"/>
                    <a:pt x="1090" y="2167"/>
                  </a:cubicBezTo>
                  <a:cubicBezTo>
                    <a:pt x="1355" y="2167"/>
                    <a:pt x="1626" y="2068"/>
                    <a:pt x="1848" y="1847"/>
                  </a:cubicBezTo>
                  <a:cubicBezTo>
                    <a:pt x="2530" y="1164"/>
                    <a:pt x="2051" y="0"/>
                    <a:pt x="1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2162;p43">
              <a:extLst>
                <a:ext uri="{FF2B5EF4-FFF2-40B4-BE49-F238E27FC236}">
                  <a16:creationId xmlns:a16="http://schemas.microsoft.com/office/drawing/2014/main" id="{7F810F4E-4F90-E67B-59D1-AA8CEA78775C}"/>
                </a:ext>
              </a:extLst>
            </p:cNvPr>
            <p:cNvSpPr/>
            <p:nvPr/>
          </p:nvSpPr>
          <p:spPr>
            <a:xfrm>
              <a:off x="6841776" y="4362291"/>
              <a:ext cx="214049" cy="183665"/>
            </a:xfrm>
            <a:custGeom>
              <a:avLst/>
              <a:gdLst/>
              <a:ahLst/>
              <a:cxnLst/>
              <a:rect l="l" t="t" r="r" b="b"/>
              <a:pathLst>
                <a:path w="1571" h="1348" extrusionOk="0">
                  <a:moveTo>
                    <a:pt x="676" y="1"/>
                  </a:moveTo>
                  <a:cubicBezTo>
                    <a:pt x="330" y="1"/>
                    <a:pt x="0" y="268"/>
                    <a:pt x="0" y="673"/>
                  </a:cubicBezTo>
                  <a:cubicBezTo>
                    <a:pt x="0" y="1049"/>
                    <a:pt x="299" y="1347"/>
                    <a:pt x="675" y="1347"/>
                  </a:cubicBezTo>
                  <a:cubicBezTo>
                    <a:pt x="1272" y="1347"/>
                    <a:pt x="1570" y="628"/>
                    <a:pt x="1150" y="197"/>
                  </a:cubicBezTo>
                  <a:cubicBezTo>
                    <a:pt x="1011" y="62"/>
                    <a:pt x="842" y="1"/>
                    <a:pt x="6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2163;p43">
              <a:extLst>
                <a:ext uri="{FF2B5EF4-FFF2-40B4-BE49-F238E27FC236}">
                  <a16:creationId xmlns:a16="http://schemas.microsoft.com/office/drawing/2014/main" id="{8DFD5FCE-6BB8-316F-2BC9-6325073CEFAA}"/>
                </a:ext>
              </a:extLst>
            </p:cNvPr>
            <p:cNvSpPr/>
            <p:nvPr/>
          </p:nvSpPr>
          <p:spPr>
            <a:xfrm>
              <a:off x="6879926" y="4401123"/>
              <a:ext cx="124669" cy="106956"/>
            </a:xfrm>
            <a:custGeom>
              <a:avLst/>
              <a:gdLst/>
              <a:ahLst/>
              <a:cxnLst/>
              <a:rect l="l" t="t" r="r" b="b"/>
              <a:pathLst>
                <a:path w="915" h="785" extrusionOk="0">
                  <a:moveTo>
                    <a:pt x="395" y="1"/>
                  </a:moveTo>
                  <a:cubicBezTo>
                    <a:pt x="173" y="1"/>
                    <a:pt x="8" y="178"/>
                    <a:pt x="8" y="388"/>
                  </a:cubicBezTo>
                  <a:cubicBezTo>
                    <a:pt x="0" y="626"/>
                    <a:pt x="188" y="784"/>
                    <a:pt x="390" y="784"/>
                  </a:cubicBezTo>
                  <a:cubicBezTo>
                    <a:pt x="487" y="784"/>
                    <a:pt x="588" y="747"/>
                    <a:pt x="671" y="664"/>
                  </a:cubicBezTo>
                  <a:cubicBezTo>
                    <a:pt x="914" y="421"/>
                    <a:pt x="737" y="1"/>
                    <a:pt x="3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2164;p43">
              <a:extLst>
                <a:ext uri="{FF2B5EF4-FFF2-40B4-BE49-F238E27FC236}">
                  <a16:creationId xmlns:a16="http://schemas.microsoft.com/office/drawing/2014/main" id="{9F5CC35E-2D98-CFC1-6B68-7CD15052A5C1}"/>
                </a:ext>
              </a:extLst>
            </p:cNvPr>
            <p:cNvSpPr/>
            <p:nvPr/>
          </p:nvSpPr>
          <p:spPr>
            <a:xfrm>
              <a:off x="6410815" y="4307791"/>
              <a:ext cx="344713" cy="295390"/>
            </a:xfrm>
            <a:custGeom>
              <a:avLst/>
              <a:gdLst/>
              <a:ahLst/>
              <a:cxnLst/>
              <a:rect l="l" t="t" r="r" b="b"/>
              <a:pathLst>
                <a:path w="2530" h="2168" extrusionOk="0">
                  <a:moveTo>
                    <a:pt x="1098" y="0"/>
                  </a:moveTo>
                  <a:cubicBezTo>
                    <a:pt x="1093" y="0"/>
                    <a:pt x="1089" y="0"/>
                    <a:pt x="1084" y="0"/>
                  </a:cubicBezTo>
                  <a:cubicBezTo>
                    <a:pt x="487" y="0"/>
                    <a:pt x="1" y="476"/>
                    <a:pt x="1" y="1073"/>
                  </a:cubicBezTo>
                  <a:cubicBezTo>
                    <a:pt x="1" y="1732"/>
                    <a:pt x="538" y="2167"/>
                    <a:pt x="1094" y="2167"/>
                  </a:cubicBezTo>
                  <a:cubicBezTo>
                    <a:pt x="1360" y="2167"/>
                    <a:pt x="1629" y="2068"/>
                    <a:pt x="1847" y="1847"/>
                  </a:cubicBezTo>
                  <a:cubicBezTo>
                    <a:pt x="2530" y="1164"/>
                    <a:pt x="2051" y="0"/>
                    <a:pt x="1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2165;p43">
              <a:extLst>
                <a:ext uri="{FF2B5EF4-FFF2-40B4-BE49-F238E27FC236}">
                  <a16:creationId xmlns:a16="http://schemas.microsoft.com/office/drawing/2014/main" id="{272AB602-CC61-237C-A045-269B4FC3E9B4}"/>
                </a:ext>
              </a:extLst>
            </p:cNvPr>
            <p:cNvSpPr/>
            <p:nvPr/>
          </p:nvSpPr>
          <p:spPr>
            <a:xfrm>
              <a:off x="6466542" y="4362291"/>
              <a:ext cx="214049" cy="183665"/>
            </a:xfrm>
            <a:custGeom>
              <a:avLst/>
              <a:gdLst/>
              <a:ahLst/>
              <a:cxnLst/>
              <a:rect l="l" t="t" r="r" b="b"/>
              <a:pathLst>
                <a:path w="1571" h="1348" extrusionOk="0">
                  <a:moveTo>
                    <a:pt x="682" y="1"/>
                  </a:moveTo>
                  <a:cubicBezTo>
                    <a:pt x="335" y="1"/>
                    <a:pt x="1" y="268"/>
                    <a:pt x="1" y="673"/>
                  </a:cubicBezTo>
                  <a:cubicBezTo>
                    <a:pt x="1" y="1049"/>
                    <a:pt x="299" y="1347"/>
                    <a:pt x="675" y="1347"/>
                  </a:cubicBezTo>
                  <a:cubicBezTo>
                    <a:pt x="1272" y="1347"/>
                    <a:pt x="1571" y="628"/>
                    <a:pt x="1151" y="197"/>
                  </a:cubicBezTo>
                  <a:cubicBezTo>
                    <a:pt x="1015" y="62"/>
                    <a:pt x="847" y="1"/>
                    <a:pt x="68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2166;p43">
              <a:extLst>
                <a:ext uri="{FF2B5EF4-FFF2-40B4-BE49-F238E27FC236}">
                  <a16:creationId xmlns:a16="http://schemas.microsoft.com/office/drawing/2014/main" id="{30F5C110-411D-2B5C-7C6E-F72586A9D1A8}"/>
                </a:ext>
              </a:extLst>
            </p:cNvPr>
            <p:cNvSpPr/>
            <p:nvPr/>
          </p:nvSpPr>
          <p:spPr>
            <a:xfrm>
              <a:off x="6505782" y="4401123"/>
              <a:ext cx="123579" cy="106275"/>
            </a:xfrm>
            <a:custGeom>
              <a:avLst/>
              <a:gdLst/>
              <a:ahLst/>
              <a:cxnLst/>
              <a:rect l="l" t="t" r="r" b="b"/>
              <a:pathLst>
                <a:path w="907" h="780" extrusionOk="0">
                  <a:moveTo>
                    <a:pt x="387" y="1"/>
                  </a:moveTo>
                  <a:cubicBezTo>
                    <a:pt x="166" y="1"/>
                    <a:pt x="0" y="178"/>
                    <a:pt x="0" y="388"/>
                  </a:cubicBezTo>
                  <a:cubicBezTo>
                    <a:pt x="0" y="626"/>
                    <a:pt x="191" y="779"/>
                    <a:pt x="390" y="779"/>
                  </a:cubicBezTo>
                  <a:cubicBezTo>
                    <a:pt x="486" y="779"/>
                    <a:pt x="584" y="743"/>
                    <a:pt x="664" y="664"/>
                  </a:cubicBezTo>
                  <a:cubicBezTo>
                    <a:pt x="907" y="421"/>
                    <a:pt x="730" y="1"/>
                    <a:pt x="3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2167;p43">
              <a:extLst>
                <a:ext uri="{FF2B5EF4-FFF2-40B4-BE49-F238E27FC236}">
                  <a16:creationId xmlns:a16="http://schemas.microsoft.com/office/drawing/2014/main" id="{C6B4884C-ECA3-9815-4911-0CF3A2977790}"/>
                </a:ext>
              </a:extLst>
            </p:cNvPr>
            <p:cNvSpPr/>
            <p:nvPr/>
          </p:nvSpPr>
          <p:spPr>
            <a:xfrm>
              <a:off x="5561503" y="4251918"/>
              <a:ext cx="513441" cy="351247"/>
            </a:xfrm>
            <a:custGeom>
              <a:avLst/>
              <a:gdLst/>
              <a:ahLst/>
              <a:cxnLst/>
              <a:rect l="l" t="t" r="r" b="b"/>
              <a:pathLst>
                <a:path w="1925" h="1317" extrusionOk="0">
                  <a:moveTo>
                    <a:pt x="1637" y="1"/>
                  </a:moveTo>
                  <a:lnTo>
                    <a:pt x="1" y="1316"/>
                  </a:lnTo>
                  <a:lnTo>
                    <a:pt x="1925" y="1316"/>
                  </a:lnTo>
                  <a:lnTo>
                    <a:pt x="19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2168;p43">
              <a:extLst>
                <a:ext uri="{FF2B5EF4-FFF2-40B4-BE49-F238E27FC236}">
                  <a16:creationId xmlns:a16="http://schemas.microsoft.com/office/drawing/2014/main" id="{5A18EE9F-C675-6A54-C95B-5C135FFFAD4F}"/>
                </a:ext>
              </a:extLst>
            </p:cNvPr>
            <p:cNvSpPr/>
            <p:nvPr/>
          </p:nvSpPr>
          <p:spPr>
            <a:xfrm>
              <a:off x="5794620" y="4293257"/>
              <a:ext cx="236049" cy="206694"/>
            </a:xfrm>
            <a:custGeom>
              <a:avLst/>
              <a:gdLst/>
              <a:ahLst/>
              <a:cxnLst/>
              <a:rect l="l" t="t" r="r" b="b"/>
              <a:pathLst>
                <a:path w="885" h="775" extrusionOk="0">
                  <a:moveTo>
                    <a:pt x="819" y="0"/>
                  </a:moveTo>
                  <a:lnTo>
                    <a:pt x="0" y="774"/>
                  </a:lnTo>
                  <a:lnTo>
                    <a:pt x="465" y="774"/>
                  </a:lnTo>
                  <a:lnTo>
                    <a:pt x="88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2169;p43">
              <a:extLst>
                <a:ext uri="{FF2B5EF4-FFF2-40B4-BE49-F238E27FC236}">
                  <a16:creationId xmlns:a16="http://schemas.microsoft.com/office/drawing/2014/main" id="{5CFF56A7-F029-9138-DE4B-7EA7DE7C36AC}"/>
                </a:ext>
              </a:extLst>
            </p:cNvPr>
            <p:cNvSpPr/>
            <p:nvPr/>
          </p:nvSpPr>
          <p:spPr>
            <a:xfrm>
              <a:off x="5561503" y="4529024"/>
              <a:ext cx="513441" cy="74143"/>
            </a:xfrm>
            <a:custGeom>
              <a:avLst/>
              <a:gdLst/>
              <a:ahLst/>
              <a:cxnLst/>
              <a:rect l="l" t="t" r="r" b="b"/>
              <a:pathLst>
                <a:path w="1925" h="278" extrusionOk="0">
                  <a:moveTo>
                    <a:pt x="1" y="1"/>
                  </a:moveTo>
                  <a:lnTo>
                    <a:pt x="1" y="277"/>
                  </a:lnTo>
                  <a:lnTo>
                    <a:pt x="1925" y="277"/>
                  </a:lnTo>
                  <a:lnTo>
                    <a:pt x="192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2170;p43">
              <a:extLst>
                <a:ext uri="{FF2B5EF4-FFF2-40B4-BE49-F238E27FC236}">
                  <a16:creationId xmlns:a16="http://schemas.microsoft.com/office/drawing/2014/main" id="{83649909-BEC0-E507-7C81-9D4243E7918D}"/>
                </a:ext>
              </a:extLst>
            </p:cNvPr>
            <p:cNvSpPr/>
            <p:nvPr/>
          </p:nvSpPr>
          <p:spPr>
            <a:xfrm>
              <a:off x="6916986" y="4312287"/>
              <a:ext cx="61994" cy="53001"/>
            </a:xfrm>
            <a:custGeom>
              <a:avLst/>
              <a:gdLst/>
              <a:ahLst/>
              <a:cxnLst/>
              <a:rect l="l" t="t" r="r" b="b"/>
              <a:pathLst>
                <a:path w="455" h="389" extrusionOk="0">
                  <a:moveTo>
                    <a:pt x="189" y="0"/>
                  </a:moveTo>
                  <a:cubicBezTo>
                    <a:pt x="89" y="0"/>
                    <a:pt x="1" y="89"/>
                    <a:pt x="1" y="199"/>
                  </a:cubicBezTo>
                  <a:cubicBezTo>
                    <a:pt x="1" y="312"/>
                    <a:pt x="97" y="389"/>
                    <a:pt x="198" y="389"/>
                  </a:cubicBezTo>
                  <a:cubicBezTo>
                    <a:pt x="245" y="389"/>
                    <a:pt x="293" y="371"/>
                    <a:pt x="333" y="332"/>
                  </a:cubicBezTo>
                  <a:cubicBezTo>
                    <a:pt x="454" y="210"/>
                    <a:pt x="366" y="0"/>
                    <a:pt x="1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2171;p43">
              <a:extLst>
                <a:ext uri="{FF2B5EF4-FFF2-40B4-BE49-F238E27FC236}">
                  <a16:creationId xmlns:a16="http://schemas.microsoft.com/office/drawing/2014/main" id="{25D442AF-3E68-9106-AF74-A02EE641ED67}"/>
                </a:ext>
              </a:extLst>
            </p:cNvPr>
            <p:cNvSpPr/>
            <p:nvPr/>
          </p:nvSpPr>
          <p:spPr>
            <a:xfrm>
              <a:off x="6466542" y="4422242"/>
              <a:ext cx="183938" cy="88971"/>
            </a:xfrm>
            <a:custGeom>
              <a:avLst/>
              <a:gdLst/>
              <a:ahLst/>
              <a:cxnLst/>
              <a:rect l="l" t="t" r="r" b="b"/>
              <a:pathLst>
                <a:path w="1350" h="653" extrusionOk="0">
                  <a:moveTo>
                    <a:pt x="1306" y="1"/>
                  </a:moveTo>
                  <a:lnTo>
                    <a:pt x="1" y="288"/>
                  </a:lnTo>
                  <a:cubicBezTo>
                    <a:pt x="12" y="421"/>
                    <a:pt x="67" y="542"/>
                    <a:pt x="144" y="653"/>
                  </a:cubicBezTo>
                  <a:lnTo>
                    <a:pt x="1328" y="388"/>
                  </a:lnTo>
                  <a:cubicBezTo>
                    <a:pt x="1339" y="343"/>
                    <a:pt x="1350" y="288"/>
                    <a:pt x="1350" y="233"/>
                  </a:cubicBezTo>
                  <a:cubicBezTo>
                    <a:pt x="1350" y="155"/>
                    <a:pt x="1328" y="78"/>
                    <a:pt x="13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2172;p43">
              <a:extLst>
                <a:ext uri="{FF2B5EF4-FFF2-40B4-BE49-F238E27FC236}">
                  <a16:creationId xmlns:a16="http://schemas.microsoft.com/office/drawing/2014/main" id="{E6FA5491-F805-254A-E2AD-0121AB5DBB53}"/>
                </a:ext>
              </a:extLst>
            </p:cNvPr>
            <p:cNvSpPr/>
            <p:nvPr/>
          </p:nvSpPr>
          <p:spPr>
            <a:xfrm>
              <a:off x="6259168" y="4312969"/>
              <a:ext cx="721989" cy="196881"/>
            </a:xfrm>
            <a:custGeom>
              <a:avLst/>
              <a:gdLst/>
              <a:ahLst/>
              <a:cxnLst/>
              <a:rect l="l" t="t" r="r" b="b"/>
              <a:pathLst>
                <a:path w="5299" h="1445" extrusionOk="0">
                  <a:moveTo>
                    <a:pt x="5031" y="1"/>
                  </a:moveTo>
                  <a:cubicBezTo>
                    <a:pt x="5016" y="1"/>
                    <a:pt x="5000" y="3"/>
                    <a:pt x="4984" y="6"/>
                  </a:cubicBezTo>
                  <a:lnTo>
                    <a:pt x="218" y="1068"/>
                  </a:lnTo>
                  <a:cubicBezTo>
                    <a:pt x="0" y="1111"/>
                    <a:pt x="29" y="1444"/>
                    <a:pt x="251" y="1444"/>
                  </a:cubicBezTo>
                  <a:cubicBezTo>
                    <a:pt x="255" y="1444"/>
                    <a:pt x="259" y="1444"/>
                    <a:pt x="262" y="1444"/>
                  </a:cubicBezTo>
                  <a:lnTo>
                    <a:pt x="306" y="1444"/>
                  </a:lnTo>
                  <a:lnTo>
                    <a:pt x="5061" y="382"/>
                  </a:lnTo>
                  <a:cubicBezTo>
                    <a:pt x="5298" y="331"/>
                    <a:pt x="5238" y="1"/>
                    <a:pt x="50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2173;p43">
              <a:extLst>
                <a:ext uri="{FF2B5EF4-FFF2-40B4-BE49-F238E27FC236}">
                  <a16:creationId xmlns:a16="http://schemas.microsoft.com/office/drawing/2014/main" id="{E271ED6C-DF06-D1A3-B784-C35992F5EC7C}"/>
                </a:ext>
              </a:extLst>
            </p:cNvPr>
            <p:cNvSpPr/>
            <p:nvPr/>
          </p:nvSpPr>
          <p:spPr>
            <a:xfrm>
              <a:off x="6073322" y="4252065"/>
              <a:ext cx="271410" cy="263780"/>
            </a:xfrm>
            <a:custGeom>
              <a:avLst/>
              <a:gdLst/>
              <a:ahLst/>
              <a:cxnLst/>
              <a:rect l="l" t="t" r="r" b="b"/>
              <a:pathLst>
                <a:path w="1992" h="1936" extrusionOk="0">
                  <a:moveTo>
                    <a:pt x="399" y="0"/>
                  </a:moveTo>
                  <a:cubicBezTo>
                    <a:pt x="178" y="0"/>
                    <a:pt x="1" y="177"/>
                    <a:pt x="12" y="398"/>
                  </a:cubicBezTo>
                  <a:lnTo>
                    <a:pt x="12" y="1548"/>
                  </a:lnTo>
                  <a:cubicBezTo>
                    <a:pt x="12" y="1758"/>
                    <a:pt x="178" y="1935"/>
                    <a:pt x="399" y="1935"/>
                  </a:cubicBezTo>
                  <a:lnTo>
                    <a:pt x="1991" y="1935"/>
                  </a:lnTo>
                  <a:lnTo>
                    <a:pt x="199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2174;p43">
              <a:extLst>
                <a:ext uri="{FF2B5EF4-FFF2-40B4-BE49-F238E27FC236}">
                  <a16:creationId xmlns:a16="http://schemas.microsoft.com/office/drawing/2014/main" id="{20DA1628-EA81-DDD4-2D71-39E1E320FE1F}"/>
                </a:ext>
              </a:extLst>
            </p:cNvPr>
            <p:cNvSpPr/>
            <p:nvPr/>
          </p:nvSpPr>
          <p:spPr>
            <a:xfrm>
              <a:off x="6900500" y="4496090"/>
              <a:ext cx="816682" cy="49868"/>
            </a:xfrm>
            <a:custGeom>
              <a:avLst/>
              <a:gdLst/>
              <a:ahLst/>
              <a:cxnLst/>
              <a:rect l="l" t="t" r="r" b="b"/>
              <a:pathLst>
                <a:path w="5994" h="366" extrusionOk="0">
                  <a:moveTo>
                    <a:pt x="244" y="0"/>
                  </a:moveTo>
                  <a:cubicBezTo>
                    <a:pt x="0" y="0"/>
                    <a:pt x="0" y="365"/>
                    <a:pt x="244" y="365"/>
                  </a:cubicBezTo>
                  <a:lnTo>
                    <a:pt x="5750" y="365"/>
                  </a:lnTo>
                  <a:cubicBezTo>
                    <a:pt x="5994" y="365"/>
                    <a:pt x="5994" y="0"/>
                    <a:pt x="575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2175;p43">
              <a:extLst>
                <a:ext uri="{FF2B5EF4-FFF2-40B4-BE49-F238E27FC236}">
                  <a16:creationId xmlns:a16="http://schemas.microsoft.com/office/drawing/2014/main" id="{837BD870-6CAC-97C6-794F-BC195BDD805A}"/>
                </a:ext>
              </a:extLst>
            </p:cNvPr>
            <p:cNvSpPr/>
            <p:nvPr/>
          </p:nvSpPr>
          <p:spPr>
            <a:xfrm>
              <a:off x="6285737" y="3509226"/>
              <a:ext cx="131209" cy="21255"/>
            </a:xfrm>
            <a:custGeom>
              <a:avLst/>
              <a:gdLst/>
              <a:ahLst/>
              <a:cxnLst/>
              <a:rect l="l" t="t" r="r" b="b"/>
              <a:pathLst>
                <a:path w="963" h="156" extrusionOk="0">
                  <a:moveTo>
                    <a:pt x="1" y="1"/>
                  </a:moveTo>
                  <a:lnTo>
                    <a:pt x="1" y="155"/>
                  </a:lnTo>
                  <a:lnTo>
                    <a:pt x="963" y="155"/>
                  </a:lnTo>
                  <a:lnTo>
                    <a:pt x="9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2176;p43">
              <a:extLst>
                <a:ext uri="{FF2B5EF4-FFF2-40B4-BE49-F238E27FC236}">
                  <a16:creationId xmlns:a16="http://schemas.microsoft.com/office/drawing/2014/main" id="{6566A758-253B-EDA2-2DC0-831DA4810EBC}"/>
                </a:ext>
              </a:extLst>
            </p:cNvPr>
            <p:cNvSpPr/>
            <p:nvPr/>
          </p:nvSpPr>
          <p:spPr>
            <a:xfrm>
              <a:off x="6716698" y="3599697"/>
              <a:ext cx="66354" cy="15124"/>
            </a:xfrm>
            <a:custGeom>
              <a:avLst/>
              <a:gdLst/>
              <a:ahLst/>
              <a:cxnLst/>
              <a:rect l="l" t="t" r="r" b="b"/>
              <a:pathLst>
                <a:path w="487" h="111" extrusionOk="0">
                  <a:moveTo>
                    <a:pt x="0" y="0"/>
                  </a:moveTo>
                  <a:lnTo>
                    <a:pt x="0" y="111"/>
                  </a:lnTo>
                  <a:lnTo>
                    <a:pt x="487" y="111"/>
                  </a:lnTo>
                  <a:lnTo>
                    <a:pt x="48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2177;p43">
              <a:extLst>
                <a:ext uri="{FF2B5EF4-FFF2-40B4-BE49-F238E27FC236}">
                  <a16:creationId xmlns:a16="http://schemas.microsoft.com/office/drawing/2014/main" id="{77FF764A-352D-3952-7B8A-003FA374BC8A}"/>
                </a:ext>
              </a:extLst>
            </p:cNvPr>
            <p:cNvSpPr/>
            <p:nvPr/>
          </p:nvSpPr>
          <p:spPr>
            <a:xfrm>
              <a:off x="7447410" y="3671910"/>
              <a:ext cx="185436" cy="173446"/>
            </a:xfrm>
            <a:custGeom>
              <a:avLst/>
              <a:gdLst/>
              <a:ahLst/>
              <a:cxnLst/>
              <a:rect l="l" t="t" r="r" b="b"/>
              <a:pathLst>
                <a:path w="1361" h="1273" extrusionOk="0">
                  <a:moveTo>
                    <a:pt x="0" y="1"/>
                  </a:moveTo>
                  <a:lnTo>
                    <a:pt x="0" y="1272"/>
                  </a:lnTo>
                  <a:lnTo>
                    <a:pt x="1360" y="1272"/>
                  </a:lnTo>
                  <a:lnTo>
                    <a:pt x="136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2178;p43">
              <a:extLst>
                <a:ext uri="{FF2B5EF4-FFF2-40B4-BE49-F238E27FC236}">
                  <a16:creationId xmlns:a16="http://schemas.microsoft.com/office/drawing/2014/main" id="{D5786DE6-B516-F123-88E7-35A3297ABD82}"/>
                </a:ext>
              </a:extLst>
            </p:cNvPr>
            <p:cNvSpPr/>
            <p:nvPr/>
          </p:nvSpPr>
          <p:spPr>
            <a:xfrm>
              <a:off x="7439780" y="3664416"/>
              <a:ext cx="200560" cy="188434"/>
            </a:xfrm>
            <a:custGeom>
              <a:avLst/>
              <a:gdLst/>
              <a:ahLst/>
              <a:cxnLst/>
              <a:rect l="l" t="t" r="r" b="b"/>
              <a:pathLst>
                <a:path w="1472" h="1383" extrusionOk="0">
                  <a:moveTo>
                    <a:pt x="1361" y="111"/>
                  </a:moveTo>
                  <a:lnTo>
                    <a:pt x="1361" y="1272"/>
                  </a:lnTo>
                  <a:lnTo>
                    <a:pt x="112" y="1272"/>
                  </a:lnTo>
                  <a:lnTo>
                    <a:pt x="112" y="111"/>
                  </a:lnTo>
                  <a:close/>
                  <a:moveTo>
                    <a:pt x="1" y="1"/>
                  </a:moveTo>
                  <a:lnTo>
                    <a:pt x="1" y="1383"/>
                  </a:lnTo>
                  <a:lnTo>
                    <a:pt x="1472" y="1383"/>
                  </a:lnTo>
                  <a:lnTo>
                    <a:pt x="14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2179;p43">
              <a:extLst>
                <a:ext uri="{FF2B5EF4-FFF2-40B4-BE49-F238E27FC236}">
                  <a16:creationId xmlns:a16="http://schemas.microsoft.com/office/drawing/2014/main" id="{1E969429-1504-34BA-4A5E-5D632C4A274B}"/>
                </a:ext>
              </a:extLst>
            </p:cNvPr>
            <p:cNvSpPr/>
            <p:nvPr/>
          </p:nvSpPr>
          <p:spPr>
            <a:xfrm>
              <a:off x="8113266" y="4206830"/>
              <a:ext cx="2110921" cy="55863"/>
            </a:xfrm>
            <a:custGeom>
              <a:avLst/>
              <a:gdLst/>
              <a:ahLst/>
              <a:cxnLst/>
              <a:rect l="l" t="t" r="r" b="b"/>
              <a:pathLst>
                <a:path w="15493" h="410" extrusionOk="0">
                  <a:moveTo>
                    <a:pt x="1" y="0"/>
                  </a:moveTo>
                  <a:lnTo>
                    <a:pt x="1" y="409"/>
                  </a:lnTo>
                  <a:lnTo>
                    <a:pt x="15492" y="409"/>
                  </a:lnTo>
                  <a:lnTo>
                    <a:pt x="1549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2180;p43">
              <a:extLst>
                <a:ext uri="{FF2B5EF4-FFF2-40B4-BE49-F238E27FC236}">
                  <a16:creationId xmlns:a16="http://schemas.microsoft.com/office/drawing/2014/main" id="{2A5AC9B3-73EE-E2BA-8DB1-026B46F850A2}"/>
                </a:ext>
              </a:extLst>
            </p:cNvPr>
            <p:cNvSpPr/>
            <p:nvPr/>
          </p:nvSpPr>
          <p:spPr>
            <a:xfrm>
              <a:off x="8260962" y="4223316"/>
              <a:ext cx="1832154" cy="232170"/>
            </a:xfrm>
            <a:custGeom>
              <a:avLst/>
              <a:gdLst/>
              <a:ahLst/>
              <a:cxnLst/>
              <a:rect l="l" t="t" r="r" b="b"/>
              <a:pathLst>
                <a:path w="13447" h="1704" extrusionOk="0">
                  <a:moveTo>
                    <a:pt x="0" y="1"/>
                  </a:moveTo>
                  <a:lnTo>
                    <a:pt x="0" y="1704"/>
                  </a:lnTo>
                  <a:lnTo>
                    <a:pt x="13446" y="1704"/>
                  </a:lnTo>
                  <a:lnTo>
                    <a:pt x="1344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2181;p43">
              <a:extLst>
                <a:ext uri="{FF2B5EF4-FFF2-40B4-BE49-F238E27FC236}">
                  <a16:creationId xmlns:a16="http://schemas.microsoft.com/office/drawing/2014/main" id="{5191FFA3-EF54-3A96-735C-16EE009385BC}"/>
                </a:ext>
              </a:extLst>
            </p:cNvPr>
            <p:cNvSpPr/>
            <p:nvPr/>
          </p:nvSpPr>
          <p:spPr>
            <a:xfrm>
              <a:off x="9026281" y="3533343"/>
              <a:ext cx="274407" cy="60359"/>
            </a:xfrm>
            <a:custGeom>
              <a:avLst/>
              <a:gdLst/>
              <a:ahLst/>
              <a:cxnLst/>
              <a:rect l="l" t="t" r="r" b="b"/>
              <a:pathLst>
                <a:path w="2014" h="443" extrusionOk="0">
                  <a:moveTo>
                    <a:pt x="1" y="1"/>
                  </a:moveTo>
                  <a:lnTo>
                    <a:pt x="1" y="443"/>
                  </a:lnTo>
                  <a:lnTo>
                    <a:pt x="2013" y="443"/>
                  </a:lnTo>
                  <a:lnTo>
                    <a:pt x="20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2182;p43">
              <a:extLst>
                <a:ext uri="{FF2B5EF4-FFF2-40B4-BE49-F238E27FC236}">
                  <a16:creationId xmlns:a16="http://schemas.microsoft.com/office/drawing/2014/main" id="{FCB212C0-7225-D220-5E42-D19D32A73C0E}"/>
                </a:ext>
              </a:extLst>
            </p:cNvPr>
            <p:cNvSpPr/>
            <p:nvPr/>
          </p:nvSpPr>
          <p:spPr>
            <a:xfrm>
              <a:off x="9921175" y="3533343"/>
              <a:ext cx="274407" cy="60359"/>
            </a:xfrm>
            <a:custGeom>
              <a:avLst/>
              <a:gdLst/>
              <a:ahLst/>
              <a:cxnLst/>
              <a:rect l="l" t="t" r="r" b="b"/>
              <a:pathLst>
                <a:path w="2014" h="443" extrusionOk="0">
                  <a:moveTo>
                    <a:pt x="1" y="1"/>
                  </a:moveTo>
                  <a:lnTo>
                    <a:pt x="1" y="443"/>
                  </a:lnTo>
                  <a:lnTo>
                    <a:pt x="2013" y="443"/>
                  </a:lnTo>
                  <a:lnTo>
                    <a:pt x="20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2183;p43">
              <a:extLst>
                <a:ext uri="{FF2B5EF4-FFF2-40B4-BE49-F238E27FC236}">
                  <a16:creationId xmlns:a16="http://schemas.microsoft.com/office/drawing/2014/main" id="{B428B29D-1548-10DE-335E-C7DCEE7AAA81}"/>
                </a:ext>
              </a:extLst>
            </p:cNvPr>
            <p:cNvSpPr/>
            <p:nvPr/>
          </p:nvSpPr>
          <p:spPr>
            <a:xfrm>
              <a:off x="8160000" y="3533343"/>
              <a:ext cx="274271" cy="60359"/>
            </a:xfrm>
            <a:custGeom>
              <a:avLst/>
              <a:gdLst/>
              <a:ahLst/>
              <a:cxnLst/>
              <a:rect l="l" t="t" r="r" b="b"/>
              <a:pathLst>
                <a:path w="2013" h="443" extrusionOk="0">
                  <a:moveTo>
                    <a:pt x="0" y="1"/>
                  </a:moveTo>
                  <a:lnTo>
                    <a:pt x="0" y="443"/>
                  </a:lnTo>
                  <a:lnTo>
                    <a:pt x="2013" y="443"/>
                  </a:lnTo>
                  <a:lnTo>
                    <a:pt x="20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2184;p43">
              <a:extLst>
                <a:ext uri="{FF2B5EF4-FFF2-40B4-BE49-F238E27FC236}">
                  <a16:creationId xmlns:a16="http://schemas.microsoft.com/office/drawing/2014/main" id="{1DEABBEC-C996-9BED-E716-9950A9802469}"/>
                </a:ext>
              </a:extLst>
            </p:cNvPr>
            <p:cNvSpPr/>
            <p:nvPr/>
          </p:nvSpPr>
          <p:spPr>
            <a:xfrm>
              <a:off x="8068031" y="3563454"/>
              <a:ext cx="2219376" cy="659995"/>
            </a:xfrm>
            <a:custGeom>
              <a:avLst/>
              <a:gdLst/>
              <a:ahLst/>
              <a:cxnLst/>
              <a:rect l="l" t="t" r="r" b="b"/>
              <a:pathLst>
                <a:path w="16289" h="4844" extrusionOk="0">
                  <a:moveTo>
                    <a:pt x="1" y="1"/>
                  </a:moveTo>
                  <a:lnTo>
                    <a:pt x="1" y="4844"/>
                  </a:lnTo>
                  <a:lnTo>
                    <a:pt x="16289" y="4844"/>
                  </a:lnTo>
                  <a:lnTo>
                    <a:pt x="162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2185;p43">
              <a:extLst>
                <a:ext uri="{FF2B5EF4-FFF2-40B4-BE49-F238E27FC236}">
                  <a16:creationId xmlns:a16="http://schemas.microsoft.com/office/drawing/2014/main" id="{47313A48-9A23-5E02-9773-32922591C6F2}"/>
                </a:ext>
              </a:extLst>
            </p:cNvPr>
            <p:cNvSpPr/>
            <p:nvPr/>
          </p:nvSpPr>
          <p:spPr>
            <a:xfrm>
              <a:off x="8068031" y="3619181"/>
              <a:ext cx="2219376" cy="13761"/>
            </a:xfrm>
            <a:custGeom>
              <a:avLst/>
              <a:gdLst/>
              <a:ahLst/>
              <a:cxnLst/>
              <a:rect l="l" t="t" r="r" b="b"/>
              <a:pathLst>
                <a:path w="16289" h="101" extrusionOk="0">
                  <a:moveTo>
                    <a:pt x="1" y="1"/>
                  </a:moveTo>
                  <a:lnTo>
                    <a:pt x="1" y="100"/>
                  </a:lnTo>
                  <a:lnTo>
                    <a:pt x="16289" y="100"/>
                  </a:lnTo>
                  <a:lnTo>
                    <a:pt x="162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2186;p43">
              <a:extLst>
                <a:ext uri="{FF2B5EF4-FFF2-40B4-BE49-F238E27FC236}">
                  <a16:creationId xmlns:a16="http://schemas.microsoft.com/office/drawing/2014/main" id="{B8A1C981-6DC1-3B13-6618-AD965BF28273}"/>
                </a:ext>
              </a:extLst>
            </p:cNvPr>
            <p:cNvSpPr/>
            <p:nvPr/>
          </p:nvSpPr>
          <p:spPr>
            <a:xfrm>
              <a:off x="8068031" y="3708152"/>
              <a:ext cx="2219376" cy="13625"/>
            </a:xfrm>
            <a:custGeom>
              <a:avLst/>
              <a:gdLst/>
              <a:ahLst/>
              <a:cxnLst/>
              <a:rect l="l" t="t" r="r" b="b"/>
              <a:pathLst>
                <a:path w="16289" h="100"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2187;p43">
              <a:extLst>
                <a:ext uri="{FF2B5EF4-FFF2-40B4-BE49-F238E27FC236}">
                  <a16:creationId xmlns:a16="http://schemas.microsoft.com/office/drawing/2014/main" id="{C9C77443-17EA-F8B8-879A-ED7707B49628}"/>
                </a:ext>
              </a:extLst>
            </p:cNvPr>
            <p:cNvSpPr/>
            <p:nvPr/>
          </p:nvSpPr>
          <p:spPr>
            <a:xfrm>
              <a:off x="8068031" y="3796988"/>
              <a:ext cx="2219376" cy="13761"/>
            </a:xfrm>
            <a:custGeom>
              <a:avLst/>
              <a:gdLst/>
              <a:ahLst/>
              <a:cxnLst/>
              <a:rect l="l" t="t" r="r" b="b"/>
              <a:pathLst>
                <a:path w="16289" h="101" extrusionOk="0">
                  <a:moveTo>
                    <a:pt x="1" y="1"/>
                  </a:moveTo>
                  <a:lnTo>
                    <a:pt x="1" y="100"/>
                  </a:lnTo>
                  <a:lnTo>
                    <a:pt x="16289" y="100"/>
                  </a:lnTo>
                  <a:lnTo>
                    <a:pt x="162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2188;p43">
              <a:extLst>
                <a:ext uri="{FF2B5EF4-FFF2-40B4-BE49-F238E27FC236}">
                  <a16:creationId xmlns:a16="http://schemas.microsoft.com/office/drawing/2014/main" id="{8EEA2C3B-63B3-96E0-4218-8AF1A1095ADA}"/>
                </a:ext>
              </a:extLst>
            </p:cNvPr>
            <p:cNvSpPr/>
            <p:nvPr/>
          </p:nvSpPr>
          <p:spPr>
            <a:xfrm>
              <a:off x="8068031" y="3976294"/>
              <a:ext cx="2219376" cy="13761"/>
            </a:xfrm>
            <a:custGeom>
              <a:avLst/>
              <a:gdLst/>
              <a:ahLst/>
              <a:cxnLst/>
              <a:rect l="l" t="t" r="r" b="b"/>
              <a:pathLst>
                <a:path w="16289" h="101"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2189;p43">
              <a:extLst>
                <a:ext uri="{FF2B5EF4-FFF2-40B4-BE49-F238E27FC236}">
                  <a16:creationId xmlns:a16="http://schemas.microsoft.com/office/drawing/2014/main" id="{3F4A1BA1-CEB8-BFF4-F4D4-94E4C48C7D1F}"/>
                </a:ext>
              </a:extLst>
            </p:cNvPr>
            <p:cNvSpPr/>
            <p:nvPr/>
          </p:nvSpPr>
          <p:spPr>
            <a:xfrm>
              <a:off x="8068031" y="3887458"/>
              <a:ext cx="2219376" cy="13625"/>
            </a:xfrm>
            <a:custGeom>
              <a:avLst/>
              <a:gdLst/>
              <a:ahLst/>
              <a:cxnLst/>
              <a:rect l="l" t="t" r="r" b="b"/>
              <a:pathLst>
                <a:path w="16289" h="100"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2190;p43">
              <a:extLst>
                <a:ext uri="{FF2B5EF4-FFF2-40B4-BE49-F238E27FC236}">
                  <a16:creationId xmlns:a16="http://schemas.microsoft.com/office/drawing/2014/main" id="{FF136E82-9C1E-2708-D36F-883265F12DF6}"/>
                </a:ext>
              </a:extLst>
            </p:cNvPr>
            <p:cNvSpPr/>
            <p:nvPr/>
          </p:nvSpPr>
          <p:spPr>
            <a:xfrm>
              <a:off x="8068031" y="4065129"/>
              <a:ext cx="2219376" cy="13761"/>
            </a:xfrm>
            <a:custGeom>
              <a:avLst/>
              <a:gdLst/>
              <a:ahLst/>
              <a:cxnLst/>
              <a:rect l="l" t="t" r="r" b="b"/>
              <a:pathLst>
                <a:path w="16289" h="101" extrusionOk="0">
                  <a:moveTo>
                    <a:pt x="1" y="1"/>
                  </a:moveTo>
                  <a:lnTo>
                    <a:pt x="1" y="100"/>
                  </a:lnTo>
                  <a:lnTo>
                    <a:pt x="16289" y="100"/>
                  </a:lnTo>
                  <a:lnTo>
                    <a:pt x="162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2191;p43">
              <a:extLst>
                <a:ext uri="{FF2B5EF4-FFF2-40B4-BE49-F238E27FC236}">
                  <a16:creationId xmlns:a16="http://schemas.microsoft.com/office/drawing/2014/main" id="{5DABC421-C364-2002-A475-375BF12AFD8E}"/>
                </a:ext>
              </a:extLst>
            </p:cNvPr>
            <p:cNvSpPr/>
            <p:nvPr/>
          </p:nvSpPr>
          <p:spPr>
            <a:xfrm>
              <a:off x="8068031" y="4154101"/>
              <a:ext cx="2219376" cy="13625"/>
            </a:xfrm>
            <a:custGeom>
              <a:avLst/>
              <a:gdLst/>
              <a:ahLst/>
              <a:cxnLst/>
              <a:rect l="l" t="t" r="r" b="b"/>
              <a:pathLst>
                <a:path w="16289" h="100"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2192;p43">
              <a:extLst>
                <a:ext uri="{FF2B5EF4-FFF2-40B4-BE49-F238E27FC236}">
                  <a16:creationId xmlns:a16="http://schemas.microsoft.com/office/drawing/2014/main" id="{374ADF23-62DD-10A6-841F-D6794F19FC6C}"/>
                </a:ext>
              </a:extLst>
            </p:cNvPr>
            <p:cNvSpPr/>
            <p:nvPr/>
          </p:nvSpPr>
          <p:spPr>
            <a:xfrm>
              <a:off x="9006661" y="4252065"/>
              <a:ext cx="340625" cy="78480"/>
            </a:xfrm>
            <a:custGeom>
              <a:avLst/>
              <a:gdLst/>
              <a:ahLst/>
              <a:cxnLst/>
              <a:rect l="l" t="t" r="r" b="b"/>
              <a:pathLst>
                <a:path w="2500" h="576" extrusionOk="0">
                  <a:moveTo>
                    <a:pt x="1" y="0"/>
                  </a:moveTo>
                  <a:lnTo>
                    <a:pt x="1" y="575"/>
                  </a:lnTo>
                  <a:lnTo>
                    <a:pt x="2500" y="575"/>
                  </a:lnTo>
                  <a:lnTo>
                    <a:pt x="25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2193;p43">
              <a:extLst>
                <a:ext uri="{FF2B5EF4-FFF2-40B4-BE49-F238E27FC236}">
                  <a16:creationId xmlns:a16="http://schemas.microsoft.com/office/drawing/2014/main" id="{80EA3E99-E647-C5D4-C46B-004642CF7A30}"/>
                </a:ext>
              </a:extLst>
            </p:cNvPr>
            <p:cNvSpPr/>
            <p:nvPr/>
          </p:nvSpPr>
          <p:spPr>
            <a:xfrm>
              <a:off x="8068031" y="4250430"/>
              <a:ext cx="325638" cy="39376"/>
            </a:xfrm>
            <a:custGeom>
              <a:avLst/>
              <a:gdLst/>
              <a:ahLst/>
              <a:cxnLst/>
              <a:rect l="l" t="t" r="r" b="b"/>
              <a:pathLst>
                <a:path w="2390" h="289" extrusionOk="0">
                  <a:moveTo>
                    <a:pt x="1" y="1"/>
                  </a:moveTo>
                  <a:lnTo>
                    <a:pt x="1" y="288"/>
                  </a:lnTo>
                  <a:lnTo>
                    <a:pt x="2389" y="288"/>
                  </a:lnTo>
                  <a:lnTo>
                    <a:pt x="238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2194;p43">
              <a:extLst>
                <a:ext uri="{FF2B5EF4-FFF2-40B4-BE49-F238E27FC236}">
                  <a16:creationId xmlns:a16="http://schemas.microsoft.com/office/drawing/2014/main" id="{EAAA3AB8-8753-895A-A5D1-E741A7A05765}"/>
                </a:ext>
              </a:extLst>
            </p:cNvPr>
            <p:cNvSpPr/>
            <p:nvPr/>
          </p:nvSpPr>
          <p:spPr>
            <a:xfrm>
              <a:off x="9960416" y="4250430"/>
              <a:ext cx="327000" cy="39376"/>
            </a:xfrm>
            <a:custGeom>
              <a:avLst/>
              <a:gdLst/>
              <a:ahLst/>
              <a:cxnLst/>
              <a:rect l="l" t="t" r="r" b="b"/>
              <a:pathLst>
                <a:path w="2400" h="289" extrusionOk="0">
                  <a:moveTo>
                    <a:pt x="0" y="1"/>
                  </a:moveTo>
                  <a:lnTo>
                    <a:pt x="0" y="288"/>
                  </a:lnTo>
                  <a:lnTo>
                    <a:pt x="2400" y="288"/>
                  </a:lnTo>
                  <a:lnTo>
                    <a:pt x="240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2195;p43">
              <a:extLst>
                <a:ext uri="{FF2B5EF4-FFF2-40B4-BE49-F238E27FC236}">
                  <a16:creationId xmlns:a16="http://schemas.microsoft.com/office/drawing/2014/main" id="{F88214A3-E169-DF55-BB4A-51E2174FA517}"/>
                </a:ext>
              </a:extLst>
            </p:cNvPr>
            <p:cNvSpPr/>
            <p:nvPr/>
          </p:nvSpPr>
          <p:spPr>
            <a:xfrm>
              <a:off x="8420648" y="4239938"/>
              <a:ext cx="134206" cy="60359"/>
            </a:xfrm>
            <a:custGeom>
              <a:avLst/>
              <a:gdLst/>
              <a:ahLst/>
              <a:cxnLst/>
              <a:rect l="l" t="t" r="r" b="b"/>
              <a:pathLst>
                <a:path w="985" h="443" extrusionOk="0">
                  <a:moveTo>
                    <a:pt x="0" y="1"/>
                  </a:moveTo>
                  <a:lnTo>
                    <a:pt x="0" y="443"/>
                  </a:lnTo>
                  <a:lnTo>
                    <a:pt x="985" y="443"/>
                  </a:lnTo>
                  <a:lnTo>
                    <a:pt x="98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2196;p43">
              <a:extLst>
                <a:ext uri="{FF2B5EF4-FFF2-40B4-BE49-F238E27FC236}">
                  <a16:creationId xmlns:a16="http://schemas.microsoft.com/office/drawing/2014/main" id="{B506636F-F31C-BE88-AF26-378A29D03789}"/>
                </a:ext>
              </a:extLst>
            </p:cNvPr>
            <p:cNvSpPr/>
            <p:nvPr/>
          </p:nvSpPr>
          <p:spPr>
            <a:xfrm>
              <a:off x="8773673" y="4307791"/>
              <a:ext cx="346211" cy="296207"/>
            </a:xfrm>
            <a:custGeom>
              <a:avLst/>
              <a:gdLst/>
              <a:ahLst/>
              <a:cxnLst/>
              <a:rect l="l" t="t" r="r" b="b"/>
              <a:pathLst>
                <a:path w="2541" h="2174" extrusionOk="0">
                  <a:moveTo>
                    <a:pt x="1081" y="0"/>
                  </a:moveTo>
                  <a:cubicBezTo>
                    <a:pt x="483" y="0"/>
                    <a:pt x="8" y="487"/>
                    <a:pt x="8" y="1084"/>
                  </a:cubicBezTo>
                  <a:cubicBezTo>
                    <a:pt x="0" y="1743"/>
                    <a:pt x="536" y="2173"/>
                    <a:pt x="1095" y="2173"/>
                  </a:cubicBezTo>
                  <a:cubicBezTo>
                    <a:pt x="1361" y="2173"/>
                    <a:pt x="1633" y="2076"/>
                    <a:pt x="1855" y="1858"/>
                  </a:cubicBezTo>
                  <a:cubicBezTo>
                    <a:pt x="2540" y="1172"/>
                    <a:pt x="2054" y="0"/>
                    <a:pt x="10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2197;p43">
              <a:extLst>
                <a:ext uri="{FF2B5EF4-FFF2-40B4-BE49-F238E27FC236}">
                  <a16:creationId xmlns:a16="http://schemas.microsoft.com/office/drawing/2014/main" id="{87A017DE-FCE2-4E28-B705-A0FEBFD4541A}"/>
                </a:ext>
              </a:extLst>
            </p:cNvPr>
            <p:cNvSpPr/>
            <p:nvPr/>
          </p:nvSpPr>
          <p:spPr>
            <a:xfrm>
              <a:off x="8830489" y="4363790"/>
              <a:ext cx="214049" cy="183665"/>
            </a:xfrm>
            <a:custGeom>
              <a:avLst/>
              <a:gdLst/>
              <a:ahLst/>
              <a:cxnLst/>
              <a:rect l="l" t="t" r="r" b="b"/>
              <a:pathLst>
                <a:path w="1571" h="1348" extrusionOk="0">
                  <a:moveTo>
                    <a:pt x="673" y="1"/>
                  </a:moveTo>
                  <a:cubicBezTo>
                    <a:pt x="330" y="1"/>
                    <a:pt x="0" y="268"/>
                    <a:pt x="0" y="673"/>
                  </a:cubicBezTo>
                  <a:cubicBezTo>
                    <a:pt x="0" y="1049"/>
                    <a:pt x="299" y="1347"/>
                    <a:pt x="664" y="1347"/>
                  </a:cubicBezTo>
                  <a:cubicBezTo>
                    <a:pt x="1272" y="1347"/>
                    <a:pt x="1570" y="629"/>
                    <a:pt x="1139" y="197"/>
                  </a:cubicBezTo>
                  <a:cubicBezTo>
                    <a:pt x="1003" y="62"/>
                    <a:pt x="837" y="1"/>
                    <a:pt x="6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2198;p43">
              <a:extLst>
                <a:ext uri="{FF2B5EF4-FFF2-40B4-BE49-F238E27FC236}">
                  <a16:creationId xmlns:a16="http://schemas.microsoft.com/office/drawing/2014/main" id="{089F296C-A766-2B63-A522-65003F30D2FE}"/>
                </a:ext>
              </a:extLst>
            </p:cNvPr>
            <p:cNvSpPr/>
            <p:nvPr/>
          </p:nvSpPr>
          <p:spPr>
            <a:xfrm>
              <a:off x="8113266" y="4307791"/>
              <a:ext cx="345121" cy="296207"/>
            </a:xfrm>
            <a:custGeom>
              <a:avLst/>
              <a:gdLst/>
              <a:ahLst/>
              <a:cxnLst/>
              <a:rect l="l" t="t" r="r" b="b"/>
              <a:pathLst>
                <a:path w="2533" h="2174" extrusionOk="0">
                  <a:moveTo>
                    <a:pt x="1084" y="0"/>
                  </a:moveTo>
                  <a:cubicBezTo>
                    <a:pt x="487" y="0"/>
                    <a:pt x="1" y="487"/>
                    <a:pt x="1" y="1084"/>
                  </a:cubicBezTo>
                  <a:cubicBezTo>
                    <a:pt x="1" y="1743"/>
                    <a:pt x="538" y="2173"/>
                    <a:pt x="1095" y="2173"/>
                  </a:cubicBezTo>
                  <a:cubicBezTo>
                    <a:pt x="1360" y="2173"/>
                    <a:pt x="1630" y="2076"/>
                    <a:pt x="1847" y="1858"/>
                  </a:cubicBezTo>
                  <a:cubicBezTo>
                    <a:pt x="2533" y="1172"/>
                    <a:pt x="2057" y="0"/>
                    <a:pt x="10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2199;p43">
              <a:extLst>
                <a:ext uri="{FF2B5EF4-FFF2-40B4-BE49-F238E27FC236}">
                  <a16:creationId xmlns:a16="http://schemas.microsoft.com/office/drawing/2014/main" id="{F5FDFAB9-39DF-3FC3-E128-6FAD57FE7373}"/>
                </a:ext>
              </a:extLst>
            </p:cNvPr>
            <p:cNvSpPr/>
            <p:nvPr/>
          </p:nvSpPr>
          <p:spPr>
            <a:xfrm>
              <a:off x="8170491" y="4363790"/>
              <a:ext cx="212550" cy="183665"/>
            </a:xfrm>
            <a:custGeom>
              <a:avLst/>
              <a:gdLst/>
              <a:ahLst/>
              <a:cxnLst/>
              <a:rect l="l" t="t" r="r" b="b"/>
              <a:pathLst>
                <a:path w="1560" h="1348" extrusionOk="0">
                  <a:moveTo>
                    <a:pt x="674" y="1"/>
                  </a:moveTo>
                  <a:cubicBezTo>
                    <a:pt x="331" y="1"/>
                    <a:pt x="1" y="268"/>
                    <a:pt x="1" y="673"/>
                  </a:cubicBezTo>
                  <a:cubicBezTo>
                    <a:pt x="1" y="1049"/>
                    <a:pt x="299" y="1347"/>
                    <a:pt x="664" y="1347"/>
                  </a:cubicBezTo>
                  <a:cubicBezTo>
                    <a:pt x="1261" y="1347"/>
                    <a:pt x="1560" y="629"/>
                    <a:pt x="1140" y="197"/>
                  </a:cubicBezTo>
                  <a:cubicBezTo>
                    <a:pt x="1004" y="62"/>
                    <a:pt x="837" y="1"/>
                    <a:pt x="67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2200;p43">
              <a:extLst>
                <a:ext uri="{FF2B5EF4-FFF2-40B4-BE49-F238E27FC236}">
                  <a16:creationId xmlns:a16="http://schemas.microsoft.com/office/drawing/2014/main" id="{4EB4339B-1EC7-1C98-72C5-E57AA9D60B6E}"/>
                </a:ext>
              </a:extLst>
            </p:cNvPr>
            <p:cNvSpPr/>
            <p:nvPr/>
          </p:nvSpPr>
          <p:spPr>
            <a:xfrm>
              <a:off x="8420648" y="4336404"/>
              <a:ext cx="342124" cy="168814"/>
            </a:xfrm>
            <a:custGeom>
              <a:avLst/>
              <a:gdLst/>
              <a:ahLst/>
              <a:cxnLst/>
              <a:rect l="l" t="t" r="r" b="b"/>
              <a:pathLst>
                <a:path w="2511" h="1239" extrusionOk="0">
                  <a:moveTo>
                    <a:pt x="111" y="0"/>
                  </a:moveTo>
                  <a:lnTo>
                    <a:pt x="111" y="255"/>
                  </a:lnTo>
                  <a:lnTo>
                    <a:pt x="620" y="255"/>
                  </a:lnTo>
                  <a:lnTo>
                    <a:pt x="620" y="0"/>
                  </a:lnTo>
                  <a:close/>
                  <a:moveTo>
                    <a:pt x="996" y="0"/>
                  </a:moveTo>
                  <a:lnTo>
                    <a:pt x="996" y="255"/>
                  </a:lnTo>
                  <a:lnTo>
                    <a:pt x="1504" y="255"/>
                  </a:lnTo>
                  <a:lnTo>
                    <a:pt x="1504" y="0"/>
                  </a:lnTo>
                  <a:close/>
                  <a:moveTo>
                    <a:pt x="1891" y="0"/>
                  </a:moveTo>
                  <a:lnTo>
                    <a:pt x="1891" y="255"/>
                  </a:lnTo>
                  <a:lnTo>
                    <a:pt x="2400" y="255"/>
                  </a:lnTo>
                  <a:lnTo>
                    <a:pt x="2400" y="0"/>
                  </a:lnTo>
                  <a:close/>
                  <a:moveTo>
                    <a:pt x="0" y="420"/>
                  </a:moveTo>
                  <a:lnTo>
                    <a:pt x="0" y="796"/>
                  </a:lnTo>
                  <a:cubicBezTo>
                    <a:pt x="0" y="1040"/>
                    <a:pt x="199" y="1239"/>
                    <a:pt x="454" y="1239"/>
                  </a:cubicBezTo>
                  <a:lnTo>
                    <a:pt x="2068" y="1239"/>
                  </a:lnTo>
                  <a:cubicBezTo>
                    <a:pt x="2311" y="1239"/>
                    <a:pt x="2511" y="1040"/>
                    <a:pt x="2511" y="796"/>
                  </a:cubicBezTo>
                  <a:lnTo>
                    <a:pt x="2511" y="42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2201;p43">
              <a:extLst>
                <a:ext uri="{FF2B5EF4-FFF2-40B4-BE49-F238E27FC236}">
                  <a16:creationId xmlns:a16="http://schemas.microsoft.com/office/drawing/2014/main" id="{0AD9F3AE-B7AC-B800-FE29-7D2895DF37A3}"/>
                </a:ext>
              </a:extLst>
            </p:cNvPr>
            <p:cNvSpPr/>
            <p:nvPr/>
          </p:nvSpPr>
          <p:spPr>
            <a:xfrm>
              <a:off x="8584830" y="4250430"/>
              <a:ext cx="753463" cy="39376"/>
            </a:xfrm>
            <a:custGeom>
              <a:avLst/>
              <a:gdLst/>
              <a:ahLst/>
              <a:cxnLst/>
              <a:rect l="l" t="t" r="r" b="b"/>
              <a:pathLst>
                <a:path w="5530" h="289" extrusionOk="0">
                  <a:moveTo>
                    <a:pt x="1" y="1"/>
                  </a:moveTo>
                  <a:lnTo>
                    <a:pt x="1" y="288"/>
                  </a:lnTo>
                  <a:lnTo>
                    <a:pt x="5530" y="288"/>
                  </a:lnTo>
                  <a:lnTo>
                    <a:pt x="553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2202;p43">
              <a:extLst>
                <a:ext uri="{FF2B5EF4-FFF2-40B4-BE49-F238E27FC236}">
                  <a16:creationId xmlns:a16="http://schemas.microsoft.com/office/drawing/2014/main" id="{BC5E8BE3-69B8-04E1-126F-DB975B6525A0}"/>
                </a:ext>
              </a:extLst>
            </p:cNvPr>
            <p:cNvSpPr/>
            <p:nvPr/>
          </p:nvSpPr>
          <p:spPr>
            <a:xfrm>
              <a:off x="8209732" y="4404120"/>
              <a:ext cx="102596" cy="102596"/>
            </a:xfrm>
            <a:custGeom>
              <a:avLst/>
              <a:gdLst/>
              <a:ahLst/>
              <a:cxnLst/>
              <a:rect l="l" t="t" r="r" b="b"/>
              <a:pathLst>
                <a:path w="753" h="753" extrusionOk="0">
                  <a:moveTo>
                    <a:pt x="376" y="188"/>
                  </a:moveTo>
                  <a:cubicBezTo>
                    <a:pt x="473" y="188"/>
                    <a:pt x="564" y="264"/>
                    <a:pt x="564" y="377"/>
                  </a:cubicBezTo>
                  <a:cubicBezTo>
                    <a:pt x="564" y="487"/>
                    <a:pt x="487" y="576"/>
                    <a:pt x="376" y="576"/>
                  </a:cubicBezTo>
                  <a:cubicBezTo>
                    <a:pt x="210" y="576"/>
                    <a:pt x="122" y="366"/>
                    <a:pt x="244" y="244"/>
                  </a:cubicBezTo>
                  <a:cubicBezTo>
                    <a:pt x="283" y="205"/>
                    <a:pt x="330" y="188"/>
                    <a:pt x="376" y="188"/>
                  </a:cubicBezTo>
                  <a:close/>
                  <a:moveTo>
                    <a:pt x="100" y="1"/>
                  </a:moveTo>
                  <a:cubicBezTo>
                    <a:pt x="45" y="1"/>
                    <a:pt x="0" y="45"/>
                    <a:pt x="0" y="100"/>
                  </a:cubicBezTo>
                  <a:lnTo>
                    <a:pt x="0" y="653"/>
                  </a:lnTo>
                  <a:cubicBezTo>
                    <a:pt x="0" y="709"/>
                    <a:pt x="45" y="753"/>
                    <a:pt x="100" y="753"/>
                  </a:cubicBezTo>
                  <a:lnTo>
                    <a:pt x="653" y="753"/>
                  </a:lnTo>
                  <a:cubicBezTo>
                    <a:pt x="708" y="753"/>
                    <a:pt x="752" y="709"/>
                    <a:pt x="752" y="653"/>
                  </a:cubicBezTo>
                  <a:lnTo>
                    <a:pt x="752" y="100"/>
                  </a:lnTo>
                  <a:cubicBezTo>
                    <a:pt x="752"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2203;p43">
              <a:extLst>
                <a:ext uri="{FF2B5EF4-FFF2-40B4-BE49-F238E27FC236}">
                  <a16:creationId xmlns:a16="http://schemas.microsoft.com/office/drawing/2014/main" id="{4C2F2B9C-C13F-BF7F-415E-90DB0508638D}"/>
                </a:ext>
              </a:extLst>
            </p:cNvPr>
            <p:cNvSpPr/>
            <p:nvPr/>
          </p:nvSpPr>
          <p:spPr>
            <a:xfrm>
              <a:off x="8869593" y="4404120"/>
              <a:ext cx="102596" cy="102596"/>
            </a:xfrm>
            <a:custGeom>
              <a:avLst/>
              <a:gdLst/>
              <a:ahLst/>
              <a:cxnLst/>
              <a:rect l="l" t="t" r="r" b="b"/>
              <a:pathLst>
                <a:path w="753" h="753" extrusionOk="0">
                  <a:moveTo>
                    <a:pt x="377" y="188"/>
                  </a:moveTo>
                  <a:cubicBezTo>
                    <a:pt x="474" y="188"/>
                    <a:pt x="568" y="264"/>
                    <a:pt x="576" y="377"/>
                  </a:cubicBezTo>
                  <a:cubicBezTo>
                    <a:pt x="576" y="487"/>
                    <a:pt x="487" y="565"/>
                    <a:pt x="377" y="576"/>
                  </a:cubicBezTo>
                  <a:cubicBezTo>
                    <a:pt x="211" y="576"/>
                    <a:pt x="122" y="366"/>
                    <a:pt x="244" y="244"/>
                  </a:cubicBezTo>
                  <a:cubicBezTo>
                    <a:pt x="283" y="205"/>
                    <a:pt x="330" y="188"/>
                    <a:pt x="377" y="188"/>
                  </a:cubicBezTo>
                  <a:close/>
                  <a:moveTo>
                    <a:pt x="100" y="1"/>
                  </a:moveTo>
                  <a:cubicBezTo>
                    <a:pt x="45" y="1"/>
                    <a:pt x="1" y="45"/>
                    <a:pt x="1" y="100"/>
                  </a:cubicBezTo>
                  <a:lnTo>
                    <a:pt x="1" y="653"/>
                  </a:lnTo>
                  <a:cubicBezTo>
                    <a:pt x="1" y="709"/>
                    <a:pt x="45" y="753"/>
                    <a:pt x="100" y="753"/>
                  </a:cubicBezTo>
                  <a:lnTo>
                    <a:pt x="653" y="753"/>
                  </a:lnTo>
                  <a:cubicBezTo>
                    <a:pt x="708" y="753"/>
                    <a:pt x="753" y="709"/>
                    <a:pt x="753" y="653"/>
                  </a:cubicBezTo>
                  <a:lnTo>
                    <a:pt x="753" y="100"/>
                  </a:lnTo>
                  <a:cubicBezTo>
                    <a:pt x="753"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2204;p43">
              <a:extLst>
                <a:ext uri="{FF2B5EF4-FFF2-40B4-BE49-F238E27FC236}">
                  <a16:creationId xmlns:a16="http://schemas.microsoft.com/office/drawing/2014/main" id="{8DF9E82A-D420-CD7E-AA41-C7768029B303}"/>
                </a:ext>
              </a:extLst>
            </p:cNvPr>
            <p:cNvSpPr/>
            <p:nvPr/>
          </p:nvSpPr>
          <p:spPr>
            <a:xfrm>
              <a:off x="9799231" y="4239938"/>
              <a:ext cx="134206" cy="60359"/>
            </a:xfrm>
            <a:custGeom>
              <a:avLst/>
              <a:gdLst/>
              <a:ahLst/>
              <a:cxnLst/>
              <a:rect l="l" t="t" r="r" b="b"/>
              <a:pathLst>
                <a:path w="985" h="443" extrusionOk="0">
                  <a:moveTo>
                    <a:pt x="0" y="1"/>
                  </a:moveTo>
                  <a:lnTo>
                    <a:pt x="0" y="443"/>
                  </a:lnTo>
                  <a:lnTo>
                    <a:pt x="984" y="443"/>
                  </a:lnTo>
                  <a:lnTo>
                    <a:pt x="98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2205;p43">
              <a:extLst>
                <a:ext uri="{FF2B5EF4-FFF2-40B4-BE49-F238E27FC236}">
                  <a16:creationId xmlns:a16="http://schemas.microsoft.com/office/drawing/2014/main" id="{DD7AC8A5-624D-8520-4397-B5F80103650F}"/>
                </a:ext>
              </a:extLst>
            </p:cNvPr>
            <p:cNvSpPr/>
            <p:nvPr/>
          </p:nvSpPr>
          <p:spPr>
            <a:xfrm>
              <a:off x="9235699" y="4307791"/>
              <a:ext cx="345121" cy="296207"/>
            </a:xfrm>
            <a:custGeom>
              <a:avLst/>
              <a:gdLst/>
              <a:ahLst/>
              <a:cxnLst/>
              <a:rect l="l" t="t" r="r" b="b"/>
              <a:pathLst>
                <a:path w="2533" h="2174" extrusionOk="0">
                  <a:moveTo>
                    <a:pt x="1449" y="0"/>
                  </a:moveTo>
                  <a:cubicBezTo>
                    <a:pt x="487" y="0"/>
                    <a:pt x="1" y="1172"/>
                    <a:pt x="686" y="1858"/>
                  </a:cubicBezTo>
                  <a:cubicBezTo>
                    <a:pt x="904" y="2076"/>
                    <a:pt x="1174" y="2173"/>
                    <a:pt x="1439" y="2173"/>
                  </a:cubicBezTo>
                  <a:cubicBezTo>
                    <a:pt x="1995" y="2173"/>
                    <a:pt x="2533" y="1743"/>
                    <a:pt x="2533" y="1084"/>
                  </a:cubicBezTo>
                  <a:cubicBezTo>
                    <a:pt x="2533" y="487"/>
                    <a:pt x="2046" y="0"/>
                    <a:pt x="14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2206;p43">
              <a:extLst>
                <a:ext uri="{FF2B5EF4-FFF2-40B4-BE49-F238E27FC236}">
                  <a16:creationId xmlns:a16="http://schemas.microsoft.com/office/drawing/2014/main" id="{7DD2DE23-5BE4-594B-26B8-D67AFF7B1922}"/>
                </a:ext>
              </a:extLst>
            </p:cNvPr>
            <p:cNvSpPr/>
            <p:nvPr/>
          </p:nvSpPr>
          <p:spPr>
            <a:xfrm>
              <a:off x="9311045" y="4363790"/>
              <a:ext cx="214049" cy="183665"/>
            </a:xfrm>
            <a:custGeom>
              <a:avLst/>
              <a:gdLst/>
              <a:ahLst/>
              <a:cxnLst/>
              <a:rect l="l" t="t" r="r" b="b"/>
              <a:pathLst>
                <a:path w="1571" h="1348" extrusionOk="0">
                  <a:moveTo>
                    <a:pt x="889" y="1"/>
                  </a:moveTo>
                  <a:cubicBezTo>
                    <a:pt x="724" y="1"/>
                    <a:pt x="556" y="62"/>
                    <a:pt x="421" y="197"/>
                  </a:cubicBezTo>
                  <a:cubicBezTo>
                    <a:pt x="0" y="629"/>
                    <a:pt x="299" y="1347"/>
                    <a:pt x="896" y="1347"/>
                  </a:cubicBezTo>
                  <a:cubicBezTo>
                    <a:pt x="1272" y="1347"/>
                    <a:pt x="1571" y="1049"/>
                    <a:pt x="1571" y="673"/>
                  </a:cubicBezTo>
                  <a:cubicBezTo>
                    <a:pt x="1571" y="268"/>
                    <a:pt x="1236" y="1"/>
                    <a:pt x="8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2207;p43">
              <a:extLst>
                <a:ext uri="{FF2B5EF4-FFF2-40B4-BE49-F238E27FC236}">
                  <a16:creationId xmlns:a16="http://schemas.microsoft.com/office/drawing/2014/main" id="{20CA3359-FD7E-4B75-3A93-D5D589C259F8}"/>
                </a:ext>
              </a:extLst>
            </p:cNvPr>
            <p:cNvSpPr/>
            <p:nvPr/>
          </p:nvSpPr>
          <p:spPr>
            <a:xfrm>
              <a:off x="9895560" y="4307791"/>
              <a:ext cx="345121" cy="296207"/>
            </a:xfrm>
            <a:custGeom>
              <a:avLst/>
              <a:gdLst/>
              <a:ahLst/>
              <a:cxnLst/>
              <a:rect l="l" t="t" r="r" b="b"/>
              <a:pathLst>
                <a:path w="2533" h="2174" extrusionOk="0">
                  <a:moveTo>
                    <a:pt x="1449" y="0"/>
                  </a:moveTo>
                  <a:cubicBezTo>
                    <a:pt x="487" y="0"/>
                    <a:pt x="1" y="1172"/>
                    <a:pt x="686" y="1858"/>
                  </a:cubicBezTo>
                  <a:cubicBezTo>
                    <a:pt x="908" y="2076"/>
                    <a:pt x="1179" y="2173"/>
                    <a:pt x="1444" y="2173"/>
                  </a:cubicBezTo>
                  <a:cubicBezTo>
                    <a:pt x="2001" y="2173"/>
                    <a:pt x="2533" y="1743"/>
                    <a:pt x="2533" y="1084"/>
                  </a:cubicBezTo>
                  <a:cubicBezTo>
                    <a:pt x="2533" y="487"/>
                    <a:pt x="2046" y="0"/>
                    <a:pt x="14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2208;p43">
              <a:extLst>
                <a:ext uri="{FF2B5EF4-FFF2-40B4-BE49-F238E27FC236}">
                  <a16:creationId xmlns:a16="http://schemas.microsoft.com/office/drawing/2014/main" id="{107C551A-C3DF-E198-C28A-AE738E003A2A}"/>
                </a:ext>
              </a:extLst>
            </p:cNvPr>
            <p:cNvSpPr/>
            <p:nvPr/>
          </p:nvSpPr>
          <p:spPr>
            <a:xfrm>
              <a:off x="9970907" y="4363790"/>
              <a:ext cx="214049" cy="183665"/>
            </a:xfrm>
            <a:custGeom>
              <a:avLst/>
              <a:gdLst/>
              <a:ahLst/>
              <a:cxnLst/>
              <a:rect l="l" t="t" r="r" b="b"/>
              <a:pathLst>
                <a:path w="1571" h="1348" extrusionOk="0">
                  <a:moveTo>
                    <a:pt x="894" y="1"/>
                  </a:moveTo>
                  <a:cubicBezTo>
                    <a:pt x="729" y="1"/>
                    <a:pt x="560" y="62"/>
                    <a:pt x="421" y="197"/>
                  </a:cubicBezTo>
                  <a:cubicBezTo>
                    <a:pt x="1" y="629"/>
                    <a:pt x="299" y="1347"/>
                    <a:pt x="896" y="1347"/>
                  </a:cubicBezTo>
                  <a:cubicBezTo>
                    <a:pt x="1272" y="1347"/>
                    <a:pt x="1571" y="1049"/>
                    <a:pt x="1571" y="673"/>
                  </a:cubicBezTo>
                  <a:cubicBezTo>
                    <a:pt x="1571" y="268"/>
                    <a:pt x="1241" y="1"/>
                    <a:pt x="89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2209;p43">
              <a:extLst>
                <a:ext uri="{FF2B5EF4-FFF2-40B4-BE49-F238E27FC236}">
                  <a16:creationId xmlns:a16="http://schemas.microsoft.com/office/drawing/2014/main" id="{A3F9E212-D0D5-FC9B-F850-BB12E239133A}"/>
                </a:ext>
              </a:extLst>
            </p:cNvPr>
            <p:cNvSpPr/>
            <p:nvPr/>
          </p:nvSpPr>
          <p:spPr>
            <a:xfrm>
              <a:off x="9592811" y="4336404"/>
              <a:ext cx="342124" cy="168814"/>
            </a:xfrm>
            <a:custGeom>
              <a:avLst/>
              <a:gdLst/>
              <a:ahLst/>
              <a:cxnLst/>
              <a:rect l="l" t="t" r="r" b="b"/>
              <a:pathLst>
                <a:path w="2511" h="1239" extrusionOk="0">
                  <a:moveTo>
                    <a:pt x="111" y="0"/>
                  </a:moveTo>
                  <a:lnTo>
                    <a:pt x="111" y="255"/>
                  </a:lnTo>
                  <a:lnTo>
                    <a:pt x="619" y="255"/>
                  </a:lnTo>
                  <a:lnTo>
                    <a:pt x="619" y="0"/>
                  </a:lnTo>
                  <a:close/>
                  <a:moveTo>
                    <a:pt x="1006" y="0"/>
                  </a:moveTo>
                  <a:lnTo>
                    <a:pt x="1006" y="255"/>
                  </a:lnTo>
                  <a:lnTo>
                    <a:pt x="1515" y="255"/>
                  </a:lnTo>
                  <a:lnTo>
                    <a:pt x="1515" y="0"/>
                  </a:lnTo>
                  <a:close/>
                  <a:moveTo>
                    <a:pt x="1891" y="0"/>
                  </a:moveTo>
                  <a:lnTo>
                    <a:pt x="1891" y="255"/>
                  </a:lnTo>
                  <a:lnTo>
                    <a:pt x="2400" y="255"/>
                  </a:lnTo>
                  <a:lnTo>
                    <a:pt x="2400" y="0"/>
                  </a:lnTo>
                  <a:close/>
                  <a:moveTo>
                    <a:pt x="0" y="420"/>
                  </a:moveTo>
                  <a:lnTo>
                    <a:pt x="0" y="796"/>
                  </a:lnTo>
                  <a:cubicBezTo>
                    <a:pt x="0" y="1040"/>
                    <a:pt x="199" y="1239"/>
                    <a:pt x="443" y="1239"/>
                  </a:cubicBezTo>
                  <a:lnTo>
                    <a:pt x="2057" y="1239"/>
                  </a:lnTo>
                  <a:cubicBezTo>
                    <a:pt x="2300" y="1239"/>
                    <a:pt x="2510" y="1040"/>
                    <a:pt x="2510" y="796"/>
                  </a:cubicBezTo>
                  <a:lnTo>
                    <a:pt x="2510" y="42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2210;p43">
              <a:extLst>
                <a:ext uri="{FF2B5EF4-FFF2-40B4-BE49-F238E27FC236}">
                  <a16:creationId xmlns:a16="http://schemas.microsoft.com/office/drawing/2014/main" id="{549BFA2E-A3BB-BFC7-80B0-FD833AAD0869}"/>
                </a:ext>
              </a:extLst>
            </p:cNvPr>
            <p:cNvSpPr/>
            <p:nvPr/>
          </p:nvSpPr>
          <p:spPr>
            <a:xfrm>
              <a:off x="9017289" y="4250430"/>
              <a:ext cx="753326" cy="39376"/>
            </a:xfrm>
            <a:custGeom>
              <a:avLst/>
              <a:gdLst/>
              <a:ahLst/>
              <a:cxnLst/>
              <a:rect l="l" t="t" r="r" b="b"/>
              <a:pathLst>
                <a:path w="5529" h="289" extrusionOk="0">
                  <a:moveTo>
                    <a:pt x="0" y="1"/>
                  </a:moveTo>
                  <a:lnTo>
                    <a:pt x="0" y="288"/>
                  </a:lnTo>
                  <a:lnTo>
                    <a:pt x="5529" y="288"/>
                  </a:lnTo>
                  <a:lnTo>
                    <a:pt x="55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2211;p43">
              <a:extLst>
                <a:ext uri="{FF2B5EF4-FFF2-40B4-BE49-F238E27FC236}">
                  <a16:creationId xmlns:a16="http://schemas.microsoft.com/office/drawing/2014/main" id="{1D11E052-17AC-0C62-0563-9A407E3ACCD8}"/>
                </a:ext>
              </a:extLst>
            </p:cNvPr>
            <p:cNvSpPr/>
            <p:nvPr/>
          </p:nvSpPr>
          <p:spPr>
            <a:xfrm>
              <a:off x="10041757" y="4404120"/>
              <a:ext cx="104095" cy="102596"/>
            </a:xfrm>
            <a:custGeom>
              <a:avLst/>
              <a:gdLst/>
              <a:ahLst/>
              <a:cxnLst/>
              <a:rect l="l" t="t" r="r" b="b"/>
              <a:pathLst>
                <a:path w="764" h="753" extrusionOk="0">
                  <a:moveTo>
                    <a:pt x="382" y="192"/>
                  </a:moveTo>
                  <a:cubicBezTo>
                    <a:pt x="428" y="192"/>
                    <a:pt x="473" y="209"/>
                    <a:pt x="509" y="244"/>
                  </a:cubicBezTo>
                  <a:cubicBezTo>
                    <a:pt x="631" y="366"/>
                    <a:pt x="542" y="565"/>
                    <a:pt x="376" y="576"/>
                  </a:cubicBezTo>
                  <a:cubicBezTo>
                    <a:pt x="277" y="576"/>
                    <a:pt x="188" y="487"/>
                    <a:pt x="188" y="377"/>
                  </a:cubicBezTo>
                  <a:cubicBezTo>
                    <a:pt x="188" y="264"/>
                    <a:pt x="285" y="192"/>
                    <a:pt x="382" y="192"/>
                  </a:cubicBezTo>
                  <a:close/>
                  <a:moveTo>
                    <a:pt x="100" y="1"/>
                  </a:moveTo>
                  <a:cubicBezTo>
                    <a:pt x="45" y="1"/>
                    <a:pt x="0" y="45"/>
                    <a:pt x="0" y="100"/>
                  </a:cubicBezTo>
                  <a:lnTo>
                    <a:pt x="0" y="653"/>
                  </a:lnTo>
                  <a:cubicBezTo>
                    <a:pt x="0" y="709"/>
                    <a:pt x="45" y="753"/>
                    <a:pt x="100" y="753"/>
                  </a:cubicBezTo>
                  <a:lnTo>
                    <a:pt x="653" y="753"/>
                  </a:lnTo>
                  <a:cubicBezTo>
                    <a:pt x="708" y="753"/>
                    <a:pt x="763" y="709"/>
                    <a:pt x="763" y="653"/>
                  </a:cubicBezTo>
                  <a:lnTo>
                    <a:pt x="763" y="100"/>
                  </a:lnTo>
                  <a:cubicBezTo>
                    <a:pt x="763"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2212;p43">
              <a:extLst>
                <a:ext uri="{FF2B5EF4-FFF2-40B4-BE49-F238E27FC236}">
                  <a16:creationId xmlns:a16="http://schemas.microsoft.com/office/drawing/2014/main" id="{2A546DBB-FC55-1DDD-C65D-2770073CB02C}"/>
                </a:ext>
              </a:extLst>
            </p:cNvPr>
            <p:cNvSpPr/>
            <p:nvPr/>
          </p:nvSpPr>
          <p:spPr>
            <a:xfrm>
              <a:off x="9381896" y="4404120"/>
              <a:ext cx="102596" cy="102596"/>
            </a:xfrm>
            <a:custGeom>
              <a:avLst/>
              <a:gdLst/>
              <a:ahLst/>
              <a:cxnLst/>
              <a:rect l="l" t="t" r="r" b="b"/>
              <a:pathLst>
                <a:path w="753" h="753" extrusionOk="0">
                  <a:moveTo>
                    <a:pt x="382" y="192"/>
                  </a:moveTo>
                  <a:cubicBezTo>
                    <a:pt x="427" y="192"/>
                    <a:pt x="473" y="209"/>
                    <a:pt x="509" y="244"/>
                  </a:cubicBezTo>
                  <a:cubicBezTo>
                    <a:pt x="630" y="366"/>
                    <a:pt x="542" y="565"/>
                    <a:pt x="376" y="576"/>
                  </a:cubicBezTo>
                  <a:cubicBezTo>
                    <a:pt x="266" y="576"/>
                    <a:pt x="177" y="487"/>
                    <a:pt x="188" y="377"/>
                  </a:cubicBezTo>
                  <a:cubicBezTo>
                    <a:pt x="188" y="264"/>
                    <a:pt x="285" y="192"/>
                    <a:pt x="382" y="192"/>
                  </a:cubicBezTo>
                  <a:close/>
                  <a:moveTo>
                    <a:pt x="100" y="1"/>
                  </a:moveTo>
                  <a:cubicBezTo>
                    <a:pt x="44" y="1"/>
                    <a:pt x="0" y="45"/>
                    <a:pt x="0" y="100"/>
                  </a:cubicBezTo>
                  <a:lnTo>
                    <a:pt x="0" y="653"/>
                  </a:lnTo>
                  <a:cubicBezTo>
                    <a:pt x="0" y="709"/>
                    <a:pt x="44" y="753"/>
                    <a:pt x="100" y="753"/>
                  </a:cubicBezTo>
                  <a:lnTo>
                    <a:pt x="653" y="753"/>
                  </a:lnTo>
                  <a:cubicBezTo>
                    <a:pt x="708" y="753"/>
                    <a:pt x="752" y="709"/>
                    <a:pt x="752" y="653"/>
                  </a:cubicBezTo>
                  <a:lnTo>
                    <a:pt x="752" y="100"/>
                  </a:lnTo>
                  <a:cubicBezTo>
                    <a:pt x="752"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2213;p43">
              <a:extLst>
                <a:ext uri="{FF2B5EF4-FFF2-40B4-BE49-F238E27FC236}">
                  <a16:creationId xmlns:a16="http://schemas.microsoft.com/office/drawing/2014/main" id="{767C8EB5-2D99-8BBB-D60F-754652558C34}"/>
                </a:ext>
              </a:extLst>
            </p:cNvPr>
            <p:cNvSpPr/>
            <p:nvPr/>
          </p:nvSpPr>
          <p:spPr>
            <a:xfrm>
              <a:off x="8610445" y="3607191"/>
              <a:ext cx="1105941" cy="616259"/>
            </a:xfrm>
            <a:custGeom>
              <a:avLst/>
              <a:gdLst/>
              <a:ahLst/>
              <a:cxnLst/>
              <a:rect l="l" t="t" r="r" b="b"/>
              <a:pathLst>
                <a:path w="8117" h="4523" extrusionOk="0">
                  <a:moveTo>
                    <a:pt x="1" y="0"/>
                  </a:moveTo>
                  <a:lnTo>
                    <a:pt x="1" y="4523"/>
                  </a:lnTo>
                  <a:lnTo>
                    <a:pt x="8117" y="4523"/>
                  </a:lnTo>
                  <a:lnTo>
                    <a:pt x="811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2214;p43">
              <a:extLst>
                <a:ext uri="{FF2B5EF4-FFF2-40B4-BE49-F238E27FC236}">
                  <a16:creationId xmlns:a16="http://schemas.microsoft.com/office/drawing/2014/main" id="{D09D6797-4698-420B-5B61-57F8BFFCE620}"/>
                </a:ext>
              </a:extLst>
            </p:cNvPr>
            <p:cNvSpPr/>
            <p:nvPr/>
          </p:nvSpPr>
          <p:spPr>
            <a:xfrm>
              <a:off x="9188965" y="3640300"/>
              <a:ext cx="500310" cy="550041"/>
            </a:xfrm>
            <a:custGeom>
              <a:avLst/>
              <a:gdLst/>
              <a:ahLst/>
              <a:cxnLst/>
              <a:rect l="l" t="t" r="r" b="b"/>
              <a:pathLst>
                <a:path w="3672" h="4037" extrusionOk="0">
                  <a:moveTo>
                    <a:pt x="1" y="1"/>
                  </a:moveTo>
                  <a:lnTo>
                    <a:pt x="1" y="4037"/>
                  </a:lnTo>
                  <a:lnTo>
                    <a:pt x="3672" y="4037"/>
                  </a:lnTo>
                  <a:lnTo>
                    <a:pt x="367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2215;p43">
              <a:extLst>
                <a:ext uri="{FF2B5EF4-FFF2-40B4-BE49-F238E27FC236}">
                  <a16:creationId xmlns:a16="http://schemas.microsoft.com/office/drawing/2014/main" id="{B043DCD0-DAFA-5D89-6EA6-5652BFFEDD85}"/>
                </a:ext>
              </a:extLst>
            </p:cNvPr>
            <p:cNvSpPr/>
            <p:nvPr/>
          </p:nvSpPr>
          <p:spPr>
            <a:xfrm>
              <a:off x="8637559" y="3640300"/>
              <a:ext cx="515434" cy="550041"/>
            </a:xfrm>
            <a:custGeom>
              <a:avLst/>
              <a:gdLst/>
              <a:ahLst/>
              <a:cxnLst/>
              <a:rect l="l" t="t" r="r" b="b"/>
              <a:pathLst>
                <a:path w="3783" h="4037" extrusionOk="0">
                  <a:moveTo>
                    <a:pt x="1" y="1"/>
                  </a:moveTo>
                  <a:lnTo>
                    <a:pt x="1" y="4037"/>
                  </a:lnTo>
                  <a:lnTo>
                    <a:pt x="3782" y="4037"/>
                  </a:lnTo>
                  <a:lnTo>
                    <a:pt x="378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2216;p43">
              <a:extLst>
                <a:ext uri="{FF2B5EF4-FFF2-40B4-BE49-F238E27FC236}">
                  <a16:creationId xmlns:a16="http://schemas.microsoft.com/office/drawing/2014/main" id="{7E9B47DE-6BED-E581-BE12-9A22944981B4}"/>
                </a:ext>
              </a:extLst>
            </p:cNvPr>
            <p:cNvSpPr/>
            <p:nvPr/>
          </p:nvSpPr>
          <p:spPr>
            <a:xfrm>
              <a:off x="8883218" y="3721641"/>
              <a:ext cx="269775" cy="48369"/>
            </a:xfrm>
            <a:custGeom>
              <a:avLst/>
              <a:gdLst/>
              <a:ahLst/>
              <a:cxnLst/>
              <a:rect l="l" t="t" r="r" b="b"/>
              <a:pathLst>
                <a:path w="1980" h="355" extrusionOk="0">
                  <a:moveTo>
                    <a:pt x="0" y="1"/>
                  </a:moveTo>
                  <a:lnTo>
                    <a:pt x="0" y="355"/>
                  </a:lnTo>
                  <a:lnTo>
                    <a:pt x="1979" y="355"/>
                  </a:lnTo>
                  <a:lnTo>
                    <a:pt x="19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2217;p43">
              <a:extLst>
                <a:ext uri="{FF2B5EF4-FFF2-40B4-BE49-F238E27FC236}">
                  <a16:creationId xmlns:a16="http://schemas.microsoft.com/office/drawing/2014/main" id="{1E1B24C7-9F84-98E3-539D-EB957015688D}"/>
                </a:ext>
              </a:extLst>
            </p:cNvPr>
            <p:cNvSpPr/>
            <p:nvPr/>
          </p:nvSpPr>
          <p:spPr>
            <a:xfrm>
              <a:off x="9188965" y="3721641"/>
              <a:ext cx="269911" cy="48369"/>
            </a:xfrm>
            <a:custGeom>
              <a:avLst/>
              <a:gdLst/>
              <a:ahLst/>
              <a:cxnLst/>
              <a:rect l="l" t="t" r="r" b="b"/>
              <a:pathLst>
                <a:path w="1981" h="355" extrusionOk="0">
                  <a:moveTo>
                    <a:pt x="1" y="1"/>
                  </a:moveTo>
                  <a:lnTo>
                    <a:pt x="1" y="355"/>
                  </a:lnTo>
                  <a:lnTo>
                    <a:pt x="1980" y="355"/>
                  </a:lnTo>
                  <a:lnTo>
                    <a:pt x="198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2218;p43">
              <a:extLst>
                <a:ext uri="{FF2B5EF4-FFF2-40B4-BE49-F238E27FC236}">
                  <a16:creationId xmlns:a16="http://schemas.microsoft.com/office/drawing/2014/main" id="{75F0A5C1-DFDA-8A85-AF65-10EAA2D32464}"/>
                </a:ext>
              </a:extLst>
            </p:cNvPr>
            <p:cNvSpPr/>
            <p:nvPr/>
          </p:nvSpPr>
          <p:spPr>
            <a:xfrm>
              <a:off x="8883218" y="3706654"/>
              <a:ext cx="574157" cy="48369"/>
            </a:xfrm>
            <a:custGeom>
              <a:avLst/>
              <a:gdLst/>
              <a:ahLst/>
              <a:cxnLst/>
              <a:rect l="l" t="t" r="r" b="b"/>
              <a:pathLst>
                <a:path w="4214" h="355" extrusionOk="0">
                  <a:moveTo>
                    <a:pt x="0" y="0"/>
                  </a:moveTo>
                  <a:lnTo>
                    <a:pt x="0" y="354"/>
                  </a:lnTo>
                  <a:lnTo>
                    <a:pt x="4213" y="354"/>
                  </a:lnTo>
                  <a:lnTo>
                    <a:pt x="421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2219;p43">
              <a:extLst>
                <a:ext uri="{FF2B5EF4-FFF2-40B4-BE49-F238E27FC236}">
                  <a16:creationId xmlns:a16="http://schemas.microsoft.com/office/drawing/2014/main" id="{630A7192-EA0A-7713-E31A-732A8419EC68}"/>
                </a:ext>
              </a:extLst>
            </p:cNvPr>
            <p:cNvSpPr/>
            <p:nvPr/>
          </p:nvSpPr>
          <p:spPr>
            <a:xfrm>
              <a:off x="8901203" y="3718235"/>
              <a:ext cx="34880" cy="54772"/>
            </a:xfrm>
            <a:custGeom>
              <a:avLst/>
              <a:gdLst/>
              <a:ahLst/>
              <a:cxnLst/>
              <a:rect l="l" t="t" r="r" b="b"/>
              <a:pathLst>
                <a:path w="256" h="402" extrusionOk="0">
                  <a:moveTo>
                    <a:pt x="133" y="48"/>
                  </a:moveTo>
                  <a:cubicBezTo>
                    <a:pt x="167" y="48"/>
                    <a:pt x="200" y="81"/>
                    <a:pt x="200" y="125"/>
                  </a:cubicBezTo>
                  <a:lnTo>
                    <a:pt x="200" y="280"/>
                  </a:lnTo>
                  <a:cubicBezTo>
                    <a:pt x="200" y="324"/>
                    <a:pt x="167" y="357"/>
                    <a:pt x="133" y="357"/>
                  </a:cubicBezTo>
                  <a:cubicBezTo>
                    <a:pt x="89" y="357"/>
                    <a:pt x="56" y="324"/>
                    <a:pt x="56" y="280"/>
                  </a:cubicBezTo>
                  <a:lnTo>
                    <a:pt x="56" y="125"/>
                  </a:lnTo>
                  <a:cubicBezTo>
                    <a:pt x="56" y="81"/>
                    <a:pt x="89" y="48"/>
                    <a:pt x="133" y="48"/>
                  </a:cubicBezTo>
                  <a:close/>
                  <a:moveTo>
                    <a:pt x="131" y="1"/>
                  </a:moveTo>
                  <a:cubicBezTo>
                    <a:pt x="70" y="1"/>
                    <a:pt x="6" y="42"/>
                    <a:pt x="1" y="125"/>
                  </a:cubicBezTo>
                  <a:lnTo>
                    <a:pt x="1" y="280"/>
                  </a:lnTo>
                  <a:cubicBezTo>
                    <a:pt x="1" y="346"/>
                    <a:pt x="56" y="402"/>
                    <a:pt x="133" y="402"/>
                  </a:cubicBezTo>
                  <a:cubicBezTo>
                    <a:pt x="200" y="402"/>
                    <a:pt x="255" y="346"/>
                    <a:pt x="244" y="280"/>
                  </a:cubicBezTo>
                  <a:lnTo>
                    <a:pt x="244" y="125"/>
                  </a:lnTo>
                  <a:cubicBezTo>
                    <a:pt x="250" y="42"/>
                    <a:pt x="192" y="1"/>
                    <a:pt x="1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2220;p43">
              <a:extLst>
                <a:ext uri="{FF2B5EF4-FFF2-40B4-BE49-F238E27FC236}">
                  <a16:creationId xmlns:a16="http://schemas.microsoft.com/office/drawing/2014/main" id="{6C209023-85C6-A3E4-F719-F6FC147032D3}"/>
                </a:ext>
              </a:extLst>
            </p:cNvPr>
            <p:cNvSpPr/>
            <p:nvPr/>
          </p:nvSpPr>
          <p:spPr>
            <a:xfrm>
              <a:off x="8893710" y="3742760"/>
              <a:ext cx="49868" cy="34744"/>
            </a:xfrm>
            <a:custGeom>
              <a:avLst/>
              <a:gdLst/>
              <a:ahLst/>
              <a:cxnLst/>
              <a:rect l="l" t="t" r="r" b="b"/>
              <a:pathLst>
                <a:path w="366" h="255" extrusionOk="0">
                  <a:moveTo>
                    <a:pt x="1" y="1"/>
                  </a:moveTo>
                  <a:lnTo>
                    <a:pt x="1" y="255"/>
                  </a:lnTo>
                  <a:lnTo>
                    <a:pt x="365" y="255"/>
                  </a:lnTo>
                  <a:lnTo>
                    <a:pt x="36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2221;p43">
              <a:extLst>
                <a:ext uri="{FF2B5EF4-FFF2-40B4-BE49-F238E27FC236}">
                  <a16:creationId xmlns:a16="http://schemas.microsoft.com/office/drawing/2014/main" id="{C87BECB1-1EF3-12F2-D721-A0C8609FF9D3}"/>
                </a:ext>
              </a:extLst>
            </p:cNvPr>
            <p:cNvSpPr/>
            <p:nvPr/>
          </p:nvSpPr>
          <p:spPr>
            <a:xfrm>
              <a:off x="9406012" y="3718235"/>
              <a:ext cx="34744" cy="54772"/>
            </a:xfrm>
            <a:custGeom>
              <a:avLst/>
              <a:gdLst/>
              <a:ahLst/>
              <a:cxnLst/>
              <a:rect l="l" t="t" r="r" b="b"/>
              <a:pathLst>
                <a:path w="255" h="402" extrusionOk="0">
                  <a:moveTo>
                    <a:pt x="122" y="48"/>
                  </a:moveTo>
                  <a:cubicBezTo>
                    <a:pt x="166" y="48"/>
                    <a:pt x="199" y="81"/>
                    <a:pt x="199" y="125"/>
                  </a:cubicBezTo>
                  <a:lnTo>
                    <a:pt x="199" y="280"/>
                  </a:lnTo>
                  <a:cubicBezTo>
                    <a:pt x="199" y="324"/>
                    <a:pt x="166" y="357"/>
                    <a:pt x="122" y="357"/>
                  </a:cubicBezTo>
                  <a:cubicBezTo>
                    <a:pt x="89" y="357"/>
                    <a:pt x="55" y="324"/>
                    <a:pt x="55" y="280"/>
                  </a:cubicBezTo>
                  <a:lnTo>
                    <a:pt x="55" y="125"/>
                  </a:lnTo>
                  <a:cubicBezTo>
                    <a:pt x="55" y="81"/>
                    <a:pt x="89" y="48"/>
                    <a:pt x="122" y="48"/>
                  </a:cubicBezTo>
                  <a:close/>
                  <a:moveTo>
                    <a:pt x="122" y="1"/>
                  </a:moveTo>
                  <a:cubicBezTo>
                    <a:pt x="61" y="1"/>
                    <a:pt x="0" y="42"/>
                    <a:pt x="0" y="125"/>
                  </a:cubicBezTo>
                  <a:lnTo>
                    <a:pt x="0" y="280"/>
                  </a:lnTo>
                  <a:cubicBezTo>
                    <a:pt x="0" y="346"/>
                    <a:pt x="55" y="402"/>
                    <a:pt x="122" y="402"/>
                  </a:cubicBezTo>
                  <a:cubicBezTo>
                    <a:pt x="199" y="402"/>
                    <a:pt x="254" y="346"/>
                    <a:pt x="243" y="280"/>
                  </a:cubicBezTo>
                  <a:lnTo>
                    <a:pt x="243" y="125"/>
                  </a:lnTo>
                  <a:cubicBezTo>
                    <a:pt x="243" y="42"/>
                    <a:pt x="183" y="1"/>
                    <a:pt x="1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2222;p43">
              <a:extLst>
                <a:ext uri="{FF2B5EF4-FFF2-40B4-BE49-F238E27FC236}">
                  <a16:creationId xmlns:a16="http://schemas.microsoft.com/office/drawing/2014/main" id="{FE580D74-DD4F-F561-B453-25F20869CB04}"/>
                </a:ext>
              </a:extLst>
            </p:cNvPr>
            <p:cNvSpPr/>
            <p:nvPr/>
          </p:nvSpPr>
          <p:spPr>
            <a:xfrm>
              <a:off x="9398382" y="3742760"/>
              <a:ext cx="48369" cy="34744"/>
            </a:xfrm>
            <a:custGeom>
              <a:avLst/>
              <a:gdLst/>
              <a:ahLst/>
              <a:cxnLst/>
              <a:rect l="l" t="t" r="r" b="b"/>
              <a:pathLst>
                <a:path w="355" h="255" extrusionOk="0">
                  <a:moveTo>
                    <a:pt x="1" y="1"/>
                  </a:moveTo>
                  <a:lnTo>
                    <a:pt x="1" y="255"/>
                  </a:lnTo>
                  <a:lnTo>
                    <a:pt x="355" y="255"/>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2223;p43">
              <a:extLst>
                <a:ext uri="{FF2B5EF4-FFF2-40B4-BE49-F238E27FC236}">
                  <a16:creationId xmlns:a16="http://schemas.microsoft.com/office/drawing/2014/main" id="{60105832-E90F-5FAE-D17B-92738A7F33AA}"/>
                </a:ext>
              </a:extLst>
            </p:cNvPr>
            <p:cNvSpPr/>
            <p:nvPr/>
          </p:nvSpPr>
          <p:spPr>
            <a:xfrm>
              <a:off x="8913330" y="3711150"/>
              <a:ext cx="12126" cy="31746"/>
            </a:xfrm>
            <a:custGeom>
              <a:avLst/>
              <a:gdLst/>
              <a:ahLst/>
              <a:cxnLst/>
              <a:rect l="l" t="t" r="r" b="b"/>
              <a:pathLst>
                <a:path w="89" h="233" extrusionOk="0">
                  <a:moveTo>
                    <a:pt x="44" y="0"/>
                  </a:moveTo>
                  <a:cubicBezTo>
                    <a:pt x="22" y="0"/>
                    <a:pt x="0" y="11"/>
                    <a:pt x="0" y="45"/>
                  </a:cubicBezTo>
                  <a:lnTo>
                    <a:pt x="0" y="199"/>
                  </a:lnTo>
                  <a:cubicBezTo>
                    <a:pt x="0" y="222"/>
                    <a:pt x="22" y="233"/>
                    <a:pt x="44" y="233"/>
                  </a:cubicBezTo>
                  <a:cubicBezTo>
                    <a:pt x="67" y="233"/>
                    <a:pt x="89" y="222"/>
                    <a:pt x="89" y="199"/>
                  </a:cubicBezTo>
                  <a:lnTo>
                    <a:pt x="89" y="45"/>
                  </a:lnTo>
                  <a:cubicBezTo>
                    <a:pt x="89" y="11"/>
                    <a:pt x="67" y="0"/>
                    <a:pt x="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2224;p43">
              <a:extLst>
                <a:ext uri="{FF2B5EF4-FFF2-40B4-BE49-F238E27FC236}">
                  <a16:creationId xmlns:a16="http://schemas.microsoft.com/office/drawing/2014/main" id="{2C7ECC1D-9E60-6B1B-8297-23E8651FEB3B}"/>
                </a:ext>
              </a:extLst>
            </p:cNvPr>
            <p:cNvSpPr/>
            <p:nvPr/>
          </p:nvSpPr>
          <p:spPr>
            <a:xfrm>
              <a:off x="9416503" y="3711150"/>
              <a:ext cx="12126" cy="31746"/>
            </a:xfrm>
            <a:custGeom>
              <a:avLst/>
              <a:gdLst/>
              <a:ahLst/>
              <a:cxnLst/>
              <a:rect l="l" t="t" r="r" b="b"/>
              <a:pathLst>
                <a:path w="89" h="233" extrusionOk="0">
                  <a:moveTo>
                    <a:pt x="45" y="0"/>
                  </a:moveTo>
                  <a:cubicBezTo>
                    <a:pt x="23" y="0"/>
                    <a:pt x="0" y="11"/>
                    <a:pt x="0" y="45"/>
                  </a:cubicBezTo>
                  <a:lnTo>
                    <a:pt x="0" y="199"/>
                  </a:lnTo>
                  <a:cubicBezTo>
                    <a:pt x="0" y="222"/>
                    <a:pt x="23" y="233"/>
                    <a:pt x="45" y="233"/>
                  </a:cubicBezTo>
                  <a:cubicBezTo>
                    <a:pt x="67" y="233"/>
                    <a:pt x="89" y="222"/>
                    <a:pt x="89" y="199"/>
                  </a:cubicBezTo>
                  <a:lnTo>
                    <a:pt x="89" y="45"/>
                  </a:lnTo>
                  <a:cubicBezTo>
                    <a:pt x="89" y="11"/>
                    <a:pt x="67" y="0"/>
                    <a:pt x="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2225;p43">
              <a:extLst>
                <a:ext uri="{FF2B5EF4-FFF2-40B4-BE49-F238E27FC236}">
                  <a16:creationId xmlns:a16="http://schemas.microsoft.com/office/drawing/2014/main" id="{916FABAB-3510-0534-4A53-0BC5D0F603FD}"/>
                </a:ext>
              </a:extLst>
            </p:cNvPr>
            <p:cNvSpPr/>
            <p:nvPr/>
          </p:nvSpPr>
          <p:spPr>
            <a:xfrm>
              <a:off x="8883218" y="4083250"/>
              <a:ext cx="269775" cy="48369"/>
            </a:xfrm>
            <a:custGeom>
              <a:avLst/>
              <a:gdLst/>
              <a:ahLst/>
              <a:cxnLst/>
              <a:rect l="l" t="t" r="r" b="b"/>
              <a:pathLst>
                <a:path w="1980" h="355" extrusionOk="0">
                  <a:moveTo>
                    <a:pt x="0" y="1"/>
                  </a:moveTo>
                  <a:lnTo>
                    <a:pt x="0" y="354"/>
                  </a:lnTo>
                  <a:lnTo>
                    <a:pt x="1979" y="354"/>
                  </a:lnTo>
                  <a:lnTo>
                    <a:pt x="19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2226;p43">
              <a:extLst>
                <a:ext uri="{FF2B5EF4-FFF2-40B4-BE49-F238E27FC236}">
                  <a16:creationId xmlns:a16="http://schemas.microsoft.com/office/drawing/2014/main" id="{0F79E2FA-99A7-A759-1EDC-6E276DE99189}"/>
                </a:ext>
              </a:extLst>
            </p:cNvPr>
            <p:cNvSpPr/>
            <p:nvPr/>
          </p:nvSpPr>
          <p:spPr>
            <a:xfrm>
              <a:off x="9188965" y="4083250"/>
              <a:ext cx="269911" cy="48369"/>
            </a:xfrm>
            <a:custGeom>
              <a:avLst/>
              <a:gdLst/>
              <a:ahLst/>
              <a:cxnLst/>
              <a:rect l="l" t="t" r="r" b="b"/>
              <a:pathLst>
                <a:path w="1981" h="355" extrusionOk="0">
                  <a:moveTo>
                    <a:pt x="1" y="1"/>
                  </a:moveTo>
                  <a:lnTo>
                    <a:pt x="1" y="354"/>
                  </a:lnTo>
                  <a:lnTo>
                    <a:pt x="1980" y="354"/>
                  </a:lnTo>
                  <a:lnTo>
                    <a:pt x="198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2227;p43">
              <a:extLst>
                <a:ext uri="{FF2B5EF4-FFF2-40B4-BE49-F238E27FC236}">
                  <a16:creationId xmlns:a16="http://schemas.microsoft.com/office/drawing/2014/main" id="{DA84A3AF-1E5C-09BB-7B74-91F99906D4F5}"/>
                </a:ext>
              </a:extLst>
            </p:cNvPr>
            <p:cNvSpPr/>
            <p:nvPr/>
          </p:nvSpPr>
          <p:spPr>
            <a:xfrm>
              <a:off x="8883218" y="4068263"/>
              <a:ext cx="574157" cy="48232"/>
            </a:xfrm>
            <a:custGeom>
              <a:avLst/>
              <a:gdLst/>
              <a:ahLst/>
              <a:cxnLst/>
              <a:rect l="l" t="t" r="r" b="b"/>
              <a:pathLst>
                <a:path w="4214" h="354" extrusionOk="0">
                  <a:moveTo>
                    <a:pt x="0" y="0"/>
                  </a:moveTo>
                  <a:lnTo>
                    <a:pt x="0" y="354"/>
                  </a:lnTo>
                  <a:lnTo>
                    <a:pt x="4213" y="354"/>
                  </a:lnTo>
                  <a:lnTo>
                    <a:pt x="421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2228;p43">
              <a:extLst>
                <a:ext uri="{FF2B5EF4-FFF2-40B4-BE49-F238E27FC236}">
                  <a16:creationId xmlns:a16="http://schemas.microsoft.com/office/drawing/2014/main" id="{40668609-11C8-14CA-1A23-4A62772BA965}"/>
                </a:ext>
              </a:extLst>
            </p:cNvPr>
            <p:cNvSpPr/>
            <p:nvPr/>
          </p:nvSpPr>
          <p:spPr>
            <a:xfrm>
              <a:off x="8901203" y="4080934"/>
              <a:ext cx="34880" cy="53682"/>
            </a:xfrm>
            <a:custGeom>
              <a:avLst/>
              <a:gdLst/>
              <a:ahLst/>
              <a:cxnLst/>
              <a:rect l="l" t="t" r="r" b="b"/>
              <a:pathLst>
                <a:path w="256" h="394" extrusionOk="0">
                  <a:moveTo>
                    <a:pt x="144" y="49"/>
                  </a:moveTo>
                  <a:cubicBezTo>
                    <a:pt x="173" y="49"/>
                    <a:pt x="200" y="87"/>
                    <a:pt x="200" y="117"/>
                  </a:cubicBezTo>
                  <a:lnTo>
                    <a:pt x="200" y="272"/>
                  </a:lnTo>
                  <a:cubicBezTo>
                    <a:pt x="200" y="316"/>
                    <a:pt x="167" y="349"/>
                    <a:pt x="133" y="349"/>
                  </a:cubicBezTo>
                  <a:cubicBezTo>
                    <a:pt x="89" y="349"/>
                    <a:pt x="56" y="316"/>
                    <a:pt x="56" y="272"/>
                  </a:cubicBezTo>
                  <a:lnTo>
                    <a:pt x="56" y="117"/>
                  </a:lnTo>
                  <a:cubicBezTo>
                    <a:pt x="56" y="84"/>
                    <a:pt x="89" y="51"/>
                    <a:pt x="133" y="51"/>
                  </a:cubicBezTo>
                  <a:cubicBezTo>
                    <a:pt x="137" y="50"/>
                    <a:pt x="141" y="49"/>
                    <a:pt x="144" y="49"/>
                  </a:cubicBezTo>
                  <a:close/>
                  <a:moveTo>
                    <a:pt x="131" y="1"/>
                  </a:moveTo>
                  <a:cubicBezTo>
                    <a:pt x="70" y="1"/>
                    <a:pt x="6" y="40"/>
                    <a:pt x="1" y="117"/>
                  </a:cubicBezTo>
                  <a:lnTo>
                    <a:pt x="1" y="272"/>
                  </a:lnTo>
                  <a:cubicBezTo>
                    <a:pt x="1" y="338"/>
                    <a:pt x="56" y="394"/>
                    <a:pt x="133" y="394"/>
                  </a:cubicBezTo>
                  <a:cubicBezTo>
                    <a:pt x="200" y="394"/>
                    <a:pt x="255" y="338"/>
                    <a:pt x="244" y="272"/>
                  </a:cubicBezTo>
                  <a:lnTo>
                    <a:pt x="244" y="117"/>
                  </a:lnTo>
                  <a:cubicBezTo>
                    <a:pt x="250" y="40"/>
                    <a:pt x="192" y="1"/>
                    <a:pt x="1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2229;p43">
              <a:extLst>
                <a:ext uri="{FF2B5EF4-FFF2-40B4-BE49-F238E27FC236}">
                  <a16:creationId xmlns:a16="http://schemas.microsoft.com/office/drawing/2014/main" id="{8A2E1650-01E4-353F-F3FF-407DE2E01A74}"/>
                </a:ext>
              </a:extLst>
            </p:cNvPr>
            <p:cNvSpPr/>
            <p:nvPr/>
          </p:nvSpPr>
          <p:spPr>
            <a:xfrm>
              <a:off x="8893710" y="4104369"/>
              <a:ext cx="49868" cy="34744"/>
            </a:xfrm>
            <a:custGeom>
              <a:avLst/>
              <a:gdLst/>
              <a:ahLst/>
              <a:cxnLst/>
              <a:rect l="l" t="t" r="r" b="b"/>
              <a:pathLst>
                <a:path w="366" h="255" extrusionOk="0">
                  <a:moveTo>
                    <a:pt x="1" y="0"/>
                  </a:moveTo>
                  <a:lnTo>
                    <a:pt x="1" y="255"/>
                  </a:lnTo>
                  <a:lnTo>
                    <a:pt x="365" y="255"/>
                  </a:lnTo>
                  <a:lnTo>
                    <a:pt x="36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2230;p43">
              <a:extLst>
                <a:ext uri="{FF2B5EF4-FFF2-40B4-BE49-F238E27FC236}">
                  <a16:creationId xmlns:a16="http://schemas.microsoft.com/office/drawing/2014/main" id="{2E0E1E74-B9DC-9F53-71D8-D0857070B351}"/>
                </a:ext>
              </a:extLst>
            </p:cNvPr>
            <p:cNvSpPr/>
            <p:nvPr/>
          </p:nvSpPr>
          <p:spPr>
            <a:xfrm>
              <a:off x="9406012" y="4080934"/>
              <a:ext cx="33245" cy="53682"/>
            </a:xfrm>
            <a:custGeom>
              <a:avLst/>
              <a:gdLst/>
              <a:ahLst/>
              <a:cxnLst/>
              <a:rect l="l" t="t" r="r" b="b"/>
              <a:pathLst>
                <a:path w="244" h="394" extrusionOk="0">
                  <a:moveTo>
                    <a:pt x="136" y="49"/>
                  </a:moveTo>
                  <a:cubicBezTo>
                    <a:pt x="173" y="49"/>
                    <a:pt x="199" y="87"/>
                    <a:pt x="199" y="117"/>
                  </a:cubicBezTo>
                  <a:lnTo>
                    <a:pt x="199" y="272"/>
                  </a:lnTo>
                  <a:cubicBezTo>
                    <a:pt x="199" y="316"/>
                    <a:pt x="166" y="349"/>
                    <a:pt x="122" y="349"/>
                  </a:cubicBezTo>
                  <a:cubicBezTo>
                    <a:pt x="89" y="349"/>
                    <a:pt x="55" y="316"/>
                    <a:pt x="55" y="272"/>
                  </a:cubicBezTo>
                  <a:lnTo>
                    <a:pt x="55" y="117"/>
                  </a:lnTo>
                  <a:cubicBezTo>
                    <a:pt x="55" y="84"/>
                    <a:pt x="89" y="51"/>
                    <a:pt x="122" y="51"/>
                  </a:cubicBezTo>
                  <a:cubicBezTo>
                    <a:pt x="126" y="50"/>
                    <a:pt x="131" y="49"/>
                    <a:pt x="136" y="49"/>
                  </a:cubicBezTo>
                  <a:close/>
                  <a:moveTo>
                    <a:pt x="122" y="1"/>
                  </a:moveTo>
                  <a:cubicBezTo>
                    <a:pt x="61" y="1"/>
                    <a:pt x="0" y="40"/>
                    <a:pt x="0" y="117"/>
                  </a:cubicBezTo>
                  <a:lnTo>
                    <a:pt x="0" y="272"/>
                  </a:lnTo>
                  <a:cubicBezTo>
                    <a:pt x="0" y="338"/>
                    <a:pt x="55" y="394"/>
                    <a:pt x="122" y="394"/>
                  </a:cubicBezTo>
                  <a:cubicBezTo>
                    <a:pt x="188" y="394"/>
                    <a:pt x="243" y="338"/>
                    <a:pt x="243" y="272"/>
                  </a:cubicBezTo>
                  <a:lnTo>
                    <a:pt x="243" y="117"/>
                  </a:lnTo>
                  <a:cubicBezTo>
                    <a:pt x="243" y="40"/>
                    <a:pt x="183" y="1"/>
                    <a:pt x="1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2231;p43">
              <a:extLst>
                <a:ext uri="{FF2B5EF4-FFF2-40B4-BE49-F238E27FC236}">
                  <a16:creationId xmlns:a16="http://schemas.microsoft.com/office/drawing/2014/main" id="{47EF6C9A-C685-2953-7180-DD404490AE34}"/>
                </a:ext>
              </a:extLst>
            </p:cNvPr>
            <p:cNvSpPr/>
            <p:nvPr/>
          </p:nvSpPr>
          <p:spPr>
            <a:xfrm>
              <a:off x="9398382" y="4104369"/>
              <a:ext cx="48369" cy="34744"/>
            </a:xfrm>
            <a:custGeom>
              <a:avLst/>
              <a:gdLst/>
              <a:ahLst/>
              <a:cxnLst/>
              <a:rect l="l" t="t" r="r" b="b"/>
              <a:pathLst>
                <a:path w="355" h="255" extrusionOk="0">
                  <a:moveTo>
                    <a:pt x="1" y="0"/>
                  </a:moveTo>
                  <a:lnTo>
                    <a:pt x="1" y="255"/>
                  </a:lnTo>
                  <a:lnTo>
                    <a:pt x="355" y="255"/>
                  </a:lnTo>
                  <a:lnTo>
                    <a:pt x="3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2232;p43">
              <a:extLst>
                <a:ext uri="{FF2B5EF4-FFF2-40B4-BE49-F238E27FC236}">
                  <a16:creationId xmlns:a16="http://schemas.microsoft.com/office/drawing/2014/main" id="{DCE1829E-47DE-BDD5-0DF5-431E52761F74}"/>
                </a:ext>
              </a:extLst>
            </p:cNvPr>
            <p:cNvSpPr/>
            <p:nvPr/>
          </p:nvSpPr>
          <p:spPr>
            <a:xfrm>
              <a:off x="8913330" y="4072759"/>
              <a:ext cx="12126" cy="31746"/>
            </a:xfrm>
            <a:custGeom>
              <a:avLst/>
              <a:gdLst/>
              <a:ahLst/>
              <a:cxnLst/>
              <a:rect l="l" t="t" r="r" b="b"/>
              <a:pathLst>
                <a:path w="89" h="233" extrusionOk="0">
                  <a:moveTo>
                    <a:pt x="44" y="0"/>
                  </a:moveTo>
                  <a:cubicBezTo>
                    <a:pt x="22" y="0"/>
                    <a:pt x="0" y="11"/>
                    <a:pt x="0" y="44"/>
                  </a:cubicBezTo>
                  <a:lnTo>
                    <a:pt x="0" y="199"/>
                  </a:lnTo>
                  <a:cubicBezTo>
                    <a:pt x="0" y="221"/>
                    <a:pt x="22" y="232"/>
                    <a:pt x="44" y="232"/>
                  </a:cubicBezTo>
                  <a:cubicBezTo>
                    <a:pt x="67" y="232"/>
                    <a:pt x="89" y="221"/>
                    <a:pt x="89" y="199"/>
                  </a:cubicBezTo>
                  <a:lnTo>
                    <a:pt x="89" y="44"/>
                  </a:lnTo>
                  <a:cubicBezTo>
                    <a:pt x="89" y="11"/>
                    <a:pt x="67" y="0"/>
                    <a:pt x="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2233;p43">
              <a:extLst>
                <a:ext uri="{FF2B5EF4-FFF2-40B4-BE49-F238E27FC236}">
                  <a16:creationId xmlns:a16="http://schemas.microsoft.com/office/drawing/2014/main" id="{F3949F7C-4D01-055B-E2AE-9DBB58246685}"/>
                </a:ext>
              </a:extLst>
            </p:cNvPr>
            <p:cNvSpPr/>
            <p:nvPr/>
          </p:nvSpPr>
          <p:spPr>
            <a:xfrm>
              <a:off x="9416503" y="4072759"/>
              <a:ext cx="12126" cy="31746"/>
            </a:xfrm>
            <a:custGeom>
              <a:avLst/>
              <a:gdLst/>
              <a:ahLst/>
              <a:cxnLst/>
              <a:rect l="l" t="t" r="r" b="b"/>
              <a:pathLst>
                <a:path w="89" h="233" extrusionOk="0">
                  <a:moveTo>
                    <a:pt x="45" y="0"/>
                  </a:moveTo>
                  <a:cubicBezTo>
                    <a:pt x="23" y="0"/>
                    <a:pt x="0" y="11"/>
                    <a:pt x="0" y="44"/>
                  </a:cubicBezTo>
                  <a:lnTo>
                    <a:pt x="0" y="199"/>
                  </a:lnTo>
                  <a:cubicBezTo>
                    <a:pt x="0" y="221"/>
                    <a:pt x="23" y="232"/>
                    <a:pt x="45" y="232"/>
                  </a:cubicBezTo>
                  <a:cubicBezTo>
                    <a:pt x="67" y="232"/>
                    <a:pt x="89" y="221"/>
                    <a:pt x="89" y="199"/>
                  </a:cubicBezTo>
                  <a:lnTo>
                    <a:pt x="89" y="44"/>
                  </a:lnTo>
                  <a:cubicBezTo>
                    <a:pt x="89" y="11"/>
                    <a:pt x="67" y="0"/>
                    <a:pt x="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49" name="TextBox 1148">
            <a:extLst>
              <a:ext uri="{FF2B5EF4-FFF2-40B4-BE49-F238E27FC236}">
                <a16:creationId xmlns:a16="http://schemas.microsoft.com/office/drawing/2014/main" id="{4EB186A4-9ABA-0FBC-A508-9B1C9233FCE3}"/>
              </a:ext>
            </a:extLst>
          </p:cNvPr>
          <p:cNvSpPr txBox="1"/>
          <p:nvPr/>
        </p:nvSpPr>
        <p:spPr>
          <a:xfrm>
            <a:off x="972487" y="1014229"/>
            <a:ext cx="2625152" cy="400110"/>
          </a:xfrm>
          <a:prstGeom prst="rect">
            <a:avLst/>
          </a:prstGeom>
          <a:solidFill>
            <a:schemeClr val="accent4"/>
          </a:solidFill>
        </p:spPr>
        <p:txBody>
          <a:bodyPr wrap="square">
            <a:spAutoFit/>
          </a:bodyPr>
          <a:lstStyle/>
          <a:p>
            <a:pPr algn="ctr"/>
            <a:r>
              <a:rPr lang="en-US" sz="2000" dirty="0">
                <a:solidFill>
                  <a:schemeClr val="bg1"/>
                </a:solidFill>
              </a:rPr>
              <a:t>Sales &amp; Revenue:</a:t>
            </a:r>
          </a:p>
        </p:txBody>
      </p:sp>
      <p:sp>
        <p:nvSpPr>
          <p:cNvPr id="1223" name="TextBox 1222">
            <a:extLst>
              <a:ext uri="{FF2B5EF4-FFF2-40B4-BE49-F238E27FC236}">
                <a16:creationId xmlns:a16="http://schemas.microsoft.com/office/drawing/2014/main" id="{9D6D887F-C60A-A607-FC9C-CF572CCEA74A}"/>
              </a:ext>
            </a:extLst>
          </p:cNvPr>
          <p:cNvSpPr txBox="1"/>
          <p:nvPr/>
        </p:nvSpPr>
        <p:spPr>
          <a:xfrm>
            <a:off x="5059181" y="1014229"/>
            <a:ext cx="3299709" cy="400110"/>
          </a:xfrm>
          <a:prstGeom prst="rect">
            <a:avLst/>
          </a:prstGeom>
          <a:solidFill>
            <a:schemeClr val="accent4"/>
          </a:solidFill>
        </p:spPr>
        <p:txBody>
          <a:bodyPr wrap="square">
            <a:spAutoFit/>
          </a:bodyPr>
          <a:lstStyle/>
          <a:p>
            <a:pPr algn="ctr"/>
            <a:r>
              <a:rPr lang="en-US" sz="2000" dirty="0">
                <a:solidFill>
                  <a:schemeClr val="bg1"/>
                </a:solidFill>
              </a:rPr>
              <a:t>Operational Performance:</a:t>
            </a:r>
          </a:p>
        </p:txBody>
      </p:sp>
      <p:sp>
        <p:nvSpPr>
          <p:cNvPr id="1225" name="TextBox 1224">
            <a:extLst>
              <a:ext uri="{FF2B5EF4-FFF2-40B4-BE49-F238E27FC236}">
                <a16:creationId xmlns:a16="http://schemas.microsoft.com/office/drawing/2014/main" id="{D51F0DFE-7EB9-9B44-F69B-74CC42BC3326}"/>
              </a:ext>
            </a:extLst>
          </p:cNvPr>
          <p:cNvSpPr txBox="1"/>
          <p:nvPr/>
        </p:nvSpPr>
        <p:spPr>
          <a:xfrm>
            <a:off x="882547" y="1634090"/>
            <a:ext cx="3157303" cy="263771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t>Revenue by Ticket Type</a:t>
            </a:r>
          </a:p>
          <a:p>
            <a:pPr marL="285750" indent="-285750">
              <a:lnSpc>
                <a:spcPct val="150000"/>
              </a:lnSpc>
              <a:buFont typeface="Arial" panose="020B0604020202020204" pitchFamily="34" charset="0"/>
              <a:buChar char="•"/>
            </a:pPr>
            <a:r>
              <a:rPr lang="en-US" dirty="0"/>
              <a:t> Ticket Class Revenue Split</a:t>
            </a:r>
          </a:p>
          <a:p>
            <a:pPr marL="285750" indent="-285750">
              <a:lnSpc>
                <a:spcPct val="150000"/>
              </a:lnSpc>
              <a:buFont typeface="Arial" panose="020B0604020202020204" pitchFamily="34" charset="0"/>
              <a:buChar char="•"/>
            </a:pPr>
            <a:r>
              <a:rPr lang="en-US" dirty="0"/>
              <a:t> Avg Ticket Price by Ticket Type</a:t>
            </a:r>
          </a:p>
          <a:p>
            <a:pPr marL="285750" indent="-285750">
              <a:lnSpc>
                <a:spcPct val="150000"/>
              </a:lnSpc>
              <a:buFont typeface="Arial" panose="020B0604020202020204" pitchFamily="34" charset="0"/>
              <a:buChar char="•"/>
            </a:pPr>
            <a:r>
              <a:rPr lang="en-US" dirty="0"/>
              <a:t> </a:t>
            </a:r>
            <a:r>
              <a:rPr lang="en-US" dirty="0" err="1"/>
              <a:t>Railcard</a:t>
            </a:r>
            <a:r>
              <a:rPr lang="en-US" dirty="0"/>
              <a:t> Holder Distribution</a:t>
            </a:r>
          </a:p>
          <a:p>
            <a:pPr marL="285750" indent="-285750">
              <a:lnSpc>
                <a:spcPct val="150000"/>
              </a:lnSpc>
              <a:buFont typeface="Arial" panose="020B0604020202020204" pitchFamily="34" charset="0"/>
              <a:buChar char="•"/>
            </a:pPr>
            <a:r>
              <a:rPr lang="en-US" dirty="0"/>
              <a:t> Monthly Revenue vs Trip Volume </a:t>
            </a:r>
          </a:p>
          <a:p>
            <a:pPr marL="285750" indent="-285750">
              <a:lnSpc>
                <a:spcPct val="150000"/>
              </a:lnSpc>
              <a:buFont typeface="Arial" panose="020B0604020202020204" pitchFamily="34" charset="0"/>
              <a:buChar char="•"/>
            </a:pPr>
            <a:r>
              <a:rPr lang="en-US" dirty="0"/>
              <a:t>Purchase Channel Trends</a:t>
            </a:r>
          </a:p>
          <a:p>
            <a:pPr marL="285750" indent="-285750">
              <a:lnSpc>
                <a:spcPct val="150000"/>
              </a:lnSpc>
              <a:buFont typeface="Arial" panose="020B0604020202020204" pitchFamily="34" charset="0"/>
              <a:buChar char="•"/>
            </a:pPr>
            <a:r>
              <a:rPr lang="en-US" dirty="0"/>
              <a:t> Payment Method Split</a:t>
            </a:r>
          </a:p>
          <a:p>
            <a:pPr marL="285750" indent="-285750">
              <a:lnSpc>
                <a:spcPct val="150000"/>
              </a:lnSpc>
              <a:buFont typeface="Arial" panose="020B0604020202020204" pitchFamily="34" charset="0"/>
              <a:buChar char="•"/>
            </a:pPr>
            <a:r>
              <a:rPr lang="en-US" dirty="0"/>
              <a:t> Monthly Refund Trend</a:t>
            </a:r>
          </a:p>
        </p:txBody>
      </p:sp>
      <p:sp>
        <p:nvSpPr>
          <p:cNvPr id="1227" name="TextBox 1226">
            <a:extLst>
              <a:ext uri="{FF2B5EF4-FFF2-40B4-BE49-F238E27FC236}">
                <a16:creationId xmlns:a16="http://schemas.microsoft.com/office/drawing/2014/main" id="{A854A050-AB8D-20FD-52D4-5CFD003C2E22}"/>
              </a:ext>
            </a:extLst>
          </p:cNvPr>
          <p:cNvSpPr txBox="1"/>
          <p:nvPr/>
        </p:nvSpPr>
        <p:spPr>
          <a:xfrm>
            <a:off x="5193799" y="1634090"/>
            <a:ext cx="4598232" cy="296087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t>Journey Status Breakdown</a:t>
            </a:r>
          </a:p>
          <a:p>
            <a:pPr marL="285750" indent="-285750">
              <a:lnSpc>
                <a:spcPct val="150000"/>
              </a:lnSpc>
              <a:buFont typeface="Arial" panose="020B0604020202020204" pitchFamily="34" charset="0"/>
              <a:buChar char="•"/>
            </a:pPr>
            <a:r>
              <a:rPr lang="en-US" dirty="0"/>
              <a:t> Delay &amp; Disruption Causes</a:t>
            </a:r>
          </a:p>
          <a:p>
            <a:pPr marL="285750" indent="-285750">
              <a:lnSpc>
                <a:spcPct val="150000"/>
              </a:lnSpc>
              <a:buFont typeface="Arial" panose="020B0604020202020204" pitchFamily="34" charset="0"/>
              <a:buChar char="•"/>
            </a:pPr>
            <a:r>
              <a:rPr lang="en-US" dirty="0"/>
              <a:t> On-Time Rate by Departure Station </a:t>
            </a:r>
          </a:p>
          <a:p>
            <a:pPr marL="285750" indent="-285750">
              <a:lnSpc>
                <a:spcPct val="150000"/>
              </a:lnSpc>
              <a:buFont typeface="Arial" panose="020B0604020202020204" pitchFamily="34" charset="0"/>
              <a:buChar char="•"/>
            </a:pPr>
            <a:r>
              <a:rPr lang="en-US" dirty="0"/>
              <a:t>Monthly Disruptions</a:t>
            </a:r>
          </a:p>
          <a:p>
            <a:pPr marL="285750" indent="-285750">
              <a:lnSpc>
                <a:spcPct val="150000"/>
              </a:lnSpc>
              <a:buFont typeface="Arial" panose="020B0604020202020204" pitchFamily="34" charset="0"/>
              <a:buChar char="•"/>
            </a:pPr>
            <a:r>
              <a:rPr lang="en-US" dirty="0"/>
              <a:t> Monthly On-Time Rate Trend </a:t>
            </a:r>
          </a:p>
          <a:p>
            <a:pPr marL="285750" indent="-285750">
              <a:lnSpc>
                <a:spcPct val="150000"/>
              </a:lnSpc>
              <a:buFont typeface="Arial" panose="020B0604020202020204" pitchFamily="34" charset="0"/>
              <a:buChar char="•"/>
            </a:pPr>
            <a:r>
              <a:rPr lang="en-US" dirty="0"/>
              <a:t>Station Revenue Map</a:t>
            </a:r>
          </a:p>
          <a:p>
            <a:pPr marL="285750" indent="-285750">
              <a:lnSpc>
                <a:spcPct val="150000"/>
              </a:lnSpc>
              <a:buFont typeface="Arial" panose="020B0604020202020204" pitchFamily="34" charset="0"/>
              <a:buChar char="•"/>
            </a:pPr>
            <a:r>
              <a:rPr lang="en-US" dirty="0"/>
              <a:t> Route Performance Table</a:t>
            </a:r>
          </a:p>
          <a:p>
            <a:pPr marL="285750" indent="-285750">
              <a:lnSpc>
                <a:spcPct val="150000"/>
              </a:lnSpc>
              <a:buFont typeface="Arial" panose="020B0604020202020204" pitchFamily="34" charset="0"/>
              <a:buChar char="•"/>
            </a:pPr>
            <a:r>
              <a:rPr lang="en-US" dirty="0"/>
              <a:t> Payment Method by Purchase Channel </a:t>
            </a:r>
          </a:p>
          <a:p>
            <a:pPr marL="285750" indent="-285750">
              <a:lnSpc>
                <a:spcPct val="150000"/>
              </a:lnSpc>
              <a:buFont typeface="Arial" panose="020B0604020202020204" pitchFamily="34" charset="0"/>
              <a:buChar char="•"/>
            </a:pPr>
            <a:r>
              <a:rPr lang="en-US" dirty="0" err="1"/>
              <a:t>Railcard</a:t>
            </a:r>
            <a:r>
              <a:rPr lang="en-US" dirty="0"/>
              <a:t> Distribution by Purchase Channel</a:t>
            </a:r>
          </a:p>
        </p:txBody>
      </p:sp>
    </p:spTree>
    <p:extLst>
      <p:ext uri="{BB962C8B-B14F-4D97-AF65-F5344CB8AC3E}">
        <p14:creationId xmlns:p14="http://schemas.microsoft.com/office/powerpoint/2010/main" val="410882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48"/>
                                        </p:tgtEl>
                                        <p:attrNameLst>
                                          <p:attrName>style.visibility</p:attrName>
                                        </p:attrNameLst>
                                      </p:cBhvr>
                                      <p:to>
                                        <p:strVal val="visible"/>
                                      </p:to>
                                    </p:set>
                                    <p:anim calcmode="lin" valueType="num">
                                      <p:cBhvr additive="base">
                                        <p:cTn id="7" dur="500" fill="hold"/>
                                        <p:tgtEl>
                                          <p:spTgt spid="1148"/>
                                        </p:tgtEl>
                                        <p:attrNameLst>
                                          <p:attrName>ppt_x</p:attrName>
                                        </p:attrNameLst>
                                      </p:cBhvr>
                                      <p:tavLst>
                                        <p:tav tm="0">
                                          <p:val>
                                            <p:strVal val="#ppt_x"/>
                                          </p:val>
                                        </p:tav>
                                        <p:tav tm="100000">
                                          <p:val>
                                            <p:strVal val="#ppt_x"/>
                                          </p:val>
                                        </p:tav>
                                      </p:tavLst>
                                    </p:anim>
                                    <p:anim calcmode="lin" valueType="num">
                                      <p:cBhvr additive="base">
                                        <p:cTn id="8" dur="500" fill="hold"/>
                                        <p:tgtEl>
                                          <p:spTgt spid="114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49"/>
                                        </p:tgtEl>
                                        <p:attrNameLst>
                                          <p:attrName>style.visibility</p:attrName>
                                        </p:attrNameLst>
                                      </p:cBhvr>
                                      <p:to>
                                        <p:strVal val="visible"/>
                                      </p:to>
                                    </p:set>
                                    <p:anim calcmode="lin" valueType="num">
                                      <p:cBhvr additive="base">
                                        <p:cTn id="13" dur="500" fill="hold"/>
                                        <p:tgtEl>
                                          <p:spTgt spid="1149"/>
                                        </p:tgtEl>
                                        <p:attrNameLst>
                                          <p:attrName>ppt_x</p:attrName>
                                        </p:attrNameLst>
                                      </p:cBhvr>
                                      <p:tavLst>
                                        <p:tav tm="0">
                                          <p:val>
                                            <p:strVal val="#ppt_x"/>
                                          </p:val>
                                        </p:tav>
                                        <p:tav tm="100000">
                                          <p:val>
                                            <p:strVal val="#ppt_x"/>
                                          </p:val>
                                        </p:tav>
                                      </p:tavLst>
                                    </p:anim>
                                    <p:anim calcmode="lin" valueType="num">
                                      <p:cBhvr additive="base">
                                        <p:cTn id="14" dur="500" fill="hold"/>
                                        <p:tgtEl>
                                          <p:spTgt spid="114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1225"/>
                                        </p:tgtEl>
                                        <p:attrNameLst>
                                          <p:attrName>style.visibility</p:attrName>
                                        </p:attrNameLst>
                                      </p:cBhvr>
                                      <p:to>
                                        <p:strVal val="visible"/>
                                      </p:to>
                                    </p:set>
                                    <p:animEffect transition="in" filter="barn(inVertical)">
                                      <p:cBhvr>
                                        <p:cTn id="19" dur="500"/>
                                        <p:tgtEl>
                                          <p:spTgt spid="1225"/>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223"/>
                                        </p:tgtEl>
                                        <p:attrNameLst>
                                          <p:attrName>style.visibility</p:attrName>
                                        </p:attrNameLst>
                                      </p:cBhvr>
                                      <p:to>
                                        <p:strVal val="visible"/>
                                      </p:to>
                                    </p:set>
                                    <p:anim calcmode="lin" valueType="num">
                                      <p:cBhvr additive="base">
                                        <p:cTn id="24" dur="500" fill="hold"/>
                                        <p:tgtEl>
                                          <p:spTgt spid="1223"/>
                                        </p:tgtEl>
                                        <p:attrNameLst>
                                          <p:attrName>ppt_x</p:attrName>
                                        </p:attrNameLst>
                                      </p:cBhvr>
                                      <p:tavLst>
                                        <p:tav tm="0">
                                          <p:val>
                                            <p:strVal val="#ppt_x"/>
                                          </p:val>
                                        </p:tav>
                                        <p:tav tm="100000">
                                          <p:val>
                                            <p:strVal val="#ppt_x"/>
                                          </p:val>
                                        </p:tav>
                                      </p:tavLst>
                                    </p:anim>
                                    <p:anim calcmode="lin" valueType="num">
                                      <p:cBhvr additive="base">
                                        <p:cTn id="25" dur="500" fill="hold"/>
                                        <p:tgtEl>
                                          <p:spTgt spid="1223"/>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grpId="0" nodeType="clickEffect">
                                  <p:stCondLst>
                                    <p:cond delay="0"/>
                                  </p:stCondLst>
                                  <p:childTnLst>
                                    <p:set>
                                      <p:cBhvr>
                                        <p:cTn id="29" dur="1" fill="hold">
                                          <p:stCondLst>
                                            <p:cond delay="0"/>
                                          </p:stCondLst>
                                        </p:cTn>
                                        <p:tgtEl>
                                          <p:spTgt spid="1227"/>
                                        </p:tgtEl>
                                        <p:attrNameLst>
                                          <p:attrName>style.visibility</p:attrName>
                                        </p:attrNameLst>
                                      </p:cBhvr>
                                      <p:to>
                                        <p:strVal val="visible"/>
                                      </p:to>
                                    </p:set>
                                    <p:animEffect transition="in" filter="barn(inVertical)">
                                      <p:cBhvr>
                                        <p:cTn id="30" dur="500"/>
                                        <p:tgtEl>
                                          <p:spTgt spid="12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8" grpId="0"/>
      <p:bldP spid="1149" grpId="0" animBg="1"/>
      <p:bldP spid="1223" grpId="0" animBg="1"/>
      <p:bldP spid="1225" grpId="0"/>
      <p:bldP spid="122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42">
          <a:extLst>
            <a:ext uri="{FF2B5EF4-FFF2-40B4-BE49-F238E27FC236}">
              <a16:creationId xmlns:a16="http://schemas.microsoft.com/office/drawing/2014/main" id="{AEAEE405-98D3-68CC-38BD-9B24F04AFA10}"/>
            </a:ext>
          </a:extLst>
        </p:cNvPr>
        <p:cNvGrpSpPr/>
        <p:nvPr/>
      </p:nvGrpSpPr>
      <p:grpSpPr>
        <a:xfrm>
          <a:off x="0" y="0"/>
          <a:ext cx="0" cy="0"/>
          <a:chOff x="0" y="0"/>
          <a:chExt cx="0" cy="0"/>
        </a:xfrm>
      </p:grpSpPr>
      <p:sp>
        <p:nvSpPr>
          <p:cNvPr id="1543" name="Google Shape;1543;p39">
            <a:extLst>
              <a:ext uri="{FF2B5EF4-FFF2-40B4-BE49-F238E27FC236}">
                <a16:creationId xmlns:a16="http://schemas.microsoft.com/office/drawing/2014/main" id="{BD82E389-CCAB-AED1-6FA2-D29E3DECE402}"/>
              </a:ext>
            </a:extLst>
          </p:cNvPr>
          <p:cNvSpPr txBox="1">
            <a:spLocks noGrp="1"/>
          </p:cNvSpPr>
          <p:nvPr>
            <p:ph type="title"/>
          </p:nvPr>
        </p:nvSpPr>
        <p:spPr>
          <a:xfrm>
            <a:off x="2281518" y="172746"/>
            <a:ext cx="4580964" cy="683700"/>
          </a:xfrm>
          <a:prstGeom prst="rect">
            <a:avLst/>
          </a:prstGeom>
          <a:solidFill>
            <a:schemeClr val="accent4"/>
          </a:solidFill>
          <a:ln>
            <a:noFill/>
          </a:ln>
        </p:spPr>
        <p:txBody>
          <a:bodyPr spcFirstLastPara="1" wrap="square" lIns="91425" tIns="91425" rIns="91425" bIns="91425" anchor="t" anchorCtr="0">
            <a:noAutofit/>
          </a:bodyPr>
          <a:lstStyle/>
          <a:p>
            <a:pPr lvl="0"/>
            <a:r>
              <a:rPr lang="en-US" dirty="0">
                <a:solidFill>
                  <a:schemeClr val="bg1"/>
                </a:solidFill>
              </a:rPr>
              <a:t>Data Insights</a:t>
            </a:r>
            <a:endParaRPr dirty="0">
              <a:solidFill>
                <a:schemeClr val="bg1"/>
              </a:solidFill>
            </a:endParaRPr>
          </a:p>
        </p:txBody>
      </p:sp>
      <p:grpSp>
        <p:nvGrpSpPr>
          <p:cNvPr id="1559" name="Google Shape;1559;p39">
            <a:extLst>
              <a:ext uri="{FF2B5EF4-FFF2-40B4-BE49-F238E27FC236}">
                <a16:creationId xmlns:a16="http://schemas.microsoft.com/office/drawing/2014/main" id="{2AF46EE8-78FF-81D4-DE6D-89D70E21EE87}"/>
              </a:ext>
            </a:extLst>
          </p:cNvPr>
          <p:cNvGrpSpPr/>
          <p:nvPr/>
        </p:nvGrpSpPr>
        <p:grpSpPr>
          <a:xfrm flipH="1">
            <a:off x="4231342" y="3472667"/>
            <a:ext cx="4355263" cy="1068479"/>
            <a:chOff x="261325" y="2162222"/>
            <a:chExt cx="3789821" cy="929678"/>
          </a:xfrm>
        </p:grpSpPr>
        <p:sp>
          <p:nvSpPr>
            <p:cNvPr id="1560" name="Google Shape;1560;p39">
              <a:extLst>
                <a:ext uri="{FF2B5EF4-FFF2-40B4-BE49-F238E27FC236}">
                  <a16:creationId xmlns:a16="http://schemas.microsoft.com/office/drawing/2014/main" id="{701D6125-43F0-6AC3-B64E-EDD64379DD22}"/>
                </a:ext>
              </a:extLst>
            </p:cNvPr>
            <p:cNvSpPr/>
            <p:nvPr/>
          </p:nvSpPr>
          <p:spPr>
            <a:xfrm>
              <a:off x="3106893" y="2922306"/>
              <a:ext cx="95691" cy="169595"/>
            </a:xfrm>
            <a:custGeom>
              <a:avLst/>
              <a:gdLst/>
              <a:ahLst/>
              <a:cxnLst/>
              <a:rect l="l" t="t" r="r" b="b"/>
              <a:pathLst>
                <a:path w="650" h="1152" extrusionOk="0">
                  <a:moveTo>
                    <a:pt x="21" y="1"/>
                  </a:moveTo>
                  <a:cubicBezTo>
                    <a:pt x="14" y="1"/>
                    <a:pt x="7" y="1"/>
                    <a:pt x="0" y="1"/>
                  </a:cubicBezTo>
                  <a:lnTo>
                    <a:pt x="42" y="1"/>
                  </a:lnTo>
                  <a:cubicBezTo>
                    <a:pt x="35" y="1"/>
                    <a:pt x="28" y="1"/>
                    <a:pt x="21" y="1"/>
                  </a:cubicBezTo>
                  <a:close/>
                  <a:moveTo>
                    <a:pt x="42" y="1"/>
                  </a:moveTo>
                  <a:lnTo>
                    <a:pt x="42" y="1"/>
                  </a:lnTo>
                  <a:cubicBezTo>
                    <a:pt x="48" y="1"/>
                    <a:pt x="54" y="2"/>
                    <a:pt x="60" y="2"/>
                  </a:cubicBezTo>
                  <a:lnTo>
                    <a:pt x="60" y="2"/>
                  </a:lnTo>
                  <a:cubicBezTo>
                    <a:pt x="55" y="2"/>
                    <a:pt x="50" y="1"/>
                    <a:pt x="45" y="1"/>
                  </a:cubicBezTo>
                  <a:close/>
                  <a:moveTo>
                    <a:pt x="60" y="2"/>
                  </a:moveTo>
                  <a:cubicBezTo>
                    <a:pt x="77" y="3"/>
                    <a:pt x="93" y="5"/>
                    <a:pt x="109" y="7"/>
                  </a:cubicBezTo>
                  <a:lnTo>
                    <a:pt x="109" y="7"/>
                  </a:lnTo>
                  <a:cubicBezTo>
                    <a:pt x="93" y="5"/>
                    <a:pt x="77" y="3"/>
                    <a:pt x="60" y="2"/>
                  </a:cubicBezTo>
                  <a:close/>
                  <a:moveTo>
                    <a:pt x="109" y="7"/>
                  </a:moveTo>
                  <a:cubicBezTo>
                    <a:pt x="214" y="22"/>
                    <a:pt x="309" y="65"/>
                    <a:pt x="386" y="128"/>
                  </a:cubicBezTo>
                  <a:lnTo>
                    <a:pt x="386" y="128"/>
                  </a:lnTo>
                  <a:cubicBezTo>
                    <a:pt x="314" y="66"/>
                    <a:pt x="221" y="23"/>
                    <a:pt x="109" y="7"/>
                  </a:cubicBezTo>
                  <a:close/>
                  <a:moveTo>
                    <a:pt x="386" y="128"/>
                  </a:moveTo>
                  <a:lnTo>
                    <a:pt x="386" y="128"/>
                  </a:lnTo>
                  <a:cubicBezTo>
                    <a:pt x="650" y="349"/>
                    <a:pt x="650" y="803"/>
                    <a:pt x="386" y="1025"/>
                  </a:cubicBezTo>
                  <a:lnTo>
                    <a:pt x="386" y="1025"/>
                  </a:lnTo>
                  <a:cubicBezTo>
                    <a:pt x="516" y="921"/>
                    <a:pt x="598" y="760"/>
                    <a:pt x="598" y="576"/>
                  </a:cubicBezTo>
                  <a:cubicBezTo>
                    <a:pt x="598" y="392"/>
                    <a:pt x="516" y="232"/>
                    <a:pt x="386" y="128"/>
                  </a:cubicBezTo>
                  <a:close/>
                  <a:moveTo>
                    <a:pt x="386" y="1025"/>
                  </a:moveTo>
                  <a:cubicBezTo>
                    <a:pt x="309" y="1087"/>
                    <a:pt x="214" y="1130"/>
                    <a:pt x="109" y="1145"/>
                  </a:cubicBezTo>
                  <a:lnTo>
                    <a:pt x="109" y="1145"/>
                  </a:lnTo>
                  <a:cubicBezTo>
                    <a:pt x="221" y="1129"/>
                    <a:pt x="314" y="1086"/>
                    <a:pt x="386" y="1025"/>
                  </a:cubicBezTo>
                  <a:close/>
                  <a:moveTo>
                    <a:pt x="109" y="1145"/>
                  </a:moveTo>
                  <a:lnTo>
                    <a:pt x="109" y="1145"/>
                  </a:lnTo>
                  <a:cubicBezTo>
                    <a:pt x="93" y="1147"/>
                    <a:pt x="77" y="1149"/>
                    <a:pt x="60" y="1150"/>
                  </a:cubicBezTo>
                  <a:lnTo>
                    <a:pt x="60" y="1150"/>
                  </a:lnTo>
                  <a:cubicBezTo>
                    <a:pt x="76" y="1149"/>
                    <a:pt x="93" y="1148"/>
                    <a:pt x="109" y="1145"/>
                  </a:cubicBezTo>
                  <a:close/>
                  <a:moveTo>
                    <a:pt x="60" y="1150"/>
                  </a:moveTo>
                  <a:lnTo>
                    <a:pt x="60" y="1150"/>
                  </a:lnTo>
                  <a:cubicBezTo>
                    <a:pt x="54" y="1151"/>
                    <a:pt x="48" y="1151"/>
                    <a:pt x="42" y="1151"/>
                  </a:cubicBezTo>
                  <a:lnTo>
                    <a:pt x="45" y="1151"/>
                  </a:lnTo>
                  <a:cubicBezTo>
                    <a:pt x="50" y="1151"/>
                    <a:pt x="55" y="1151"/>
                    <a:pt x="60" y="1150"/>
                  </a:cubicBezTo>
                  <a:close/>
                  <a:moveTo>
                    <a:pt x="0" y="1151"/>
                  </a:moveTo>
                  <a:cubicBezTo>
                    <a:pt x="7" y="1151"/>
                    <a:pt x="14" y="1152"/>
                    <a:pt x="21" y="1152"/>
                  </a:cubicBezTo>
                  <a:cubicBezTo>
                    <a:pt x="28" y="1152"/>
                    <a:pt x="35" y="1151"/>
                    <a:pt x="42" y="1151"/>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39">
              <a:extLst>
                <a:ext uri="{FF2B5EF4-FFF2-40B4-BE49-F238E27FC236}">
                  <a16:creationId xmlns:a16="http://schemas.microsoft.com/office/drawing/2014/main" id="{46641B83-71B2-30DC-0072-DDF5E0CE9A4B}"/>
                </a:ext>
              </a:extLst>
            </p:cNvPr>
            <p:cNvSpPr/>
            <p:nvPr/>
          </p:nvSpPr>
          <p:spPr>
            <a:xfrm>
              <a:off x="3085694" y="2922306"/>
              <a:ext cx="105997" cy="169595"/>
            </a:xfrm>
            <a:custGeom>
              <a:avLst/>
              <a:gdLst/>
              <a:ahLst/>
              <a:cxnLst/>
              <a:rect l="l" t="t" r="r" b="b"/>
              <a:pathLst>
                <a:path w="720" h="1152" extrusionOk="0">
                  <a:moveTo>
                    <a:pt x="21" y="1"/>
                  </a:moveTo>
                  <a:cubicBezTo>
                    <a:pt x="14" y="1"/>
                    <a:pt x="7" y="1"/>
                    <a:pt x="1" y="1"/>
                  </a:cubicBezTo>
                  <a:lnTo>
                    <a:pt x="41" y="1"/>
                  </a:lnTo>
                  <a:cubicBezTo>
                    <a:pt x="34" y="1"/>
                    <a:pt x="28" y="1"/>
                    <a:pt x="21" y="1"/>
                  </a:cubicBezTo>
                  <a:close/>
                  <a:moveTo>
                    <a:pt x="41" y="1"/>
                  </a:moveTo>
                  <a:cubicBezTo>
                    <a:pt x="344" y="12"/>
                    <a:pt x="598" y="258"/>
                    <a:pt x="598" y="576"/>
                  </a:cubicBezTo>
                  <a:cubicBezTo>
                    <a:pt x="598" y="894"/>
                    <a:pt x="344" y="1141"/>
                    <a:pt x="41" y="1151"/>
                  </a:cubicBezTo>
                  <a:lnTo>
                    <a:pt x="144" y="1151"/>
                  </a:lnTo>
                  <a:cubicBezTo>
                    <a:pt x="465" y="1151"/>
                    <a:pt x="719" y="897"/>
                    <a:pt x="719" y="576"/>
                  </a:cubicBezTo>
                  <a:cubicBezTo>
                    <a:pt x="719" y="255"/>
                    <a:pt x="465" y="1"/>
                    <a:pt x="144" y="1"/>
                  </a:cubicBezTo>
                  <a:close/>
                  <a:moveTo>
                    <a:pt x="1" y="1151"/>
                  </a:moveTo>
                  <a:cubicBezTo>
                    <a:pt x="7" y="1151"/>
                    <a:pt x="14" y="1152"/>
                    <a:pt x="21" y="1152"/>
                  </a:cubicBezTo>
                  <a:cubicBezTo>
                    <a:pt x="28" y="1152"/>
                    <a:pt x="34" y="1151"/>
                    <a:pt x="41" y="1151"/>
                  </a:cubicBezTo>
                  <a:close/>
                </a:path>
              </a:pathLst>
            </a:custGeom>
            <a:solidFill>
              <a:srgbClr val="6A6D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39">
              <a:extLst>
                <a:ext uri="{FF2B5EF4-FFF2-40B4-BE49-F238E27FC236}">
                  <a16:creationId xmlns:a16="http://schemas.microsoft.com/office/drawing/2014/main" id="{15BE9B2B-7187-3C4E-0F09-AA5FDE529190}"/>
                </a:ext>
              </a:extLst>
            </p:cNvPr>
            <p:cNvSpPr/>
            <p:nvPr/>
          </p:nvSpPr>
          <p:spPr>
            <a:xfrm>
              <a:off x="2970128" y="2922453"/>
              <a:ext cx="197124" cy="169153"/>
            </a:xfrm>
            <a:custGeom>
              <a:avLst/>
              <a:gdLst/>
              <a:ahLst/>
              <a:cxnLst/>
              <a:rect l="l" t="t" r="r" b="b"/>
              <a:pathLst>
                <a:path w="1339" h="1149" extrusionOk="0">
                  <a:moveTo>
                    <a:pt x="764" y="0"/>
                  </a:moveTo>
                  <a:cubicBezTo>
                    <a:pt x="255" y="0"/>
                    <a:pt x="1" y="619"/>
                    <a:pt x="366" y="984"/>
                  </a:cubicBezTo>
                  <a:cubicBezTo>
                    <a:pt x="479" y="1098"/>
                    <a:pt x="620" y="1149"/>
                    <a:pt x="759" y="1149"/>
                  </a:cubicBezTo>
                  <a:cubicBezTo>
                    <a:pt x="1053" y="1149"/>
                    <a:pt x="1339" y="921"/>
                    <a:pt x="1339" y="575"/>
                  </a:cubicBezTo>
                  <a:cubicBezTo>
                    <a:pt x="1339" y="254"/>
                    <a:pt x="1084" y="0"/>
                    <a:pt x="7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39">
              <a:extLst>
                <a:ext uri="{FF2B5EF4-FFF2-40B4-BE49-F238E27FC236}">
                  <a16:creationId xmlns:a16="http://schemas.microsoft.com/office/drawing/2014/main" id="{E653DB5B-CB4D-06B6-7384-B2324A185165}"/>
                </a:ext>
              </a:extLst>
            </p:cNvPr>
            <p:cNvSpPr/>
            <p:nvPr/>
          </p:nvSpPr>
          <p:spPr>
            <a:xfrm>
              <a:off x="3077597" y="2922306"/>
              <a:ext cx="92894" cy="169595"/>
            </a:xfrm>
            <a:custGeom>
              <a:avLst/>
              <a:gdLst/>
              <a:ahLst/>
              <a:cxnLst/>
              <a:rect l="l" t="t" r="r" b="b"/>
              <a:pathLst>
                <a:path w="631" h="1152" extrusionOk="0">
                  <a:moveTo>
                    <a:pt x="21" y="1"/>
                  </a:moveTo>
                  <a:cubicBezTo>
                    <a:pt x="14" y="1"/>
                    <a:pt x="7" y="1"/>
                    <a:pt x="0" y="1"/>
                  </a:cubicBezTo>
                  <a:lnTo>
                    <a:pt x="42" y="1"/>
                  </a:lnTo>
                  <a:cubicBezTo>
                    <a:pt x="35" y="1"/>
                    <a:pt x="28" y="1"/>
                    <a:pt x="21" y="1"/>
                  </a:cubicBezTo>
                  <a:close/>
                  <a:moveTo>
                    <a:pt x="42" y="1"/>
                  </a:moveTo>
                  <a:cubicBezTo>
                    <a:pt x="354" y="12"/>
                    <a:pt x="598" y="258"/>
                    <a:pt x="598" y="576"/>
                  </a:cubicBezTo>
                  <a:cubicBezTo>
                    <a:pt x="598" y="894"/>
                    <a:pt x="354" y="1141"/>
                    <a:pt x="42" y="1151"/>
                  </a:cubicBezTo>
                  <a:lnTo>
                    <a:pt x="56" y="1151"/>
                  </a:lnTo>
                  <a:cubicBezTo>
                    <a:pt x="365" y="1151"/>
                    <a:pt x="631" y="897"/>
                    <a:pt x="631" y="576"/>
                  </a:cubicBezTo>
                  <a:cubicBezTo>
                    <a:pt x="631" y="255"/>
                    <a:pt x="365" y="1"/>
                    <a:pt x="56" y="1"/>
                  </a:cubicBezTo>
                  <a:close/>
                  <a:moveTo>
                    <a:pt x="0" y="1151"/>
                  </a:moveTo>
                  <a:cubicBezTo>
                    <a:pt x="7" y="1151"/>
                    <a:pt x="14" y="1152"/>
                    <a:pt x="21" y="1152"/>
                  </a:cubicBezTo>
                  <a:cubicBezTo>
                    <a:pt x="28" y="1152"/>
                    <a:pt x="35" y="1151"/>
                    <a:pt x="42" y="1151"/>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39">
              <a:extLst>
                <a:ext uri="{FF2B5EF4-FFF2-40B4-BE49-F238E27FC236}">
                  <a16:creationId xmlns:a16="http://schemas.microsoft.com/office/drawing/2014/main" id="{398F57A4-2596-2DB9-F76C-087A7692DB91}"/>
                </a:ext>
              </a:extLst>
            </p:cNvPr>
            <p:cNvSpPr/>
            <p:nvPr/>
          </p:nvSpPr>
          <p:spPr>
            <a:xfrm>
              <a:off x="3473170" y="2922306"/>
              <a:ext cx="97605" cy="169595"/>
            </a:xfrm>
            <a:custGeom>
              <a:avLst/>
              <a:gdLst/>
              <a:ahLst/>
              <a:cxnLst/>
              <a:rect l="l" t="t" r="r" b="b"/>
              <a:pathLst>
                <a:path w="663" h="1152" extrusionOk="0">
                  <a:moveTo>
                    <a:pt x="21" y="1"/>
                  </a:moveTo>
                  <a:cubicBezTo>
                    <a:pt x="14" y="1"/>
                    <a:pt x="7" y="1"/>
                    <a:pt x="0" y="1"/>
                  </a:cubicBezTo>
                  <a:lnTo>
                    <a:pt x="34" y="1"/>
                  </a:lnTo>
                  <a:cubicBezTo>
                    <a:pt x="116" y="5"/>
                    <a:pt x="189" y="22"/>
                    <a:pt x="253" y="50"/>
                  </a:cubicBezTo>
                  <a:lnTo>
                    <a:pt x="253" y="50"/>
                  </a:lnTo>
                  <a:cubicBezTo>
                    <a:pt x="181" y="18"/>
                    <a:pt x="103" y="1"/>
                    <a:pt x="21" y="1"/>
                  </a:cubicBezTo>
                  <a:close/>
                  <a:moveTo>
                    <a:pt x="253" y="50"/>
                  </a:moveTo>
                  <a:cubicBezTo>
                    <a:pt x="282" y="62"/>
                    <a:pt x="310" y="77"/>
                    <a:pt x="336" y="95"/>
                  </a:cubicBezTo>
                  <a:lnTo>
                    <a:pt x="336" y="95"/>
                  </a:lnTo>
                  <a:cubicBezTo>
                    <a:pt x="310" y="78"/>
                    <a:pt x="283" y="62"/>
                    <a:pt x="253" y="50"/>
                  </a:cubicBezTo>
                  <a:close/>
                  <a:moveTo>
                    <a:pt x="336" y="95"/>
                  </a:moveTo>
                  <a:cubicBezTo>
                    <a:pt x="663" y="311"/>
                    <a:pt x="663" y="842"/>
                    <a:pt x="336" y="1058"/>
                  </a:cubicBezTo>
                  <a:lnTo>
                    <a:pt x="336" y="1058"/>
                  </a:lnTo>
                  <a:cubicBezTo>
                    <a:pt x="492" y="956"/>
                    <a:pt x="598" y="781"/>
                    <a:pt x="598" y="576"/>
                  </a:cubicBezTo>
                  <a:cubicBezTo>
                    <a:pt x="598" y="371"/>
                    <a:pt x="492" y="196"/>
                    <a:pt x="336" y="95"/>
                  </a:cubicBezTo>
                  <a:close/>
                  <a:moveTo>
                    <a:pt x="336" y="1058"/>
                  </a:moveTo>
                  <a:cubicBezTo>
                    <a:pt x="310" y="1075"/>
                    <a:pt x="282" y="1090"/>
                    <a:pt x="253" y="1103"/>
                  </a:cubicBezTo>
                  <a:lnTo>
                    <a:pt x="253" y="1103"/>
                  </a:lnTo>
                  <a:cubicBezTo>
                    <a:pt x="283" y="1090"/>
                    <a:pt x="310" y="1075"/>
                    <a:pt x="336" y="1058"/>
                  </a:cubicBezTo>
                  <a:close/>
                  <a:moveTo>
                    <a:pt x="253" y="1103"/>
                  </a:moveTo>
                  <a:cubicBezTo>
                    <a:pt x="189" y="1130"/>
                    <a:pt x="116" y="1147"/>
                    <a:pt x="34" y="1151"/>
                  </a:cubicBezTo>
                  <a:lnTo>
                    <a:pt x="0" y="1151"/>
                  </a:lnTo>
                  <a:cubicBezTo>
                    <a:pt x="7" y="1151"/>
                    <a:pt x="14" y="1152"/>
                    <a:pt x="21" y="1152"/>
                  </a:cubicBezTo>
                  <a:cubicBezTo>
                    <a:pt x="103" y="1152"/>
                    <a:pt x="181" y="1134"/>
                    <a:pt x="253" y="1103"/>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39">
              <a:extLst>
                <a:ext uri="{FF2B5EF4-FFF2-40B4-BE49-F238E27FC236}">
                  <a16:creationId xmlns:a16="http://schemas.microsoft.com/office/drawing/2014/main" id="{1788B001-7A97-6EBE-5DF3-80E3556C8E4A}"/>
                </a:ext>
              </a:extLst>
            </p:cNvPr>
            <p:cNvSpPr/>
            <p:nvPr/>
          </p:nvSpPr>
          <p:spPr>
            <a:xfrm>
              <a:off x="3450351" y="2922306"/>
              <a:ext cx="107616" cy="169595"/>
            </a:xfrm>
            <a:custGeom>
              <a:avLst/>
              <a:gdLst/>
              <a:ahLst/>
              <a:cxnLst/>
              <a:rect l="l" t="t" r="r" b="b"/>
              <a:pathLst>
                <a:path w="731" h="1152" extrusionOk="0">
                  <a:moveTo>
                    <a:pt x="21" y="1"/>
                  </a:moveTo>
                  <a:cubicBezTo>
                    <a:pt x="15" y="1"/>
                    <a:pt x="8" y="1"/>
                    <a:pt x="1" y="1"/>
                  </a:cubicBezTo>
                  <a:lnTo>
                    <a:pt x="42" y="1"/>
                  </a:lnTo>
                  <a:cubicBezTo>
                    <a:pt x="35" y="1"/>
                    <a:pt x="28" y="1"/>
                    <a:pt x="21" y="1"/>
                  </a:cubicBezTo>
                  <a:close/>
                  <a:moveTo>
                    <a:pt x="42" y="1"/>
                  </a:moveTo>
                  <a:cubicBezTo>
                    <a:pt x="355" y="12"/>
                    <a:pt x="609" y="258"/>
                    <a:pt x="609" y="576"/>
                  </a:cubicBezTo>
                  <a:cubicBezTo>
                    <a:pt x="609" y="894"/>
                    <a:pt x="355" y="1141"/>
                    <a:pt x="42" y="1151"/>
                  </a:cubicBezTo>
                  <a:lnTo>
                    <a:pt x="155" y="1151"/>
                  </a:lnTo>
                  <a:cubicBezTo>
                    <a:pt x="465" y="1151"/>
                    <a:pt x="730" y="897"/>
                    <a:pt x="730" y="576"/>
                  </a:cubicBezTo>
                  <a:cubicBezTo>
                    <a:pt x="730" y="255"/>
                    <a:pt x="465" y="1"/>
                    <a:pt x="155" y="1"/>
                  </a:cubicBezTo>
                  <a:close/>
                  <a:moveTo>
                    <a:pt x="1" y="1151"/>
                  </a:moveTo>
                  <a:cubicBezTo>
                    <a:pt x="8" y="1151"/>
                    <a:pt x="15" y="1152"/>
                    <a:pt x="21" y="1152"/>
                  </a:cubicBezTo>
                  <a:cubicBezTo>
                    <a:pt x="28" y="1152"/>
                    <a:pt x="35" y="1151"/>
                    <a:pt x="42" y="115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39">
              <a:extLst>
                <a:ext uri="{FF2B5EF4-FFF2-40B4-BE49-F238E27FC236}">
                  <a16:creationId xmlns:a16="http://schemas.microsoft.com/office/drawing/2014/main" id="{98E80E34-F0C7-631A-4CA6-508FF24FF61E}"/>
                </a:ext>
              </a:extLst>
            </p:cNvPr>
            <p:cNvSpPr/>
            <p:nvPr/>
          </p:nvSpPr>
          <p:spPr>
            <a:xfrm>
              <a:off x="3336405" y="2922453"/>
              <a:ext cx="197124" cy="169153"/>
            </a:xfrm>
            <a:custGeom>
              <a:avLst/>
              <a:gdLst/>
              <a:ahLst/>
              <a:cxnLst/>
              <a:rect l="l" t="t" r="r" b="b"/>
              <a:pathLst>
                <a:path w="1339" h="1149" extrusionOk="0">
                  <a:moveTo>
                    <a:pt x="764" y="0"/>
                  </a:moveTo>
                  <a:cubicBezTo>
                    <a:pt x="255" y="0"/>
                    <a:pt x="1" y="619"/>
                    <a:pt x="354" y="984"/>
                  </a:cubicBezTo>
                  <a:cubicBezTo>
                    <a:pt x="472" y="1098"/>
                    <a:pt x="615" y="1149"/>
                    <a:pt x="755" y="1149"/>
                  </a:cubicBezTo>
                  <a:cubicBezTo>
                    <a:pt x="1053" y="1149"/>
                    <a:pt x="1339" y="921"/>
                    <a:pt x="1339" y="575"/>
                  </a:cubicBezTo>
                  <a:cubicBezTo>
                    <a:pt x="1339" y="254"/>
                    <a:pt x="1084" y="0"/>
                    <a:pt x="7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39">
              <a:extLst>
                <a:ext uri="{FF2B5EF4-FFF2-40B4-BE49-F238E27FC236}">
                  <a16:creationId xmlns:a16="http://schemas.microsoft.com/office/drawing/2014/main" id="{0989357A-E908-7EDF-4C53-ECBADD8F1F2D}"/>
                </a:ext>
              </a:extLst>
            </p:cNvPr>
            <p:cNvSpPr/>
            <p:nvPr/>
          </p:nvSpPr>
          <p:spPr>
            <a:xfrm>
              <a:off x="3443874" y="2922306"/>
              <a:ext cx="91275" cy="169595"/>
            </a:xfrm>
            <a:custGeom>
              <a:avLst/>
              <a:gdLst/>
              <a:ahLst/>
              <a:cxnLst/>
              <a:rect l="l" t="t" r="r" b="b"/>
              <a:pathLst>
                <a:path w="620" h="1152" extrusionOk="0">
                  <a:moveTo>
                    <a:pt x="21" y="1"/>
                  </a:moveTo>
                  <a:cubicBezTo>
                    <a:pt x="14" y="1"/>
                    <a:pt x="7" y="1"/>
                    <a:pt x="0" y="1"/>
                  </a:cubicBezTo>
                  <a:lnTo>
                    <a:pt x="41" y="1"/>
                  </a:lnTo>
                  <a:cubicBezTo>
                    <a:pt x="34" y="1"/>
                    <a:pt x="27" y="1"/>
                    <a:pt x="21" y="1"/>
                  </a:cubicBezTo>
                  <a:close/>
                  <a:moveTo>
                    <a:pt x="41" y="1"/>
                  </a:moveTo>
                  <a:cubicBezTo>
                    <a:pt x="344" y="12"/>
                    <a:pt x="598" y="258"/>
                    <a:pt x="598" y="576"/>
                  </a:cubicBezTo>
                  <a:cubicBezTo>
                    <a:pt x="598" y="894"/>
                    <a:pt x="344" y="1141"/>
                    <a:pt x="41" y="1151"/>
                  </a:cubicBezTo>
                  <a:lnTo>
                    <a:pt x="45" y="1151"/>
                  </a:lnTo>
                  <a:cubicBezTo>
                    <a:pt x="365" y="1151"/>
                    <a:pt x="620" y="897"/>
                    <a:pt x="620" y="576"/>
                  </a:cubicBezTo>
                  <a:cubicBezTo>
                    <a:pt x="620" y="255"/>
                    <a:pt x="365" y="1"/>
                    <a:pt x="45" y="1"/>
                  </a:cubicBezTo>
                  <a:close/>
                  <a:moveTo>
                    <a:pt x="0" y="1151"/>
                  </a:moveTo>
                  <a:cubicBezTo>
                    <a:pt x="7" y="1151"/>
                    <a:pt x="14" y="1152"/>
                    <a:pt x="21" y="1152"/>
                  </a:cubicBezTo>
                  <a:cubicBezTo>
                    <a:pt x="27" y="1152"/>
                    <a:pt x="34" y="1151"/>
                    <a:pt x="41" y="115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39">
              <a:extLst>
                <a:ext uri="{FF2B5EF4-FFF2-40B4-BE49-F238E27FC236}">
                  <a16:creationId xmlns:a16="http://schemas.microsoft.com/office/drawing/2014/main" id="{8410D075-C246-6EA7-33FB-168D11A84771}"/>
                </a:ext>
              </a:extLst>
            </p:cNvPr>
            <p:cNvSpPr/>
            <p:nvPr/>
          </p:nvSpPr>
          <p:spPr>
            <a:xfrm>
              <a:off x="3079216" y="2810126"/>
              <a:ext cx="372902" cy="211699"/>
            </a:xfrm>
            <a:custGeom>
              <a:avLst/>
              <a:gdLst/>
              <a:ahLst/>
              <a:cxnLst/>
              <a:rect l="l" t="t" r="r" b="b"/>
              <a:pathLst>
                <a:path w="2533" h="1438" extrusionOk="0">
                  <a:moveTo>
                    <a:pt x="1272" y="255"/>
                  </a:moveTo>
                  <a:lnTo>
                    <a:pt x="1338" y="310"/>
                  </a:lnTo>
                  <a:lnTo>
                    <a:pt x="1217" y="310"/>
                  </a:lnTo>
                  <a:lnTo>
                    <a:pt x="1272" y="255"/>
                  </a:lnTo>
                  <a:close/>
                  <a:moveTo>
                    <a:pt x="963" y="575"/>
                  </a:moveTo>
                  <a:lnTo>
                    <a:pt x="963" y="1239"/>
                  </a:lnTo>
                  <a:lnTo>
                    <a:pt x="288" y="1239"/>
                  </a:lnTo>
                  <a:lnTo>
                    <a:pt x="963" y="575"/>
                  </a:lnTo>
                  <a:close/>
                  <a:moveTo>
                    <a:pt x="1593" y="575"/>
                  </a:moveTo>
                  <a:lnTo>
                    <a:pt x="2256" y="1239"/>
                  </a:lnTo>
                  <a:lnTo>
                    <a:pt x="1593" y="1239"/>
                  </a:lnTo>
                  <a:lnTo>
                    <a:pt x="1593" y="575"/>
                  </a:lnTo>
                  <a:close/>
                  <a:moveTo>
                    <a:pt x="1250" y="0"/>
                  </a:moveTo>
                  <a:lnTo>
                    <a:pt x="1" y="1239"/>
                  </a:lnTo>
                  <a:lnTo>
                    <a:pt x="1" y="1438"/>
                  </a:lnTo>
                  <a:lnTo>
                    <a:pt x="2533" y="1438"/>
                  </a:lnTo>
                  <a:lnTo>
                    <a:pt x="2533" y="1239"/>
                  </a:lnTo>
                  <a:lnTo>
                    <a:pt x="1316" y="22"/>
                  </a:lnTo>
                  <a:lnTo>
                    <a:pt x="1294" y="44"/>
                  </a:lnTo>
                  <a:lnTo>
                    <a:pt x="12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39">
              <a:extLst>
                <a:ext uri="{FF2B5EF4-FFF2-40B4-BE49-F238E27FC236}">
                  <a16:creationId xmlns:a16="http://schemas.microsoft.com/office/drawing/2014/main" id="{FFA90064-27CD-9770-666E-ABC1E07F23FE}"/>
                </a:ext>
              </a:extLst>
            </p:cNvPr>
            <p:cNvSpPr/>
            <p:nvPr/>
          </p:nvSpPr>
          <p:spPr>
            <a:xfrm>
              <a:off x="1296706" y="2922306"/>
              <a:ext cx="97605" cy="169595"/>
            </a:xfrm>
            <a:custGeom>
              <a:avLst/>
              <a:gdLst/>
              <a:ahLst/>
              <a:cxnLst/>
              <a:rect l="l" t="t" r="r" b="b"/>
              <a:pathLst>
                <a:path w="663" h="1152" extrusionOk="0">
                  <a:moveTo>
                    <a:pt x="21" y="1"/>
                  </a:moveTo>
                  <a:cubicBezTo>
                    <a:pt x="14" y="1"/>
                    <a:pt x="7" y="1"/>
                    <a:pt x="0" y="1"/>
                  </a:cubicBezTo>
                  <a:lnTo>
                    <a:pt x="34" y="1"/>
                  </a:lnTo>
                  <a:cubicBezTo>
                    <a:pt x="116" y="5"/>
                    <a:pt x="189" y="22"/>
                    <a:pt x="253" y="50"/>
                  </a:cubicBezTo>
                  <a:lnTo>
                    <a:pt x="253" y="50"/>
                  </a:lnTo>
                  <a:cubicBezTo>
                    <a:pt x="182" y="18"/>
                    <a:pt x="103" y="1"/>
                    <a:pt x="21" y="1"/>
                  </a:cubicBezTo>
                  <a:close/>
                  <a:moveTo>
                    <a:pt x="253" y="50"/>
                  </a:moveTo>
                  <a:lnTo>
                    <a:pt x="253" y="50"/>
                  </a:lnTo>
                  <a:cubicBezTo>
                    <a:pt x="282" y="62"/>
                    <a:pt x="310" y="77"/>
                    <a:pt x="336" y="95"/>
                  </a:cubicBezTo>
                  <a:lnTo>
                    <a:pt x="336" y="95"/>
                  </a:lnTo>
                  <a:cubicBezTo>
                    <a:pt x="311" y="78"/>
                    <a:pt x="283" y="62"/>
                    <a:pt x="253" y="50"/>
                  </a:cubicBezTo>
                  <a:close/>
                  <a:moveTo>
                    <a:pt x="336" y="95"/>
                  </a:moveTo>
                  <a:lnTo>
                    <a:pt x="336" y="95"/>
                  </a:lnTo>
                  <a:cubicBezTo>
                    <a:pt x="663" y="311"/>
                    <a:pt x="663" y="842"/>
                    <a:pt x="336" y="1058"/>
                  </a:cubicBezTo>
                  <a:lnTo>
                    <a:pt x="336" y="1058"/>
                  </a:lnTo>
                  <a:cubicBezTo>
                    <a:pt x="492" y="956"/>
                    <a:pt x="598" y="781"/>
                    <a:pt x="598" y="576"/>
                  </a:cubicBezTo>
                  <a:cubicBezTo>
                    <a:pt x="598" y="371"/>
                    <a:pt x="492" y="196"/>
                    <a:pt x="336" y="95"/>
                  </a:cubicBezTo>
                  <a:close/>
                  <a:moveTo>
                    <a:pt x="336" y="1058"/>
                  </a:moveTo>
                  <a:cubicBezTo>
                    <a:pt x="310" y="1075"/>
                    <a:pt x="282" y="1090"/>
                    <a:pt x="253" y="1103"/>
                  </a:cubicBezTo>
                  <a:lnTo>
                    <a:pt x="253" y="1103"/>
                  </a:lnTo>
                  <a:cubicBezTo>
                    <a:pt x="283" y="1090"/>
                    <a:pt x="310" y="1075"/>
                    <a:pt x="336" y="1058"/>
                  </a:cubicBezTo>
                  <a:close/>
                  <a:moveTo>
                    <a:pt x="253" y="1103"/>
                  </a:moveTo>
                  <a:cubicBezTo>
                    <a:pt x="189" y="1130"/>
                    <a:pt x="116" y="1147"/>
                    <a:pt x="34" y="1151"/>
                  </a:cubicBezTo>
                  <a:lnTo>
                    <a:pt x="0" y="1151"/>
                  </a:lnTo>
                  <a:cubicBezTo>
                    <a:pt x="7" y="1151"/>
                    <a:pt x="14" y="1152"/>
                    <a:pt x="21" y="1152"/>
                  </a:cubicBezTo>
                  <a:cubicBezTo>
                    <a:pt x="103" y="1152"/>
                    <a:pt x="181" y="1134"/>
                    <a:pt x="253" y="1103"/>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39">
              <a:extLst>
                <a:ext uri="{FF2B5EF4-FFF2-40B4-BE49-F238E27FC236}">
                  <a16:creationId xmlns:a16="http://schemas.microsoft.com/office/drawing/2014/main" id="{245140A6-998C-6463-EB8E-401435267D52}"/>
                </a:ext>
              </a:extLst>
            </p:cNvPr>
            <p:cNvSpPr/>
            <p:nvPr/>
          </p:nvSpPr>
          <p:spPr>
            <a:xfrm>
              <a:off x="1273887" y="2922306"/>
              <a:ext cx="105997" cy="169595"/>
            </a:xfrm>
            <a:custGeom>
              <a:avLst/>
              <a:gdLst/>
              <a:ahLst/>
              <a:cxnLst/>
              <a:rect l="l" t="t" r="r" b="b"/>
              <a:pathLst>
                <a:path w="720" h="1152" extrusionOk="0">
                  <a:moveTo>
                    <a:pt x="21" y="1"/>
                  </a:moveTo>
                  <a:cubicBezTo>
                    <a:pt x="15" y="1"/>
                    <a:pt x="8" y="1"/>
                    <a:pt x="1" y="1"/>
                  </a:cubicBezTo>
                  <a:lnTo>
                    <a:pt x="42" y="1"/>
                  </a:lnTo>
                  <a:cubicBezTo>
                    <a:pt x="35" y="1"/>
                    <a:pt x="28" y="1"/>
                    <a:pt x="21" y="1"/>
                  </a:cubicBezTo>
                  <a:close/>
                  <a:moveTo>
                    <a:pt x="42" y="1"/>
                  </a:moveTo>
                  <a:cubicBezTo>
                    <a:pt x="355" y="12"/>
                    <a:pt x="609" y="258"/>
                    <a:pt x="609" y="576"/>
                  </a:cubicBezTo>
                  <a:cubicBezTo>
                    <a:pt x="609" y="894"/>
                    <a:pt x="355" y="1141"/>
                    <a:pt x="42" y="1151"/>
                  </a:cubicBezTo>
                  <a:lnTo>
                    <a:pt x="155" y="1151"/>
                  </a:lnTo>
                  <a:cubicBezTo>
                    <a:pt x="465" y="1151"/>
                    <a:pt x="719" y="897"/>
                    <a:pt x="719" y="576"/>
                  </a:cubicBezTo>
                  <a:cubicBezTo>
                    <a:pt x="719" y="255"/>
                    <a:pt x="465" y="1"/>
                    <a:pt x="155" y="1"/>
                  </a:cubicBezTo>
                  <a:close/>
                  <a:moveTo>
                    <a:pt x="1" y="1151"/>
                  </a:moveTo>
                  <a:cubicBezTo>
                    <a:pt x="8" y="1151"/>
                    <a:pt x="15" y="1152"/>
                    <a:pt x="21" y="1152"/>
                  </a:cubicBezTo>
                  <a:cubicBezTo>
                    <a:pt x="28" y="1152"/>
                    <a:pt x="35" y="1151"/>
                    <a:pt x="42" y="1151"/>
                  </a:cubicBezTo>
                  <a:close/>
                </a:path>
              </a:pathLst>
            </a:custGeom>
            <a:solidFill>
              <a:srgbClr val="6A6D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39">
              <a:extLst>
                <a:ext uri="{FF2B5EF4-FFF2-40B4-BE49-F238E27FC236}">
                  <a16:creationId xmlns:a16="http://schemas.microsoft.com/office/drawing/2014/main" id="{C65C37A9-F869-1222-DA77-A591CDCA1980}"/>
                </a:ext>
              </a:extLst>
            </p:cNvPr>
            <p:cNvSpPr/>
            <p:nvPr/>
          </p:nvSpPr>
          <p:spPr>
            <a:xfrm>
              <a:off x="1158322" y="2922453"/>
              <a:ext cx="198744" cy="169153"/>
            </a:xfrm>
            <a:custGeom>
              <a:avLst/>
              <a:gdLst/>
              <a:ahLst/>
              <a:cxnLst/>
              <a:rect l="l" t="t" r="r" b="b"/>
              <a:pathLst>
                <a:path w="1350" h="1149" extrusionOk="0">
                  <a:moveTo>
                    <a:pt x="775" y="0"/>
                  </a:moveTo>
                  <a:cubicBezTo>
                    <a:pt x="266" y="0"/>
                    <a:pt x="1" y="619"/>
                    <a:pt x="365" y="984"/>
                  </a:cubicBezTo>
                  <a:cubicBezTo>
                    <a:pt x="483" y="1098"/>
                    <a:pt x="626" y="1149"/>
                    <a:pt x="766" y="1149"/>
                  </a:cubicBezTo>
                  <a:cubicBezTo>
                    <a:pt x="1064" y="1149"/>
                    <a:pt x="1350" y="921"/>
                    <a:pt x="1350" y="575"/>
                  </a:cubicBezTo>
                  <a:cubicBezTo>
                    <a:pt x="1350" y="254"/>
                    <a:pt x="1095" y="0"/>
                    <a:pt x="7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39">
              <a:extLst>
                <a:ext uri="{FF2B5EF4-FFF2-40B4-BE49-F238E27FC236}">
                  <a16:creationId xmlns:a16="http://schemas.microsoft.com/office/drawing/2014/main" id="{6D7E14D2-9A89-8792-6C29-7E5745F7D3AC}"/>
                </a:ext>
              </a:extLst>
            </p:cNvPr>
            <p:cNvSpPr/>
            <p:nvPr/>
          </p:nvSpPr>
          <p:spPr>
            <a:xfrm>
              <a:off x="1267410" y="2922306"/>
              <a:ext cx="91275" cy="169595"/>
            </a:xfrm>
            <a:custGeom>
              <a:avLst/>
              <a:gdLst/>
              <a:ahLst/>
              <a:cxnLst/>
              <a:rect l="l" t="t" r="r" b="b"/>
              <a:pathLst>
                <a:path w="620" h="1152" extrusionOk="0">
                  <a:moveTo>
                    <a:pt x="21" y="1"/>
                  </a:moveTo>
                  <a:cubicBezTo>
                    <a:pt x="14" y="1"/>
                    <a:pt x="7" y="1"/>
                    <a:pt x="0" y="1"/>
                  </a:cubicBezTo>
                  <a:lnTo>
                    <a:pt x="41" y="1"/>
                  </a:lnTo>
                  <a:cubicBezTo>
                    <a:pt x="34" y="1"/>
                    <a:pt x="27" y="1"/>
                    <a:pt x="21" y="1"/>
                  </a:cubicBezTo>
                  <a:close/>
                  <a:moveTo>
                    <a:pt x="41" y="1"/>
                  </a:moveTo>
                  <a:cubicBezTo>
                    <a:pt x="344" y="12"/>
                    <a:pt x="598" y="258"/>
                    <a:pt x="598" y="576"/>
                  </a:cubicBezTo>
                  <a:cubicBezTo>
                    <a:pt x="598" y="894"/>
                    <a:pt x="344" y="1141"/>
                    <a:pt x="41" y="1151"/>
                  </a:cubicBezTo>
                  <a:lnTo>
                    <a:pt x="45" y="1151"/>
                  </a:lnTo>
                  <a:cubicBezTo>
                    <a:pt x="365" y="1151"/>
                    <a:pt x="620" y="897"/>
                    <a:pt x="620" y="576"/>
                  </a:cubicBezTo>
                  <a:cubicBezTo>
                    <a:pt x="620" y="255"/>
                    <a:pt x="365" y="1"/>
                    <a:pt x="45" y="1"/>
                  </a:cubicBezTo>
                  <a:close/>
                  <a:moveTo>
                    <a:pt x="0" y="1151"/>
                  </a:moveTo>
                  <a:cubicBezTo>
                    <a:pt x="7" y="1151"/>
                    <a:pt x="14" y="1152"/>
                    <a:pt x="21" y="1152"/>
                  </a:cubicBezTo>
                  <a:cubicBezTo>
                    <a:pt x="27" y="1152"/>
                    <a:pt x="34" y="1151"/>
                    <a:pt x="41" y="1151"/>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39">
              <a:extLst>
                <a:ext uri="{FF2B5EF4-FFF2-40B4-BE49-F238E27FC236}">
                  <a16:creationId xmlns:a16="http://schemas.microsoft.com/office/drawing/2014/main" id="{E5308E59-261F-DC9E-E79D-C2943A5C0511}"/>
                </a:ext>
              </a:extLst>
            </p:cNvPr>
            <p:cNvSpPr/>
            <p:nvPr/>
          </p:nvSpPr>
          <p:spPr>
            <a:xfrm>
              <a:off x="1661364" y="2922306"/>
              <a:ext cx="107616" cy="169595"/>
            </a:xfrm>
            <a:custGeom>
              <a:avLst/>
              <a:gdLst/>
              <a:ahLst/>
              <a:cxnLst/>
              <a:rect l="l" t="t" r="r" b="b"/>
              <a:pathLst>
                <a:path w="731" h="1152" extrusionOk="0">
                  <a:moveTo>
                    <a:pt x="65" y="1"/>
                  </a:moveTo>
                  <a:cubicBezTo>
                    <a:pt x="58" y="1"/>
                    <a:pt x="51" y="1"/>
                    <a:pt x="45" y="1"/>
                  </a:cubicBezTo>
                  <a:lnTo>
                    <a:pt x="0" y="1"/>
                  </a:lnTo>
                  <a:cubicBezTo>
                    <a:pt x="730" y="34"/>
                    <a:pt x="730" y="1118"/>
                    <a:pt x="0" y="1151"/>
                  </a:cubicBezTo>
                  <a:lnTo>
                    <a:pt x="45" y="1151"/>
                  </a:lnTo>
                  <a:cubicBezTo>
                    <a:pt x="51" y="1151"/>
                    <a:pt x="58" y="1152"/>
                    <a:pt x="65" y="1152"/>
                  </a:cubicBezTo>
                  <a:cubicBezTo>
                    <a:pt x="377" y="1152"/>
                    <a:pt x="642" y="901"/>
                    <a:pt x="642" y="576"/>
                  </a:cubicBezTo>
                  <a:cubicBezTo>
                    <a:pt x="642" y="251"/>
                    <a:pt x="377" y="1"/>
                    <a:pt x="6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39">
              <a:extLst>
                <a:ext uri="{FF2B5EF4-FFF2-40B4-BE49-F238E27FC236}">
                  <a16:creationId xmlns:a16="http://schemas.microsoft.com/office/drawing/2014/main" id="{31858653-257D-646C-5A7E-DE0283311EA8}"/>
                </a:ext>
              </a:extLst>
            </p:cNvPr>
            <p:cNvSpPr/>
            <p:nvPr/>
          </p:nvSpPr>
          <p:spPr>
            <a:xfrm>
              <a:off x="1640165" y="2922306"/>
              <a:ext cx="105997" cy="169595"/>
            </a:xfrm>
            <a:custGeom>
              <a:avLst/>
              <a:gdLst/>
              <a:ahLst/>
              <a:cxnLst/>
              <a:rect l="l" t="t" r="r" b="b"/>
              <a:pathLst>
                <a:path w="720" h="1152" extrusionOk="0">
                  <a:moveTo>
                    <a:pt x="21" y="1"/>
                  </a:moveTo>
                  <a:cubicBezTo>
                    <a:pt x="14" y="1"/>
                    <a:pt x="7" y="1"/>
                    <a:pt x="1" y="1"/>
                  </a:cubicBezTo>
                  <a:lnTo>
                    <a:pt x="41" y="1"/>
                  </a:lnTo>
                  <a:cubicBezTo>
                    <a:pt x="34" y="1"/>
                    <a:pt x="27" y="1"/>
                    <a:pt x="21" y="1"/>
                  </a:cubicBezTo>
                  <a:close/>
                  <a:moveTo>
                    <a:pt x="41" y="1"/>
                  </a:moveTo>
                  <a:cubicBezTo>
                    <a:pt x="344" y="12"/>
                    <a:pt x="598" y="258"/>
                    <a:pt x="598" y="576"/>
                  </a:cubicBezTo>
                  <a:cubicBezTo>
                    <a:pt x="598" y="894"/>
                    <a:pt x="344" y="1141"/>
                    <a:pt x="41" y="1151"/>
                  </a:cubicBezTo>
                  <a:lnTo>
                    <a:pt x="144" y="1151"/>
                  </a:lnTo>
                  <a:cubicBezTo>
                    <a:pt x="465" y="1151"/>
                    <a:pt x="719" y="897"/>
                    <a:pt x="719" y="576"/>
                  </a:cubicBezTo>
                  <a:cubicBezTo>
                    <a:pt x="719" y="255"/>
                    <a:pt x="465" y="1"/>
                    <a:pt x="144" y="1"/>
                  </a:cubicBezTo>
                  <a:close/>
                  <a:moveTo>
                    <a:pt x="1" y="1151"/>
                  </a:moveTo>
                  <a:cubicBezTo>
                    <a:pt x="7" y="1151"/>
                    <a:pt x="14" y="1152"/>
                    <a:pt x="21" y="1152"/>
                  </a:cubicBezTo>
                  <a:cubicBezTo>
                    <a:pt x="27" y="1152"/>
                    <a:pt x="34" y="1151"/>
                    <a:pt x="41" y="115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39">
              <a:extLst>
                <a:ext uri="{FF2B5EF4-FFF2-40B4-BE49-F238E27FC236}">
                  <a16:creationId xmlns:a16="http://schemas.microsoft.com/office/drawing/2014/main" id="{ED4F3427-7889-D1D3-EAD9-BAE5E808554D}"/>
                </a:ext>
              </a:extLst>
            </p:cNvPr>
            <p:cNvSpPr/>
            <p:nvPr/>
          </p:nvSpPr>
          <p:spPr>
            <a:xfrm>
              <a:off x="1524599" y="2922453"/>
              <a:ext cx="197124" cy="169153"/>
            </a:xfrm>
            <a:custGeom>
              <a:avLst/>
              <a:gdLst/>
              <a:ahLst/>
              <a:cxnLst/>
              <a:rect l="l" t="t" r="r" b="b"/>
              <a:pathLst>
                <a:path w="1339" h="1149" extrusionOk="0">
                  <a:moveTo>
                    <a:pt x="775" y="0"/>
                  </a:moveTo>
                  <a:cubicBezTo>
                    <a:pt x="255" y="0"/>
                    <a:pt x="1" y="619"/>
                    <a:pt x="365" y="984"/>
                  </a:cubicBezTo>
                  <a:cubicBezTo>
                    <a:pt x="483" y="1098"/>
                    <a:pt x="625" y="1149"/>
                    <a:pt x="764" y="1149"/>
                  </a:cubicBezTo>
                  <a:cubicBezTo>
                    <a:pt x="1058" y="1149"/>
                    <a:pt x="1338" y="921"/>
                    <a:pt x="1338" y="575"/>
                  </a:cubicBezTo>
                  <a:cubicBezTo>
                    <a:pt x="1338" y="254"/>
                    <a:pt x="1084" y="0"/>
                    <a:pt x="7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39">
              <a:extLst>
                <a:ext uri="{FF2B5EF4-FFF2-40B4-BE49-F238E27FC236}">
                  <a16:creationId xmlns:a16="http://schemas.microsoft.com/office/drawing/2014/main" id="{4689136E-9DD7-4260-456E-04301EA19CBE}"/>
                </a:ext>
              </a:extLst>
            </p:cNvPr>
            <p:cNvSpPr/>
            <p:nvPr/>
          </p:nvSpPr>
          <p:spPr>
            <a:xfrm>
              <a:off x="1632068" y="2922453"/>
              <a:ext cx="107616" cy="169447"/>
            </a:xfrm>
            <a:custGeom>
              <a:avLst/>
              <a:gdLst/>
              <a:ahLst/>
              <a:cxnLst/>
              <a:rect l="l" t="t" r="r" b="b"/>
              <a:pathLst>
                <a:path w="731" h="1151" extrusionOk="0">
                  <a:moveTo>
                    <a:pt x="0" y="0"/>
                  </a:moveTo>
                  <a:cubicBezTo>
                    <a:pt x="730" y="33"/>
                    <a:pt x="730" y="1117"/>
                    <a:pt x="0" y="1150"/>
                  </a:cubicBezTo>
                  <a:lnTo>
                    <a:pt x="56" y="1150"/>
                  </a:lnTo>
                  <a:cubicBezTo>
                    <a:pt x="376" y="1150"/>
                    <a:pt x="631" y="896"/>
                    <a:pt x="631" y="575"/>
                  </a:cubicBezTo>
                  <a:cubicBezTo>
                    <a:pt x="631" y="254"/>
                    <a:pt x="376" y="0"/>
                    <a:pt x="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39">
              <a:extLst>
                <a:ext uri="{FF2B5EF4-FFF2-40B4-BE49-F238E27FC236}">
                  <a16:creationId xmlns:a16="http://schemas.microsoft.com/office/drawing/2014/main" id="{8093551B-3EAF-D191-1F35-8E333C1FEFAB}"/>
                </a:ext>
              </a:extLst>
            </p:cNvPr>
            <p:cNvSpPr/>
            <p:nvPr/>
          </p:nvSpPr>
          <p:spPr>
            <a:xfrm>
              <a:off x="1278745" y="2810126"/>
              <a:ext cx="373049" cy="211699"/>
            </a:xfrm>
            <a:custGeom>
              <a:avLst/>
              <a:gdLst/>
              <a:ahLst/>
              <a:cxnLst/>
              <a:rect l="l" t="t" r="r" b="b"/>
              <a:pathLst>
                <a:path w="2534" h="1438" extrusionOk="0">
                  <a:moveTo>
                    <a:pt x="1272" y="255"/>
                  </a:moveTo>
                  <a:lnTo>
                    <a:pt x="1328" y="310"/>
                  </a:lnTo>
                  <a:lnTo>
                    <a:pt x="1217" y="310"/>
                  </a:lnTo>
                  <a:lnTo>
                    <a:pt x="1272" y="255"/>
                  </a:lnTo>
                  <a:close/>
                  <a:moveTo>
                    <a:pt x="952" y="575"/>
                  </a:moveTo>
                  <a:lnTo>
                    <a:pt x="952" y="1239"/>
                  </a:lnTo>
                  <a:lnTo>
                    <a:pt x="288" y="1239"/>
                  </a:lnTo>
                  <a:lnTo>
                    <a:pt x="952" y="575"/>
                  </a:lnTo>
                  <a:close/>
                  <a:moveTo>
                    <a:pt x="1593" y="575"/>
                  </a:moveTo>
                  <a:lnTo>
                    <a:pt x="2257" y="1239"/>
                  </a:lnTo>
                  <a:lnTo>
                    <a:pt x="1593" y="1239"/>
                  </a:lnTo>
                  <a:lnTo>
                    <a:pt x="1593" y="575"/>
                  </a:lnTo>
                  <a:close/>
                  <a:moveTo>
                    <a:pt x="1250" y="0"/>
                  </a:moveTo>
                  <a:lnTo>
                    <a:pt x="1" y="1239"/>
                  </a:lnTo>
                  <a:lnTo>
                    <a:pt x="1" y="1438"/>
                  </a:lnTo>
                  <a:lnTo>
                    <a:pt x="2533" y="1438"/>
                  </a:lnTo>
                  <a:lnTo>
                    <a:pt x="2533" y="1239"/>
                  </a:lnTo>
                  <a:lnTo>
                    <a:pt x="1317" y="22"/>
                  </a:lnTo>
                  <a:lnTo>
                    <a:pt x="1295" y="44"/>
                  </a:lnTo>
                  <a:lnTo>
                    <a:pt x="1250" y="0"/>
                  </a:lnTo>
                  <a:close/>
                </a:path>
              </a:pathLst>
            </a:custGeom>
            <a:solidFill>
              <a:srgbClr val="4545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39">
              <a:extLst>
                <a:ext uri="{FF2B5EF4-FFF2-40B4-BE49-F238E27FC236}">
                  <a16:creationId xmlns:a16="http://schemas.microsoft.com/office/drawing/2014/main" id="{822D343E-E767-78C2-46A0-C0863CD5260A}"/>
                </a:ext>
              </a:extLst>
            </p:cNvPr>
            <p:cNvSpPr/>
            <p:nvPr/>
          </p:nvSpPr>
          <p:spPr>
            <a:xfrm>
              <a:off x="1269029" y="2810126"/>
              <a:ext cx="371283" cy="211699"/>
            </a:xfrm>
            <a:custGeom>
              <a:avLst/>
              <a:gdLst/>
              <a:ahLst/>
              <a:cxnLst/>
              <a:rect l="l" t="t" r="r" b="b"/>
              <a:pathLst>
                <a:path w="2522" h="1438" extrusionOk="0">
                  <a:moveTo>
                    <a:pt x="1272" y="255"/>
                  </a:moveTo>
                  <a:lnTo>
                    <a:pt x="1327" y="310"/>
                  </a:lnTo>
                  <a:lnTo>
                    <a:pt x="1217" y="310"/>
                  </a:lnTo>
                  <a:lnTo>
                    <a:pt x="1272" y="255"/>
                  </a:lnTo>
                  <a:close/>
                  <a:moveTo>
                    <a:pt x="951" y="575"/>
                  </a:moveTo>
                  <a:lnTo>
                    <a:pt x="951" y="1239"/>
                  </a:lnTo>
                  <a:lnTo>
                    <a:pt x="288" y="1239"/>
                  </a:lnTo>
                  <a:lnTo>
                    <a:pt x="951" y="575"/>
                  </a:lnTo>
                  <a:close/>
                  <a:moveTo>
                    <a:pt x="1582" y="575"/>
                  </a:moveTo>
                  <a:lnTo>
                    <a:pt x="2245" y="1239"/>
                  </a:lnTo>
                  <a:lnTo>
                    <a:pt x="1582" y="1239"/>
                  </a:lnTo>
                  <a:lnTo>
                    <a:pt x="1582" y="575"/>
                  </a:lnTo>
                  <a:close/>
                  <a:moveTo>
                    <a:pt x="1239" y="0"/>
                  </a:moveTo>
                  <a:lnTo>
                    <a:pt x="0" y="1239"/>
                  </a:lnTo>
                  <a:lnTo>
                    <a:pt x="0" y="1438"/>
                  </a:lnTo>
                  <a:lnTo>
                    <a:pt x="2522" y="1438"/>
                  </a:lnTo>
                  <a:lnTo>
                    <a:pt x="2522" y="1239"/>
                  </a:lnTo>
                  <a:lnTo>
                    <a:pt x="1305" y="22"/>
                  </a:lnTo>
                  <a:lnTo>
                    <a:pt x="1283" y="44"/>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39">
              <a:extLst>
                <a:ext uri="{FF2B5EF4-FFF2-40B4-BE49-F238E27FC236}">
                  <a16:creationId xmlns:a16="http://schemas.microsoft.com/office/drawing/2014/main" id="{F33971EF-EB7D-5237-C903-61D744B33A0D}"/>
                </a:ext>
              </a:extLst>
            </p:cNvPr>
            <p:cNvSpPr/>
            <p:nvPr/>
          </p:nvSpPr>
          <p:spPr>
            <a:xfrm>
              <a:off x="2918013" y="2857235"/>
              <a:ext cx="99519" cy="145009"/>
            </a:xfrm>
            <a:custGeom>
              <a:avLst/>
              <a:gdLst/>
              <a:ahLst/>
              <a:cxnLst/>
              <a:rect l="l" t="t" r="r" b="b"/>
              <a:pathLst>
                <a:path w="676" h="985" extrusionOk="0">
                  <a:moveTo>
                    <a:pt x="554" y="1"/>
                  </a:moveTo>
                  <a:lnTo>
                    <a:pt x="554" y="432"/>
                  </a:lnTo>
                  <a:lnTo>
                    <a:pt x="1" y="985"/>
                  </a:lnTo>
                  <a:lnTo>
                    <a:pt x="122" y="985"/>
                  </a:lnTo>
                  <a:lnTo>
                    <a:pt x="675" y="432"/>
                  </a:lnTo>
                  <a:lnTo>
                    <a:pt x="675"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39">
              <a:extLst>
                <a:ext uri="{FF2B5EF4-FFF2-40B4-BE49-F238E27FC236}">
                  <a16:creationId xmlns:a16="http://schemas.microsoft.com/office/drawing/2014/main" id="{33DA0D74-B742-B43D-8682-2903789CC737}"/>
                </a:ext>
              </a:extLst>
            </p:cNvPr>
            <p:cNvSpPr/>
            <p:nvPr/>
          </p:nvSpPr>
          <p:spPr>
            <a:xfrm>
              <a:off x="1732912" y="2855616"/>
              <a:ext cx="1266659" cy="146629"/>
            </a:xfrm>
            <a:custGeom>
              <a:avLst/>
              <a:gdLst/>
              <a:ahLst/>
              <a:cxnLst/>
              <a:rect l="l" t="t" r="r" b="b"/>
              <a:pathLst>
                <a:path w="8604" h="996" extrusionOk="0">
                  <a:moveTo>
                    <a:pt x="1" y="1"/>
                  </a:moveTo>
                  <a:lnTo>
                    <a:pt x="1" y="443"/>
                  </a:lnTo>
                  <a:lnTo>
                    <a:pt x="554" y="996"/>
                  </a:lnTo>
                  <a:lnTo>
                    <a:pt x="8051" y="996"/>
                  </a:lnTo>
                  <a:lnTo>
                    <a:pt x="8604" y="443"/>
                  </a:lnTo>
                  <a:lnTo>
                    <a:pt x="860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39">
              <a:extLst>
                <a:ext uri="{FF2B5EF4-FFF2-40B4-BE49-F238E27FC236}">
                  <a16:creationId xmlns:a16="http://schemas.microsoft.com/office/drawing/2014/main" id="{B6F08A23-46EE-315A-AA1E-816808E933EF}"/>
                </a:ext>
              </a:extLst>
            </p:cNvPr>
            <p:cNvSpPr/>
            <p:nvPr/>
          </p:nvSpPr>
          <p:spPr>
            <a:xfrm>
              <a:off x="1732912" y="2857235"/>
              <a:ext cx="1283001" cy="40926"/>
            </a:xfrm>
            <a:custGeom>
              <a:avLst/>
              <a:gdLst/>
              <a:ahLst/>
              <a:cxnLst/>
              <a:rect l="l" t="t" r="r" b="b"/>
              <a:pathLst>
                <a:path w="8715" h="278" extrusionOk="0">
                  <a:moveTo>
                    <a:pt x="1" y="1"/>
                  </a:moveTo>
                  <a:lnTo>
                    <a:pt x="1" y="277"/>
                  </a:lnTo>
                  <a:lnTo>
                    <a:pt x="8714" y="277"/>
                  </a:lnTo>
                  <a:lnTo>
                    <a:pt x="8714"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39">
              <a:extLst>
                <a:ext uri="{FF2B5EF4-FFF2-40B4-BE49-F238E27FC236}">
                  <a16:creationId xmlns:a16="http://schemas.microsoft.com/office/drawing/2014/main" id="{BB2B1742-09F9-F6D8-30A5-51192C8BA56F}"/>
                </a:ext>
              </a:extLst>
            </p:cNvPr>
            <p:cNvSpPr/>
            <p:nvPr/>
          </p:nvSpPr>
          <p:spPr>
            <a:xfrm>
              <a:off x="1127406" y="2857235"/>
              <a:ext cx="99372" cy="145009"/>
            </a:xfrm>
            <a:custGeom>
              <a:avLst/>
              <a:gdLst/>
              <a:ahLst/>
              <a:cxnLst/>
              <a:rect l="l" t="t" r="r" b="b"/>
              <a:pathLst>
                <a:path w="675" h="985" extrusionOk="0">
                  <a:moveTo>
                    <a:pt x="553" y="1"/>
                  </a:moveTo>
                  <a:lnTo>
                    <a:pt x="553" y="432"/>
                  </a:lnTo>
                  <a:lnTo>
                    <a:pt x="0" y="985"/>
                  </a:lnTo>
                  <a:lnTo>
                    <a:pt x="122" y="985"/>
                  </a:lnTo>
                  <a:lnTo>
                    <a:pt x="675" y="432"/>
                  </a:lnTo>
                  <a:lnTo>
                    <a:pt x="675"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39">
              <a:extLst>
                <a:ext uri="{FF2B5EF4-FFF2-40B4-BE49-F238E27FC236}">
                  <a16:creationId xmlns:a16="http://schemas.microsoft.com/office/drawing/2014/main" id="{A45F56E4-1365-D8BC-3CE4-BD36FBB2AC7A}"/>
                </a:ext>
              </a:extLst>
            </p:cNvPr>
            <p:cNvSpPr/>
            <p:nvPr/>
          </p:nvSpPr>
          <p:spPr>
            <a:xfrm>
              <a:off x="777470" y="2855616"/>
              <a:ext cx="431494" cy="146629"/>
            </a:xfrm>
            <a:custGeom>
              <a:avLst/>
              <a:gdLst/>
              <a:ahLst/>
              <a:cxnLst/>
              <a:rect l="l" t="t" r="r" b="b"/>
              <a:pathLst>
                <a:path w="2931" h="996" extrusionOk="0">
                  <a:moveTo>
                    <a:pt x="0" y="1"/>
                  </a:moveTo>
                  <a:lnTo>
                    <a:pt x="0" y="443"/>
                  </a:lnTo>
                  <a:lnTo>
                    <a:pt x="553" y="996"/>
                  </a:lnTo>
                  <a:lnTo>
                    <a:pt x="2377" y="996"/>
                  </a:lnTo>
                  <a:lnTo>
                    <a:pt x="2930" y="443"/>
                  </a:lnTo>
                  <a:lnTo>
                    <a:pt x="293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39">
              <a:extLst>
                <a:ext uri="{FF2B5EF4-FFF2-40B4-BE49-F238E27FC236}">
                  <a16:creationId xmlns:a16="http://schemas.microsoft.com/office/drawing/2014/main" id="{35E8B62B-C50B-46F7-A7AB-B734F1A203AE}"/>
                </a:ext>
              </a:extLst>
            </p:cNvPr>
            <p:cNvSpPr/>
            <p:nvPr/>
          </p:nvSpPr>
          <p:spPr>
            <a:xfrm>
              <a:off x="777470" y="2857235"/>
              <a:ext cx="449308" cy="40926"/>
            </a:xfrm>
            <a:custGeom>
              <a:avLst/>
              <a:gdLst/>
              <a:ahLst/>
              <a:cxnLst/>
              <a:rect l="l" t="t" r="r" b="b"/>
              <a:pathLst>
                <a:path w="3052" h="278" extrusionOk="0">
                  <a:moveTo>
                    <a:pt x="0" y="1"/>
                  </a:moveTo>
                  <a:lnTo>
                    <a:pt x="0" y="277"/>
                  </a:lnTo>
                  <a:lnTo>
                    <a:pt x="3052" y="277"/>
                  </a:lnTo>
                  <a:lnTo>
                    <a:pt x="3052"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39">
              <a:extLst>
                <a:ext uri="{FF2B5EF4-FFF2-40B4-BE49-F238E27FC236}">
                  <a16:creationId xmlns:a16="http://schemas.microsoft.com/office/drawing/2014/main" id="{D1B617D3-E33C-EE79-E174-07D2FEA32218}"/>
                </a:ext>
              </a:extLst>
            </p:cNvPr>
            <p:cNvSpPr/>
            <p:nvPr/>
          </p:nvSpPr>
          <p:spPr>
            <a:xfrm>
              <a:off x="3930575" y="2852377"/>
              <a:ext cx="18108" cy="149867"/>
            </a:xfrm>
            <a:custGeom>
              <a:avLst/>
              <a:gdLst/>
              <a:ahLst/>
              <a:cxnLst/>
              <a:rect l="l" t="t" r="r" b="b"/>
              <a:pathLst>
                <a:path w="123" h="1018" extrusionOk="0">
                  <a:moveTo>
                    <a:pt x="1" y="1"/>
                  </a:moveTo>
                  <a:lnTo>
                    <a:pt x="1" y="1018"/>
                  </a:lnTo>
                  <a:lnTo>
                    <a:pt x="122" y="1018"/>
                  </a:lnTo>
                  <a:lnTo>
                    <a:pt x="12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39">
              <a:extLst>
                <a:ext uri="{FF2B5EF4-FFF2-40B4-BE49-F238E27FC236}">
                  <a16:creationId xmlns:a16="http://schemas.microsoft.com/office/drawing/2014/main" id="{0A060654-33F4-66F3-2C64-63CD44522DAB}"/>
                </a:ext>
              </a:extLst>
            </p:cNvPr>
            <p:cNvSpPr/>
            <p:nvPr/>
          </p:nvSpPr>
          <p:spPr>
            <a:xfrm>
              <a:off x="3546485" y="2855616"/>
              <a:ext cx="384238" cy="146629"/>
            </a:xfrm>
            <a:custGeom>
              <a:avLst/>
              <a:gdLst/>
              <a:ahLst/>
              <a:cxnLst/>
              <a:rect l="l" t="t" r="r" b="b"/>
              <a:pathLst>
                <a:path w="2610" h="996" extrusionOk="0">
                  <a:moveTo>
                    <a:pt x="0" y="1"/>
                  </a:moveTo>
                  <a:lnTo>
                    <a:pt x="0" y="443"/>
                  </a:lnTo>
                  <a:lnTo>
                    <a:pt x="553" y="996"/>
                  </a:lnTo>
                  <a:lnTo>
                    <a:pt x="2610" y="996"/>
                  </a:lnTo>
                  <a:lnTo>
                    <a:pt x="261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39">
              <a:extLst>
                <a:ext uri="{FF2B5EF4-FFF2-40B4-BE49-F238E27FC236}">
                  <a16:creationId xmlns:a16="http://schemas.microsoft.com/office/drawing/2014/main" id="{08FEC52F-660B-4A89-B7E2-6D18A5DFE94B}"/>
                </a:ext>
              </a:extLst>
            </p:cNvPr>
            <p:cNvSpPr/>
            <p:nvPr/>
          </p:nvSpPr>
          <p:spPr>
            <a:xfrm>
              <a:off x="3548104" y="2857235"/>
              <a:ext cx="400579" cy="40926"/>
            </a:xfrm>
            <a:custGeom>
              <a:avLst/>
              <a:gdLst/>
              <a:ahLst/>
              <a:cxnLst/>
              <a:rect l="l" t="t" r="r" b="b"/>
              <a:pathLst>
                <a:path w="2721" h="278" extrusionOk="0">
                  <a:moveTo>
                    <a:pt x="0" y="1"/>
                  </a:moveTo>
                  <a:lnTo>
                    <a:pt x="0" y="277"/>
                  </a:lnTo>
                  <a:lnTo>
                    <a:pt x="2720" y="277"/>
                  </a:lnTo>
                  <a:lnTo>
                    <a:pt x="27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39">
              <a:extLst>
                <a:ext uri="{FF2B5EF4-FFF2-40B4-BE49-F238E27FC236}">
                  <a16:creationId xmlns:a16="http://schemas.microsoft.com/office/drawing/2014/main" id="{2FDE39B2-628C-31F6-2FAD-BEE91B589D90}"/>
                </a:ext>
              </a:extLst>
            </p:cNvPr>
            <p:cNvSpPr/>
            <p:nvPr/>
          </p:nvSpPr>
          <p:spPr>
            <a:xfrm>
              <a:off x="839301" y="2857235"/>
              <a:ext cx="2900921" cy="88036"/>
            </a:xfrm>
            <a:custGeom>
              <a:avLst/>
              <a:gdLst/>
              <a:ahLst/>
              <a:cxnLst/>
              <a:rect l="l" t="t" r="r" b="b"/>
              <a:pathLst>
                <a:path w="19705" h="598" extrusionOk="0">
                  <a:moveTo>
                    <a:pt x="0" y="1"/>
                  </a:moveTo>
                  <a:lnTo>
                    <a:pt x="0" y="598"/>
                  </a:lnTo>
                  <a:lnTo>
                    <a:pt x="19705" y="598"/>
                  </a:lnTo>
                  <a:lnTo>
                    <a:pt x="197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39">
              <a:extLst>
                <a:ext uri="{FF2B5EF4-FFF2-40B4-BE49-F238E27FC236}">
                  <a16:creationId xmlns:a16="http://schemas.microsoft.com/office/drawing/2014/main" id="{E8363053-580B-4BD3-40FD-7636CEEF1A6C}"/>
                </a:ext>
              </a:extLst>
            </p:cNvPr>
            <p:cNvSpPr/>
            <p:nvPr/>
          </p:nvSpPr>
          <p:spPr>
            <a:xfrm>
              <a:off x="2641391" y="2857235"/>
              <a:ext cx="99372" cy="145009"/>
            </a:xfrm>
            <a:custGeom>
              <a:avLst/>
              <a:gdLst/>
              <a:ahLst/>
              <a:cxnLst/>
              <a:rect l="l" t="t" r="r" b="b"/>
              <a:pathLst>
                <a:path w="675" h="985" extrusionOk="0">
                  <a:moveTo>
                    <a:pt x="553" y="1"/>
                  </a:moveTo>
                  <a:lnTo>
                    <a:pt x="553" y="432"/>
                  </a:lnTo>
                  <a:lnTo>
                    <a:pt x="0" y="985"/>
                  </a:lnTo>
                  <a:lnTo>
                    <a:pt x="122" y="985"/>
                  </a:lnTo>
                  <a:lnTo>
                    <a:pt x="675" y="432"/>
                  </a:lnTo>
                  <a:lnTo>
                    <a:pt x="67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39">
              <a:extLst>
                <a:ext uri="{FF2B5EF4-FFF2-40B4-BE49-F238E27FC236}">
                  <a16:creationId xmlns:a16="http://schemas.microsoft.com/office/drawing/2014/main" id="{76DC5D4E-CA7F-39A5-BDDA-4C2F411ED323}"/>
                </a:ext>
              </a:extLst>
            </p:cNvPr>
            <p:cNvSpPr/>
            <p:nvPr/>
          </p:nvSpPr>
          <p:spPr>
            <a:xfrm>
              <a:off x="1430232" y="2855616"/>
              <a:ext cx="1292570" cy="146629"/>
            </a:xfrm>
            <a:custGeom>
              <a:avLst/>
              <a:gdLst/>
              <a:ahLst/>
              <a:cxnLst/>
              <a:rect l="l" t="t" r="r" b="b"/>
              <a:pathLst>
                <a:path w="8780" h="996" extrusionOk="0">
                  <a:moveTo>
                    <a:pt x="0" y="1"/>
                  </a:moveTo>
                  <a:lnTo>
                    <a:pt x="0" y="443"/>
                  </a:lnTo>
                  <a:lnTo>
                    <a:pt x="542" y="996"/>
                  </a:lnTo>
                  <a:lnTo>
                    <a:pt x="8227" y="996"/>
                  </a:lnTo>
                  <a:lnTo>
                    <a:pt x="8780" y="443"/>
                  </a:lnTo>
                  <a:lnTo>
                    <a:pt x="878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39">
              <a:extLst>
                <a:ext uri="{FF2B5EF4-FFF2-40B4-BE49-F238E27FC236}">
                  <a16:creationId xmlns:a16="http://schemas.microsoft.com/office/drawing/2014/main" id="{B5713F0C-1C24-B25B-2890-47919CF2E40D}"/>
                </a:ext>
              </a:extLst>
            </p:cNvPr>
            <p:cNvSpPr/>
            <p:nvPr/>
          </p:nvSpPr>
          <p:spPr>
            <a:xfrm>
              <a:off x="1430232" y="2857235"/>
              <a:ext cx="1310530" cy="40926"/>
            </a:xfrm>
            <a:custGeom>
              <a:avLst/>
              <a:gdLst/>
              <a:ahLst/>
              <a:cxnLst/>
              <a:rect l="l" t="t" r="r" b="b"/>
              <a:pathLst>
                <a:path w="8902" h="278" extrusionOk="0">
                  <a:moveTo>
                    <a:pt x="0" y="1"/>
                  </a:moveTo>
                  <a:lnTo>
                    <a:pt x="0" y="277"/>
                  </a:lnTo>
                  <a:lnTo>
                    <a:pt x="8902" y="277"/>
                  </a:lnTo>
                  <a:lnTo>
                    <a:pt x="89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39">
              <a:extLst>
                <a:ext uri="{FF2B5EF4-FFF2-40B4-BE49-F238E27FC236}">
                  <a16:creationId xmlns:a16="http://schemas.microsoft.com/office/drawing/2014/main" id="{FD7789D3-A2AB-9B2A-258A-5E4553496524}"/>
                </a:ext>
              </a:extLst>
            </p:cNvPr>
            <p:cNvSpPr/>
            <p:nvPr/>
          </p:nvSpPr>
          <p:spPr>
            <a:xfrm>
              <a:off x="2605470" y="2948510"/>
              <a:ext cx="22966" cy="13102"/>
            </a:xfrm>
            <a:custGeom>
              <a:avLst/>
              <a:gdLst/>
              <a:ahLst/>
              <a:cxnLst/>
              <a:rect l="l" t="t" r="r" b="b"/>
              <a:pathLst>
                <a:path w="156" h="89" extrusionOk="0">
                  <a:moveTo>
                    <a:pt x="1" y="0"/>
                  </a:moveTo>
                  <a:lnTo>
                    <a:pt x="1" y="89"/>
                  </a:lnTo>
                  <a:lnTo>
                    <a:pt x="111" y="89"/>
                  </a:lnTo>
                  <a:cubicBezTo>
                    <a:pt x="133" y="89"/>
                    <a:pt x="145" y="66"/>
                    <a:pt x="156" y="44"/>
                  </a:cubicBezTo>
                  <a:cubicBezTo>
                    <a:pt x="156" y="22"/>
                    <a:pt x="133" y="0"/>
                    <a:pt x="11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39">
              <a:extLst>
                <a:ext uri="{FF2B5EF4-FFF2-40B4-BE49-F238E27FC236}">
                  <a16:creationId xmlns:a16="http://schemas.microsoft.com/office/drawing/2014/main" id="{5869E6B2-59D2-804E-919A-4283A6A538E5}"/>
                </a:ext>
              </a:extLst>
            </p:cNvPr>
            <p:cNvSpPr/>
            <p:nvPr/>
          </p:nvSpPr>
          <p:spPr>
            <a:xfrm>
              <a:off x="2602231" y="2922453"/>
              <a:ext cx="26205" cy="13102"/>
            </a:xfrm>
            <a:custGeom>
              <a:avLst/>
              <a:gdLst/>
              <a:ahLst/>
              <a:cxnLst/>
              <a:rect l="l" t="t" r="r" b="b"/>
              <a:pathLst>
                <a:path w="178" h="89" extrusionOk="0">
                  <a:moveTo>
                    <a:pt x="1" y="0"/>
                  </a:moveTo>
                  <a:lnTo>
                    <a:pt x="1" y="89"/>
                  </a:lnTo>
                  <a:lnTo>
                    <a:pt x="133" y="89"/>
                  </a:lnTo>
                  <a:cubicBezTo>
                    <a:pt x="155" y="89"/>
                    <a:pt x="178" y="67"/>
                    <a:pt x="178" y="44"/>
                  </a:cubicBezTo>
                  <a:cubicBezTo>
                    <a:pt x="178" y="22"/>
                    <a:pt x="155" y="0"/>
                    <a:pt x="1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39">
              <a:extLst>
                <a:ext uri="{FF2B5EF4-FFF2-40B4-BE49-F238E27FC236}">
                  <a16:creationId xmlns:a16="http://schemas.microsoft.com/office/drawing/2014/main" id="{8EE8B532-B2BC-930F-DF8D-9AB36F42E5F6}"/>
                </a:ext>
              </a:extLst>
            </p:cNvPr>
            <p:cNvSpPr/>
            <p:nvPr/>
          </p:nvSpPr>
          <p:spPr>
            <a:xfrm>
              <a:off x="2600612" y="2896395"/>
              <a:ext cx="27824" cy="13102"/>
            </a:xfrm>
            <a:custGeom>
              <a:avLst/>
              <a:gdLst/>
              <a:ahLst/>
              <a:cxnLst/>
              <a:rect l="l" t="t" r="r" b="b"/>
              <a:pathLst>
                <a:path w="189" h="89" extrusionOk="0">
                  <a:moveTo>
                    <a:pt x="1" y="0"/>
                  </a:moveTo>
                  <a:lnTo>
                    <a:pt x="1" y="89"/>
                  </a:lnTo>
                  <a:lnTo>
                    <a:pt x="144" y="89"/>
                  </a:lnTo>
                  <a:cubicBezTo>
                    <a:pt x="166" y="89"/>
                    <a:pt x="178" y="78"/>
                    <a:pt x="189" y="44"/>
                  </a:cubicBezTo>
                  <a:cubicBezTo>
                    <a:pt x="189" y="22"/>
                    <a:pt x="166" y="0"/>
                    <a:pt x="14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39">
              <a:extLst>
                <a:ext uri="{FF2B5EF4-FFF2-40B4-BE49-F238E27FC236}">
                  <a16:creationId xmlns:a16="http://schemas.microsoft.com/office/drawing/2014/main" id="{834529FB-5DC1-E83D-CB30-5EF7250C32BF}"/>
                </a:ext>
              </a:extLst>
            </p:cNvPr>
            <p:cNvSpPr/>
            <p:nvPr/>
          </p:nvSpPr>
          <p:spPr>
            <a:xfrm>
              <a:off x="1519741" y="2948510"/>
              <a:ext cx="1098979" cy="13102"/>
            </a:xfrm>
            <a:custGeom>
              <a:avLst/>
              <a:gdLst/>
              <a:ahLst/>
              <a:cxnLst/>
              <a:rect l="l" t="t" r="r" b="b"/>
              <a:pathLst>
                <a:path w="7465" h="89" extrusionOk="0">
                  <a:moveTo>
                    <a:pt x="0" y="0"/>
                  </a:moveTo>
                  <a:lnTo>
                    <a:pt x="0" y="89"/>
                  </a:lnTo>
                  <a:lnTo>
                    <a:pt x="7420" y="89"/>
                  </a:lnTo>
                  <a:cubicBezTo>
                    <a:pt x="7442" y="89"/>
                    <a:pt x="7464" y="66"/>
                    <a:pt x="7464" y="44"/>
                  </a:cubicBezTo>
                  <a:cubicBezTo>
                    <a:pt x="7464" y="22"/>
                    <a:pt x="7442" y="0"/>
                    <a:pt x="74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39">
              <a:extLst>
                <a:ext uri="{FF2B5EF4-FFF2-40B4-BE49-F238E27FC236}">
                  <a16:creationId xmlns:a16="http://schemas.microsoft.com/office/drawing/2014/main" id="{F91A611D-7F90-6FF3-8E5C-998A75738365}"/>
                </a:ext>
              </a:extLst>
            </p:cNvPr>
            <p:cNvSpPr/>
            <p:nvPr/>
          </p:nvSpPr>
          <p:spPr>
            <a:xfrm>
              <a:off x="1519741" y="2922453"/>
              <a:ext cx="1098979" cy="13102"/>
            </a:xfrm>
            <a:custGeom>
              <a:avLst/>
              <a:gdLst/>
              <a:ahLst/>
              <a:cxnLst/>
              <a:rect l="l" t="t" r="r" b="b"/>
              <a:pathLst>
                <a:path w="7465" h="89" extrusionOk="0">
                  <a:moveTo>
                    <a:pt x="0" y="0"/>
                  </a:moveTo>
                  <a:lnTo>
                    <a:pt x="0" y="89"/>
                  </a:lnTo>
                  <a:lnTo>
                    <a:pt x="7420" y="89"/>
                  </a:lnTo>
                  <a:cubicBezTo>
                    <a:pt x="7442" y="89"/>
                    <a:pt x="7464" y="67"/>
                    <a:pt x="7464" y="44"/>
                  </a:cubicBezTo>
                  <a:cubicBezTo>
                    <a:pt x="7464" y="22"/>
                    <a:pt x="7442" y="0"/>
                    <a:pt x="74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39">
              <a:extLst>
                <a:ext uri="{FF2B5EF4-FFF2-40B4-BE49-F238E27FC236}">
                  <a16:creationId xmlns:a16="http://schemas.microsoft.com/office/drawing/2014/main" id="{EF4B3FCC-7104-D3B0-3944-707E8BB971A0}"/>
                </a:ext>
              </a:extLst>
            </p:cNvPr>
            <p:cNvSpPr/>
            <p:nvPr/>
          </p:nvSpPr>
          <p:spPr>
            <a:xfrm>
              <a:off x="1519741" y="2896395"/>
              <a:ext cx="1098979" cy="13102"/>
            </a:xfrm>
            <a:custGeom>
              <a:avLst/>
              <a:gdLst/>
              <a:ahLst/>
              <a:cxnLst/>
              <a:rect l="l" t="t" r="r" b="b"/>
              <a:pathLst>
                <a:path w="7465" h="89" extrusionOk="0">
                  <a:moveTo>
                    <a:pt x="0" y="0"/>
                  </a:moveTo>
                  <a:lnTo>
                    <a:pt x="0" y="89"/>
                  </a:lnTo>
                  <a:lnTo>
                    <a:pt x="7420" y="89"/>
                  </a:lnTo>
                  <a:cubicBezTo>
                    <a:pt x="7442" y="89"/>
                    <a:pt x="7464" y="78"/>
                    <a:pt x="7464" y="44"/>
                  </a:cubicBezTo>
                  <a:cubicBezTo>
                    <a:pt x="7464" y="22"/>
                    <a:pt x="7442" y="0"/>
                    <a:pt x="74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39">
              <a:extLst>
                <a:ext uri="{FF2B5EF4-FFF2-40B4-BE49-F238E27FC236}">
                  <a16:creationId xmlns:a16="http://schemas.microsoft.com/office/drawing/2014/main" id="{226A8034-C20B-73C3-1D62-87175A9C2F0B}"/>
                </a:ext>
              </a:extLst>
            </p:cNvPr>
            <p:cNvSpPr/>
            <p:nvPr/>
          </p:nvSpPr>
          <p:spPr>
            <a:xfrm>
              <a:off x="845779" y="2857235"/>
              <a:ext cx="97752" cy="145009"/>
            </a:xfrm>
            <a:custGeom>
              <a:avLst/>
              <a:gdLst/>
              <a:ahLst/>
              <a:cxnLst/>
              <a:rect l="l" t="t" r="r" b="b"/>
              <a:pathLst>
                <a:path w="664" h="985" extrusionOk="0">
                  <a:moveTo>
                    <a:pt x="542" y="1"/>
                  </a:moveTo>
                  <a:lnTo>
                    <a:pt x="542" y="432"/>
                  </a:lnTo>
                  <a:lnTo>
                    <a:pt x="1" y="985"/>
                  </a:lnTo>
                  <a:lnTo>
                    <a:pt x="111" y="985"/>
                  </a:lnTo>
                  <a:lnTo>
                    <a:pt x="664" y="432"/>
                  </a:lnTo>
                  <a:lnTo>
                    <a:pt x="6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39">
              <a:extLst>
                <a:ext uri="{FF2B5EF4-FFF2-40B4-BE49-F238E27FC236}">
                  <a16:creationId xmlns:a16="http://schemas.microsoft.com/office/drawing/2014/main" id="{D4095142-D46E-6E2D-E3D1-6ED7626602D0}"/>
                </a:ext>
              </a:extLst>
            </p:cNvPr>
            <p:cNvSpPr/>
            <p:nvPr/>
          </p:nvSpPr>
          <p:spPr>
            <a:xfrm>
              <a:off x="494223" y="2855616"/>
              <a:ext cx="431494" cy="146629"/>
            </a:xfrm>
            <a:custGeom>
              <a:avLst/>
              <a:gdLst/>
              <a:ahLst/>
              <a:cxnLst/>
              <a:rect l="l" t="t" r="r" b="b"/>
              <a:pathLst>
                <a:path w="2931" h="996" extrusionOk="0">
                  <a:moveTo>
                    <a:pt x="0" y="1"/>
                  </a:moveTo>
                  <a:lnTo>
                    <a:pt x="0" y="443"/>
                  </a:lnTo>
                  <a:lnTo>
                    <a:pt x="553" y="996"/>
                  </a:lnTo>
                  <a:lnTo>
                    <a:pt x="2389" y="996"/>
                  </a:lnTo>
                  <a:lnTo>
                    <a:pt x="2930" y="443"/>
                  </a:lnTo>
                  <a:lnTo>
                    <a:pt x="293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39">
              <a:extLst>
                <a:ext uri="{FF2B5EF4-FFF2-40B4-BE49-F238E27FC236}">
                  <a16:creationId xmlns:a16="http://schemas.microsoft.com/office/drawing/2014/main" id="{81C6431F-6CC3-A6C8-BE94-A5D4DFCDA084}"/>
                </a:ext>
              </a:extLst>
            </p:cNvPr>
            <p:cNvSpPr/>
            <p:nvPr/>
          </p:nvSpPr>
          <p:spPr>
            <a:xfrm>
              <a:off x="494223" y="2857235"/>
              <a:ext cx="449308" cy="40926"/>
            </a:xfrm>
            <a:custGeom>
              <a:avLst/>
              <a:gdLst/>
              <a:ahLst/>
              <a:cxnLst/>
              <a:rect l="l" t="t" r="r" b="b"/>
              <a:pathLst>
                <a:path w="3052" h="278" extrusionOk="0">
                  <a:moveTo>
                    <a:pt x="0" y="1"/>
                  </a:moveTo>
                  <a:lnTo>
                    <a:pt x="0" y="277"/>
                  </a:lnTo>
                  <a:lnTo>
                    <a:pt x="3052" y="277"/>
                  </a:lnTo>
                  <a:lnTo>
                    <a:pt x="305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39">
              <a:extLst>
                <a:ext uri="{FF2B5EF4-FFF2-40B4-BE49-F238E27FC236}">
                  <a16:creationId xmlns:a16="http://schemas.microsoft.com/office/drawing/2014/main" id="{0764EED2-E5F1-F177-C9CC-CC3216E43F43}"/>
                </a:ext>
              </a:extLst>
            </p:cNvPr>
            <p:cNvSpPr/>
            <p:nvPr/>
          </p:nvSpPr>
          <p:spPr>
            <a:xfrm>
              <a:off x="808385" y="2948510"/>
              <a:ext cx="22819" cy="13102"/>
            </a:xfrm>
            <a:custGeom>
              <a:avLst/>
              <a:gdLst/>
              <a:ahLst/>
              <a:cxnLst/>
              <a:rect l="l" t="t" r="r" b="b"/>
              <a:pathLst>
                <a:path w="155" h="89" extrusionOk="0">
                  <a:moveTo>
                    <a:pt x="0" y="0"/>
                  </a:moveTo>
                  <a:lnTo>
                    <a:pt x="0" y="89"/>
                  </a:lnTo>
                  <a:lnTo>
                    <a:pt x="111" y="89"/>
                  </a:lnTo>
                  <a:cubicBezTo>
                    <a:pt x="133" y="89"/>
                    <a:pt x="155" y="66"/>
                    <a:pt x="155" y="44"/>
                  </a:cubicBezTo>
                  <a:cubicBezTo>
                    <a:pt x="155" y="22"/>
                    <a:pt x="133" y="0"/>
                    <a:pt x="11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39">
              <a:extLst>
                <a:ext uri="{FF2B5EF4-FFF2-40B4-BE49-F238E27FC236}">
                  <a16:creationId xmlns:a16="http://schemas.microsoft.com/office/drawing/2014/main" id="{CE79E7BF-B0DE-3A04-363A-D51A8D5A7811}"/>
                </a:ext>
              </a:extLst>
            </p:cNvPr>
            <p:cNvSpPr/>
            <p:nvPr/>
          </p:nvSpPr>
          <p:spPr>
            <a:xfrm>
              <a:off x="806766" y="2922453"/>
              <a:ext cx="24438" cy="13102"/>
            </a:xfrm>
            <a:custGeom>
              <a:avLst/>
              <a:gdLst/>
              <a:ahLst/>
              <a:cxnLst/>
              <a:rect l="l" t="t" r="r" b="b"/>
              <a:pathLst>
                <a:path w="166" h="89" extrusionOk="0">
                  <a:moveTo>
                    <a:pt x="0" y="0"/>
                  </a:moveTo>
                  <a:lnTo>
                    <a:pt x="0" y="89"/>
                  </a:lnTo>
                  <a:lnTo>
                    <a:pt x="122" y="89"/>
                  </a:lnTo>
                  <a:cubicBezTo>
                    <a:pt x="144" y="89"/>
                    <a:pt x="166" y="67"/>
                    <a:pt x="166" y="44"/>
                  </a:cubicBezTo>
                  <a:cubicBezTo>
                    <a:pt x="166" y="22"/>
                    <a:pt x="144" y="0"/>
                    <a:pt x="1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39">
              <a:extLst>
                <a:ext uri="{FF2B5EF4-FFF2-40B4-BE49-F238E27FC236}">
                  <a16:creationId xmlns:a16="http://schemas.microsoft.com/office/drawing/2014/main" id="{8EFD35C4-5868-A181-C7B0-FFDB43572EEE}"/>
                </a:ext>
              </a:extLst>
            </p:cNvPr>
            <p:cNvSpPr/>
            <p:nvPr/>
          </p:nvSpPr>
          <p:spPr>
            <a:xfrm>
              <a:off x="805147" y="2896395"/>
              <a:ext cx="26057" cy="13102"/>
            </a:xfrm>
            <a:custGeom>
              <a:avLst/>
              <a:gdLst/>
              <a:ahLst/>
              <a:cxnLst/>
              <a:rect l="l" t="t" r="r" b="b"/>
              <a:pathLst>
                <a:path w="177" h="89" extrusionOk="0">
                  <a:moveTo>
                    <a:pt x="0" y="0"/>
                  </a:moveTo>
                  <a:lnTo>
                    <a:pt x="0" y="89"/>
                  </a:lnTo>
                  <a:lnTo>
                    <a:pt x="133" y="89"/>
                  </a:lnTo>
                  <a:cubicBezTo>
                    <a:pt x="155" y="89"/>
                    <a:pt x="177" y="78"/>
                    <a:pt x="177" y="44"/>
                  </a:cubicBezTo>
                  <a:cubicBezTo>
                    <a:pt x="177" y="22"/>
                    <a:pt x="155" y="0"/>
                    <a:pt x="1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39">
              <a:extLst>
                <a:ext uri="{FF2B5EF4-FFF2-40B4-BE49-F238E27FC236}">
                  <a16:creationId xmlns:a16="http://schemas.microsoft.com/office/drawing/2014/main" id="{B4E940DE-6EEF-12D5-A998-70CC341F91BC}"/>
                </a:ext>
              </a:extLst>
            </p:cNvPr>
            <p:cNvSpPr/>
            <p:nvPr/>
          </p:nvSpPr>
          <p:spPr>
            <a:xfrm>
              <a:off x="583731" y="2948510"/>
              <a:ext cx="237756" cy="13102"/>
            </a:xfrm>
            <a:custGeom>
              <a:avLst/>
              <a:gdLst/>
              <a:ahLst/>
              <a:cxnLst/>
              <a:rect l="l" t="t" r="r" b="b"/>
              <a:pathLst>
                <a:path w="1615" h="89" extrusionOk="0">
                  <a:moveTo>
                    <a:pt x="0" y="0"/>
                  </a:moveTo>
                  <a:lnTo>
                    <a:pt x="0" y="89"/>
                  </a:lnTo>
                  <a:lnTo>
                    <a:pt x="1570" y="89"/>
                  </a:lnTo>
                  <a:cubicBezTo>
                    <a:pt x="1593" y="89"/>
                    <a:pt x="1615" y="66"/>
                    <a:pt x="1615" y="44"/>
                  </a:cubicBezTo>
                  <a:cubicBezTo>
                    <a:pt x="1615" y="22"/>
                    <a:pt x="1593" y="0"/>
                    <a:pt x="15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39">
              <a:extLst>
                <a:ext uri="{FF2B5EF4-FFF2-40B4-BE49-F238E27FC236}">
                  <a16:creationId xmlns:a16="http://schemas.microsoft.com/office/drawing/2014/main" id="{A7FAE5A5-C546-70EA-0558-C09E5A810B4B}"/>
                </a:ext>
              </a:extLst>
            </p:cNvPr>
            <p:cNvSpPr/>
            <p:nvPr/>
          </p:nvSpPr>
          <p:spPr>
            <a:xfrm>
              <a:off x="583731" y="2922453"/>
              <a:ext cx="237756" cy="13102"/>
            </a:xfrm>
            <a:custGeom>
              <a:avLst/>
              <a:gdLst/>
              <a:ahLst/>
              <a:cxnLst/>
              <a:rect l="l" t="t" r="r" b="b"/>
              <a:pathLst>
                <a:path w="1615" h="89" extrusionOk="0">
                  <a:moveTo>
                    <a:pt x="0" y="0"/>
                  </a:moveTo>
                  <a:lnTo>
                    <a:pt x="0" y="89"/>
                  </a:lnTo>
                  <a:lnTo>
                    <a:pt x="1570" y="89"/>
                  </a:lnTo>
                  <a:cubicBezTo>
                    <a:pt x="1593" y="89"/>
                    <a:pt x="1615" y="67"/>
                    <a:pt x="1615" y="44"/>
                  </a:cubicBezTo>
                  <a:cubicBezTo>
                    <a:pt x="1615" y="22"/>
                    <a:pt x="1593" y="0"/>
                    <a:pt x="15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39">
              <a:extLst>
                <a:ext uri="{FF2B5EF4-FFF2-40B4-BE49-F238E27FC236}">
                  <a16:creationId xmlns:a16="http://schemas.microsoft.com/office/drawing/2014/main" id="{1AD540B6-02D7-D814-4168-6806F7E41939}"/>
                </a:ext>
              </a:extLst>
            </p:cNvPr>
            <p:cNvSpPr/>
            <p:nvPr/>
          </p:nvSpPr>
          <p:spPr>
            <a:xfrm>
              <a:off x="583731" y="2896395"/>
              <a:ext cx="237756" cy="13102"/>
            </a:xfrm>
            <a:custGeom>
              <a:avLst/>
              <a:gdLst/>
              <a:ahLst/>
              <a:cxnLst/>
              <a:rect l="l" t="t" r="r" b="b"/>
              <a:pathLst>
                <a:path w="1615" h="89" extrusionOk="0">
                  <a:moveTo>
                    <a:pt x="0" y="0"/>
                  </a:moveTo>
                  <a:lnTo>
                    <a:pt x="0" y="89"/>
                  </a:lnTo>
                  <a:lnTo>
                    <a:pt x="1570" y="89"/>
                  </a:lnTo>
                  <a:cubicBezTo>
                    <a:pt x="1593" y="89"/>
                    <a:pt x="1615" y="78"/>
                    <a:pt x="1615" y="44"/>
                  </a:cubicBezTo>
                  <a:cubicBezTo>
                    <a:pt x="1615" y="22"/>
                    <a:pt x="1593" y="0"/>
                    <a:pt x="15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39">
              <a:extLst>
                <a:ext uri="{FF2B5EF4-FFF2-40B4-BE49-F238E27FC236}">
                  <a16:creationId xmlns:a16="http://schemas.microsoft.com/office/drawing/2014/main" id="{B50B2353-4817-1D72-2E9E-AF04B645AEEB}"/>
                </a:ext>
              </a:extLst>
            </p:cNvPr>
            <p:cNvSpPr/>
            <p:nvPr/>
          </p:nvSpPr>
          <p:spPr>
            <a:xfrm>
              <a:off x="3647329" y="2852377"/>
              <a:ext cx="18108" cy="149867"/>
            </a:xfrm>
            <a:custGeom>
              <a:avLst/>
              <a:gdLst/>
              <a:ahLst/>
              <a:cxnLst/>
              <a:rect l="l" t="t" r="r" b="b"/>
              <a:pathLst>
                <a:path w="123" h="1018" extrusionOk="0">
                  <a:moveTo>
                    <a:pt x="1" y="1"/>
                  </a:moveTo>
                  <a:lnTo>
                    <a:pt x="1" y="1018"/>
                  </a:lnTo>
                  <a:lnTo>
                    <a:pt x="122" y="1018"/>
                  </a:lnTo>
                  <a:lnTo>
                    <a:pt x="12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39">
              <a:extLst>
                <a:ext uri="{FF2B5EF4-FFF2-40B4-BE49-F238E27FC236}">
                  <a16:creationId xmlns:a16="http://schemas.microsoft.com/office/drawing/2014/main" id="{75E953E9-C9E5-A9B8-B579-1F764262B4A0}"/>
                </a:ext>
              </a:extLst>
            </p:cNvPr>
            <p:cNvSpPr/>
            <p:nvPr/>
          </p:nvSpPr>
          <p:spPr>
            <a:xfrm>
              <a:off x="3238800" y="2855616"/>
              <a:ext cx="408676" cy="146629"/>
            </a:xfrm>
            <a:custGeom>
              <a:avLst/>
              <a:gdLst/>
              <a:ahLst/>
              <a:cxnLst/>
              <a:rect l="l" t="t" r="r" b="b"/>
              <a:pathLst>
                <a:path w="2776" h="996" extrusionOk="0">
                  <a:moveTo>
                    <a:pt x="0" y="1"/>
                  </a:moveTo>
                  <a:lnTo>
                    <a:pt x="0" y="443"/>
                  </a:lnTo>
                  <a:lnTo>
                    <a:pt x="553" y="996"/>
                  </a:lnTo>
                  <a:lnTo>
                    <a:pt x="2776" y="996"/>
                  </a:lnTo>
                  <a:lnTo>
                    <a:pt x="277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39">
              <a:extLst>
                <a:ext uri="{FF2B5EF4-FFF2-40B4-BE49-F238E27FC236}">
                  <a16:creationId xmlns:a16="http://schemas.microsoft.com/office/drawing/2014/main" id="{49514BFA-677C-8A9B-1552-B63311A8AA7B}"/>
                </a:ext>
              </a:extLst>
            </p:cNvPr>
            <p:cNvSpPr/>
            <p:nvPr/>
          </p:nvSpPr>
          <p:spPr>
            <a:xfrm>
              <a:off x="3240419" y="2857235"/>
              <a:ext cx="425017" cy="40926"/>
            </a:xfrm>
            <a:custGeom>
              <a:avLst/>
              <a:gdLst/>
              <a:ahLst/>
              <a:cxnLst/>
              <a:rect l="l" t="t" r="r" b="b"/>
              <a:pathLst>
                <a:path w="2887" h="278" extrusionOk="0">
                  <a:moveTo>
                    <a:pt x="0" y="1"/>
                  </a:moveTo>
                  <a:lnTo>
                    <a:pt x="0" y="277"/>
                  </a:lnTo>
                  <a:lnTo>
                    <a:pt x="2886" y="277"/>
                  </a:lnTo>
                  <a:lnTo>
                    <a:pt x="288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39">
              <a:extLst>
                <a:ext uri="{FF2B5EF4-FFF2-40B4-BE49-F238E27FC236}">
                  <a16:creationId xmlns:a16="http://schemas.microsoft.com/office/drawing/2014/main" id="{1AC27DA4-4E3B-05C4-EBFD-C755A2271FCC}"/>
                </a:ext>
              </a:extLst>
            </p:cNvPr>
            <p:cNvSpPr/>
            <p:nvPr/>
          </p:nvSpPr>
          <p:spPr>
            <a:xfrm>
              <a:off x="3585497" y="2948510"/>
              <a:ext cx="22966" cy="13102"/>
            </a:xfrm>
            <a:custGeom>
              <a:avLst/>
              <a:gdLst/>
              <a:ahLst/>
              <a:cxnLst/>
              <a:rect l="l" t="t" r="r" b="b"/>
              <a:pathLst>
                <a:path w="156" h="89" extrusionOk="0">
                  <a:moveTo>
                    <a:pt x="0" y="0"/>
                  </a:moveTo>
                  <a:lnTo>
                    <a:pt x="0" y="89"/>
                  </a:lnTo>
                  <a:lnTo>
                    <a:pt x="111" y="89"/>
                  </a:lnTo>
                  <a:cubicBezTo>
                    <a:pt x="133" y="89"/>
                    <a:pt x="155" y="66"/>
                    <a:pt x="155" y="44"/>
                  </a:cubicBezTo>
                  <a:cubicBezTo>
                    <a:pt x="155" y="22"/>
                    <a:pt x="133" y="0"/>
                    <a:pt x="11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39">
              <a:extLst>
                <a:ext uri="{FF2B5EF4-FFF2-40B4-BE49-F238E27FC236}">
                  <a16:creationId xmlns:a16="http://schemas.microsoft.com/office/drawing/2014/main" id="{B67C0F1F-3D00-4718-05CB-E9522A37C167}"/>
                </a:ext>
              </a:extLst>
            </p:cNvPr>
            <p:cNvSpPr/>
            <p:nvPr/>
          </p:nvSpPr>
          <p:spPr>
            <a:xfrm>
              <a:off x="3582258" y="2922453"/>
              <a:ext cx="26205" cy="13102"/>
            </a:xfrm>
            <a:custGeom>
              <a:avLst/>
              <a:gdLst/>
              <a:ahLst/>
              <a:cxnLst/>
              <a:rect l="l" t="t" r="r" b="b"/>
              <a:pathLst>
                <a:path w="178" h="89" extrusionOk="0">
                  <a:moveTo>
                    <a:pt x="0" y="0"/>
                  </a:moveTo>
                  <a:lnTo>
                    <a:pt x="0" y="89"/>
                  </a:lnTo>
                  <a:lnTo>
                    <a:pt x="133" y="89"/>
                  </a:lnTo>
                  <a:cubicBezTo>
                    <a:pt x="155" y="89"/>
                    <a:pt x="177" y="67"/>
                    <a:pt x="177" y="44"/>
                  </a:cubicBezTo>
                  <a:cubicBezTo>
                    <a:pt x="177" y="22"/>
                    <a:pt x="155" y="0"/>
                    <a:pt x="1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39">
              <a:extLst>
                <a:ext uri="{FF2B5EF4-FFF2-40B4-BE49-F238E27FC236}">
                  <a16:creationId xmlns:a16="http://schemas.microsoft.com/office/drawing/2014/main" id="{20FF90FE-0E62-11FF-0A9C-29BAE626A536}"/>
                </a:ext>
              </a:extLst>
            </p:cNvPr>
            <p:cNvSpPr/>
            <p:nvPr/>
          </p:nvSpPr>
          <p:spPr>
            <a:xfrm>
              <a:off x="3580639" y="2896395"/>
              <a:ext cx="27824" cy="13102"/>
            </a:xfrm>
            <a:custGeom>
              <a:avLst/>
              <a:gdLst/>
              <a:ahLst/>
              <a:cxnLst/>
              <a:rect l="l" t="t" r="r" b="b"/>
              <a:pathLst>
                <a:path w="189" h="89" extrusionOk="0">
                  <a:moveTo>
                    <a:pt x="0" y="0"/>
                  </a:moveTo>
                  <a:lnTo>
                    <a:pt x="0" y="89"/>
                  </a:lnTo>
                  <a:lnTo>
                    <a:pt x="144" y="89"/>
                  </a:lnTo>
                  <a:cubicBezTo>
                    <a:pt x="166" y="89"/>
                    <a:pt x="188" y="78"/>
                    <a:pt x="188" y="44"/>
                  </a:cubicBezTo>
                  <a:cubicBezTo>
                    <a:pt x="188" y="22"/>
                    <a:pt x="166" y="0"/>
                    <a:pt x="1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39">
              <a:extLst>
                <a:ext uri="{FF2B5EF4-FFF2-40B4-BE49-F238E27FC236}">
                  <a16:creationId xmlns:a16="http://schemas.microsoft.com/office/drawing/2014/main" id="{444DB506-00A6-B20A-90C7-50E2709BF2A5}"/>
                </a:ext>
              </a:extLst>
            </p:cNvPr>
            <p:cNvSpPr/>
            <p:nvPr/>
          </p:nvSpPr>
          <p:spPr>
            <a:xfrm>
              <a:off x="3326689" y="2948510"/>
              <a:ext cx="270291" cy="13102"/>
            </a:xfrm>
            <a:custGeom>
              <a:avLst/>
              <a:gdLst/>
              <a:ahLst/>
              <a:cxnLst/>
              <a:rect l="l" t="t" r="r" b="b"/>
              <a:pathLst>
                <a:path w="1836" h="89" extrusionOk="0">
                  <a:moveTo>
                    <a:pt x="0" y="0"/>
                  </a:moveTo>
                  <a:lnTo>
                    <a:pt x="0" y="89"/>
                  </a:lnTo>
                  <a:lnTo>
                    <a:pt x="1803" y="89"/>
                  </a:lnTo>
                  <a:cubicBezTo>
                    <a:pt x="1825" y="89"/>
                    <a:pt x="1836" y="66"/>
                    <a:pt x="1836" y="44"/>
                  </a:cubicBezTo>
                  <a:cubicBezTo>
                    <a:pt x="1836" y="22"/>
                    <a:pt x="1825" y="0"/>
                    <a:pt x="18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39">
              <a:extLst>
                <a:ext uri="{FF2B5EF4-FFF2-40B4-BE49-F238E27FC236}">
                  <a16:creationId xmlns:a16="http://schemas.microsoft.com/office/drawing/2014/main" id="{BF72267C-6AE8-296D-4D8E-7A4BE6AEC6EE}"/>
                </a:ext>
              </a:extLst>
            </p:cNvPr>
            <p:cNvSpPr/>
            <p:nvPr/>
          </p:nvSpPr>
          <p:spPr>
            <a:xfrm>
              <a:off x="3326689" y="2922453"/>
              <a:ext cx="270291" cy="13102"/>
            </a:xfrm>
            <a:custGeom>
              <a:avLst/>
              <a:gdLst/>
              <a:ahLst/>
              <a:cxnLst/>
              <a:rect l="l" t="t" r="r" b="b"/>
              <a:pathLst>
                <a:path w="1836" h="89" extrusionOk="0">
                  <a:moveTo>
                    <a:pt x="0" y="0"/>
                  </a:moveTo>
                  <a:lnTo>
                    <a:pt x="0" y="89"/>
                  </a:lnTo>
                  <a:lnTo>
                    <a:pt x="1803" y="89"/>
                  </a:lnTo>
                  <a:cubicBezTo>
                    <a:pt x="1825" y="89"/>
                    <a:pt x="1836" y="67"/>
                    <a:pt x="1836" y="44"/>
                  </a:cubicBezTo>
                  <a:cubicBezTo>
                    <a:pt x="1836" y="22"/>
                    <a:pt x="1825" y="0"/>
                    <a:pt x="18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39">
              <a:extLst>
                <a:ext uri="{FF2B5EF4-FFF2-40B4-BE49-F238E27FC236}">
                  <a16:creationId xmlns:a16="http://schemas.microsoft.com/office/drawing/2014/main" id="{7A696C27-A24C-25DF-CFE1-924369FFCFA4}"/>
                </a:ext>
              </a:extLst>
            </p:cNvPr>
            <p:cNvSpPr/>
            <p:nvPr/>
          </p:nvSpPr>
          <p:spPr>
            <a:xfrm>
              <a:off x="3326689" y="2896395"/>
              <a:ext cx="270291" cy="13102"/>
            </a:xfrm>
            <a:custGeom>
              <a:avLst/>
              <a:gdLst/>
              <a:ahLst/>
              <a:cxnLst/>
              <a:rect l="l" t="t" r="r" b="b"/>
              <a:pathLst>
                <a:path w="1836" h="89" extrusionOk="0">
                  <a:moveTo>
                    <a:pt x="0" y="0"/>
                  </a:moveTo>
                  <a:lnTo>
                    <a:pt x="0" y="89"/>
                  </a:lnTo>
                  <a:lnTo>
                    <a:pt x="1803" y="89"/>
                  </a:lnTo>
                  <a:cubicBezTo>
                    <a:pt x="1825" y="89"/>
                    <a:pt x="1836" y="78"/>
                    <a:pt x="1836" y="44"/>
                  </a:cubicBezTo>
                  <a:cubicBezTo>
                    <a:pt x="1836" y="22"/>
                    <a:pt x="1825" y="0"/>
                    <a:pt x="18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39">
              <a:extLst>
                <a:ext uri="{FF2B5EF4-FFF2-40B4-BE49-F238E27FC236}">
                  <a16:creationId xmlns:a16="http://schemas.microsoft.com/office/drawing/2014/main" id="{624A1BDE-79B1-9E26-8E03-88256BA9514F}"/>
                </a:ext>
              </a:extLst>
            </p:cNvPr>
            <p:cNvSpPr/>
            <p:nvPr/>
          </p:nvSpPr>
          <p:spPr>
            <a:xfrm>
              <a:off x="3740076" y="2857235"/>
              <a:ext cx="171067" cy="88036"/>
            </a:xfrm>
            <a:custGeom>
              <a:avLst/>
              <a:gdLst/>
              <a:ahLst/>
              <a:cxnLst/>
              <a:rect l="l" t="t" r="r" b="b"/>
              <a:pathLst>
                <a:path w="1162" h="598" extrusionOk="0">
                  <a:moveTo>
                    <a:pt x="1" y="1"/>
                  </a:moveTo>
                  <a:lnTo>
                    <a:pt x="1" y="598"/>
                  </a:lnTo>
                  <a:lnTo>
                    <a:pt x="1162" y="598"/>
                  </a:lnTo>
                  <a:lnTo>
                    <a:pt x="11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39">
              <a:extLst>
                <a:ext uri="{FF2B5EF4-FFF2-40B4-BE49-F238E27FC236}">
                  <a16:creationId xmlns:a16="http://schemas.microsoft.com/office/drawing/2014/main" id="{4A6AB78C-94D1-AEF6-F117-4D7AD695E5F6}"/>
                </a:ext>
              </a:extLst>
            </p:cNvPr>
            <p:cNvSpPr/>
            <p:nvPr/>
          </p:nvSpPr>
          <p:spPr>
            <a:xfrm>
              <a:off x="2717797" y="2945124"/>
              <a:ext cx="143390" cy="122779"/>
            </a:xfrm>
            <a:custGeom>
              <a:avLst/>
              <a:gdLst/>
              <a:ahLst/>
              <a:cxnLst/>
              <a:rect l="l" t="t" r="r" b="b"/>
              <a:pathLst>
                <a:path w="974" h="834" extrusionOk="0">
                  <a:moveTo>
                    <a:pt x="555" y="247"/>
                  </a:moveTo>
                  <a:cubicBezTo>
                    <a:pt x="645" y="247"/>
                    <a:pt x="731" y="317"/>
                    <a:pt x="731" y="421"/>
                  </a:cubicBezTo>
                  <a:cubicBezTo>
                    <a:pt x="731" y="510"/>
                    <a:pt x="653" y="587"/>
                    <a:pt x="565" y="587"/>
                  </a:cubicBezTo>
                  <a:cubicBezTo>
                    <a:pt x="410" y="587"/>
                    <a:pt x="332" y="410"/>
                    <a:pt x="432" y="300"/>
                  </a:cubicBezTo>
                  <a:cubicBezTo>
                    <a:pt x="468" y="264"/>
                    <a:pt x="512" y="247"/>
                    <a:pt x="555" y="247"/>
                  </a:cubicBezTo>
                  <a:close/>
                  <a:moveTo>
                    <a:pt x="565" y="1"/>
                  </a:moveTo>
                  <a:cubicBezTo>
                    <a:pt x="189" y="1"/>
                    <a:pt x="1" y="454"/>
                    <a:pt x="266" y="709"/>
                  </a:cubicBezTo>
                  <a:cubicBezTo>
                    <a:pt x="352" y="795"/>
                    <a:pt x="457" y="833"/>
                    <a:pt x="560" y="833"/>
                  </a:cubicBezTo>
                  <a:cubicBezTo>
                    <a:pt x="772" y="833"/>
                    <a:pt x="974" y="668"/>
                    <a:pt x="974" y="421"/>
                  </a:cubicBezTo>
                  <a:cubicBezTo>
                    <a:pt x="974" y="189"/>
                    <a:pt x="786" y="1"/>
                    <a:pt x="5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39">
              <a:extLst>
                <a:ext uri="{FF2B5EF4-FFF2-40B4-BE49-F238E27FC236}">
                  <a16:creationId xmlns:a16="http://schemas.microsoft.com/office/drawing/2014/main" id="{35F4EF5E-72B8-461F-C2CD-E237FF7ABABE}"/>
                </a:ext>
              </a:extLst>
            </p:cNvPr>
            <p:cNvSpPr/>
            <p:nvPr/>
          </p:nvSpPr>
          <p:spPr>
            <a:xfrm>
              <a:off x="2686881" y="2922453"/>
              <a:ext cx="197124" cy="169153"/>
            </a:xfrm>
            <a:custGeom>
              <a:avLst/>
              <a:gdLst/>
              <a:ahLst/>
              <a:cxnLst/>
              <a:rect l="l" t="t" r="r" b="b"/>
              <a:pathLst>
                <a:path w="1339" h="1149" extrusionOk="0">
                  <a:moveTo>
                    <a:pt x="763" y="160"/>
                  </a:moveTo>
                  <a:cubicBezTo>
                    <a:pt x="978" y="160"/>
                    <a:pt x="1184" y="326"/>
                    <a:pt x="1184" y="575"/>
                  </a:cubicBezTo>
                  <a:cubicBezTo>
                    <a:pt x="1184" y="807"/>
                    <a:pt x="996" y="995"/>
                    <a:pt x="775" y="995"/>
                  </a:cubicBezTo>
                  <a:cubicBezTo>
                    <a:pt x="399" y="995"/>
                    <a:pt x="211" y="542"/>
                    <a:pt x="476" y="277"/>
                  </a:cubicBezTo>
                  <a:cubicBezTo>
                    <a:pt x="560" y="196"/>
                    <a:pt x="663" y="160"/>
                    <a:pt x="763" y="160"/>
                  </a:cubicBezTo>
                  <a:close/>
                  <a:moveTo>
                    <a:pt x="775" y="0"/>
                  </a:moveTo>
                  <a:cubicBezTo>
                    <a:pt x="255" y="0"/>
                    <a:pt x="1" y="619"/>
                    <a:pt x="366" y="984"/>
                  </a:cubicBezTo>
                  <a:cubicBezTo>
                    <a:pt x="483" y="1098"/>
                    <a:pt x="625" y="1149"/>
                    <a:pt x="764" y="1149"/>
                  </a:cubicBezTo>
                  <a:cubicBezTo>
                    <a:pt x="1058" y="1149"/>
                    <a:pt x="1339" y="921"/>
                    <a:pt x="1339" y="575"/>
                  </a:cubicBezTo>
                  <a:cubicBezTo>
                    <a:pt x="1339" y="254"/>
                    <a:pt x="1084" y="0"/>
                    <a:pt x="7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39">
              <a:extLst>
                <a:ext uri="{FF2B5EF4-FFF2-40B4-BE49-F238E27FC236}">
                  <a16:creationId xmlns:a16="http://schemas.microsoft.com/office/drawing/2014/main" id="{F2BEC3E0-D554-CC58-8496-6E351E49FAB6}"/>
                </a:ext>
              </a:extLst>
            </p:cNvPr>
            <p:cNvSpPr/>
            <p:nvPr/>
          </p:nvSpPr>
          <p:spPr>
            <a:xfrm>
              <a:off x="2767115" y="2982517"/>
              <a:ext cx="58298" cy="50201"/>
            </a:xfrm>
            <a:custGeom>
              <a:avLst/>
              <a:gdLst/>
              <a:ahLst/>
              <a:cxnLst/>
              <a:rect l="l" t="t" r="r" b="b"/>
              <a:pathLst>
                <a:path w="396" h="341" extrusionOk="0">
                  <a:moveTo>
                    <a:pt x="217" y="1"/>
                  </a:moveTo>
                  <a:cubicBezTo>
                    <a:pt x="71" y="1"/>
                    <a:pt x="1" y="181"/>
                    <a:pt x="108" y="289"/>
                  </a:cubicBezTo>
                  <a:cubicBezTo>
                    <a:pt x="140" y="325"/>
                    <a:pt x="182" y="341"/>
                    <a:pt x="224" y="341"/>
                  </a:cubicBezTo>
                  <a:cubicBezTo>
                    <a:pt x="310" y="341"/>
                    <a:pt x="396" y="272"/>
                    <a:pt x="396" y="167"/>
                  </a:cubicBezTo>
                  <a:cubicBezTo>
                    <a:pt x="396" y="68"/>
                    <a:pt x="318" y="1"/>
                    <a:pt x="230" y="1"/>
                  </a:cubicBezTo>
                  <a:cubicBezTo>
                    <a:pt x="225" y="1"/>
                    <a:pt x="221" y="1"/>
                    <a:pt x="2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39">
              <a:extLst>
                <a:ext uri="{FF2B5EF4-FFF2-40B4-BE49-F238E27FC236}">
                  <a16:creationId xmlns:a16="http://schemas.microsoft.com/office/drawing/2014/main" id="{BCDD2257-B9C6-8772-9EA1-7C8A3C889F21}"/>
                </a:ext>
              </a:extLst>
            </p:cNvPr>
            <p:cNvSpPr/>
            <p:nvPr/>
          </p:nvSpPr>
          <p:spPr>
            <a:xfrm>
              <a:off x="2823646" y="2922306"/>
              <a:ext cx="100255" cy="169595"/>
            </a:xfrm>
            <a:custGeom>
              <a:avLst/>
              <a:gdLst/>
              <a:ahLst/>
              <a:cxnLst/>
              <a:rect l="l" t="t" r="r" b="b"/>
              <a:pathLst>
                <a:path w="681" h="1152" extrusionOk="0">
                  <a:moveTo>
                    <a:pt x="21" y="1"/>
                  </a:moveTo>
                  <a:cubicBezTo>
                    <a:pt x="14" y="1"/>
                    <a:pt x="7" y="1"/>
                    <a:pt x="0" y="1"/>
                  </a:cubicBezTo>
                  <a:lnTo>
                    <a:pt x="42" y="1"/>
                  </a:lnTo>
                  <a:cubicBezTo>
                    <a:pt x="35" y="1"/>
                    <a:pt x="28" y="1"/>
                    <a:pt x="21" y="1"/>
                  </a:cubicBezTo>
                  <a:close/>
                  <a:moveTo>
                    <a:pt x="42" y="1"/>
                  </a:moveTo>
                  <a:lnTo>
                    <a:pt x="42" y="1"/>
                  </a:lnTo>
                  <a:cubicBezTo>
                    <a:pt x="48" y="1"/>
                    <a:pt x="53" y="2"/>
                    <a:pt x="59" y="2"/>
                  </a:cubicBezTo>
                  <a:lnTo>
                    <a:pt x="59" y="2"/>
                  </a:lnTo>
                  <a:cubicBezTo>
                    <a:pt x="54" y="2"/>
                    <a:pt x="49" y="1"/>
                    <a:pt x="45" y="1"/>
                  </a:cubicBezTo>
                  <a:close/>
                  <a:moveTo>
                    <a:pt x="59" y="2"/>
                  </a:moveTo>
                  <a:cubicBezTo>
                    <a:pt x="82" y="3"/>
                    <a:pt x="104" y="6"/>
                    <a:pt x="126" y="10"/>
                  </a:cubicBezTo>
                  <a:lnTo>
                    <a:pt x="126" y="10"/>
                  </a:lnTo>
                  <a:cubicBezTo>
                    <a:pt x="104" y="6"/>
                    <a:pt x="81" y="3"/>
                    <a:pt x="59" y="2"/>
                  </a:cubicBezTo>
                  <a:close/>
                  <a:moveTo>
                    <a:pt x="126" y="10"/>
                  </a:moveTo>
                  <a:cubicBezTo>
                    <a:pt x="186" y="20"/>
                    <a:pt x="242" y="39"/>
                    <a:pt x="295" y="66"/>
                  </a:cubicBezTo>
                  <a:lnTo>
                    <a:pt x="295" y="66"/>
                  </a:lnTo>
                  <a:cubicBezTo>
                    <a:pt x="245" y="40"/>
                    <a:pt x="189" y="20"/>
                    <a:pt x="126" y="10"/>
                  </a:cubicBezTo>
                  <a:close/>
                  <a:moveTo>
                    <a:pt x="295" y="66"/>
                  </a:moveTo>
                  <a:cubicBezTo>
                    <a:pt x="680" y="269"/>
                    <a:pt x="680" y="884"/>
                    <a:pt x="295" y="1086"/>
                  </a:cubicBezTo>
                  <a:lnTo>
                    <a:pt x="295" y="1086"/>
                  </a:lnTo>
                  <a:cubicBezTo>
                    <a:pt x="481" y="992"/>
                    <a:pt x="609" y="802"/>
                    <a:pt x="609" y="576"/>
                  </a:cubicBezTo>
                  <a:cubicBezTo>
                    <a:pt x="609" y="351"/>
                    <a:pt x="481" y="161"/>
                    <a:pt x="295" y="66"/>
                  </a:cubicBezTo>
                  <a:close/>
                  <a:moveTo>
                    <a:pt x="295" y="1086"/>
                  </a:moveTo>
                  <a:lnTo>
                    <a:pt x="295" y="1086"/>
                  </a:lnTo>
                  <a:cubicBezTo>
                    <a:pt x="242" y="1113"/>
                    <a:pt x="186" y="1132"/>
                    <a:pt x="126" y="1143"/>
                  </a:cubicBezTo>
                  <a:lnTo>
                    <a:pt x="126" y="1143"/>
                  </a:lnTo>
                  <a:cubicBezTo>
                    <a:pt x="189" y="1132"/>
                    <a:pt x="245" y="1113"/>
                    <a:pt x="295" y="1086"/>
                  </a:cubicBezTo>
                  <a:close/>
                  <a:moveTo>
                    <a:pt x="126" y="1143"/>
                  </a:moveTo>
                  <a:lnTo>
                    <a:pt x="126" y="1143"/>
                  </a:lnTo>
                  <a:cubicBezTo>
                    <a:pt x="104" y="1146"/>
                    <a:pt x="82" y="1149"/>
                    <a:pt x="59" y="1150"/>
                  </a:cubicBezTo>
                  <a:lnTo>
                    <a:pt x="59" y="1150"/>
                  </a:lnTo>
                  <a:cubicBezTo>
                    <a:pt x="81" y="1149"/>
                    <a:pt x="104" y="1146"/>
                    <a:pt x="126" y="1143"/>
                  </a:cubicBezTo>
                  <a:close/>
                  <a:moveTo>
                    <a:pt x="59" y="1150"/>
                  </a:moveTo>
                  <a:lnTo>
                    <a:pt x="59" y="1150"/>
                  </a:lnTo>
                  <a:cubicBezTo>
                    <a:pt x="53" y="1151"/>
                    <a:pt x="48" y="1151"/>
                    <a:pt x="42" y="1151"/>
                  </a:cubicBezTo>
                  <a:lnTo>
                    <a:pt x="45" y="1151"/>
                  </a:lnTo>
                  <a:cubicBezTo>
                    <a:pt x="49" y="1151"/>
                    <a:pt x="54" y="1151"/>
                    <a:pt x="59" y="1150"/>
                  </a:cubicBezTo>
                  <a:close/>
                  <a:moveTo>
                    <a:pt x="0" y="1151"/>
                  </a:moveTo>
                  <a:cubicBezTo>
                    <a:pt x="7" y="1151"/>
                    <a:pt x="14" y="1152"/>
                    <a:pt x="21" y="1152"/>
                  </a:cubicBezTo>
                  <a:cubicBezTo>
                    <a:pt x="28" y="1152"/>
                    <a:pt x="35" y="1151"/>
                    <a:pt x="42" y="115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39">
              <a:extLst>
                <a:ext uri="{FF2B5EF4-FFF2-40B4-BE49-F238E27FC236}">
                  <a16:creationId xmlns:a16="http://schemas.microsoft.com/office/drawing/2014/main" id="{EA0A4A42-092F-3D64-4AD6-962237D0CE4A}"/>
                </a:ext>
              </a:extLst>
            </p:cNvPr>
            <p:cNvSpPr/>
            <p:nvPr/>
          </p:nvSpPr>
          <p:spPr>
            <a:xfrm>
              <a:off x="2802447" y="2922306"/>
              <a:ext cx="105997" cy="169595"/>
            </a:xfrm>
            <a:custGeom>
              <a:avLst/>
              <a:gdLst/>
              <a:ahLst/>
              <a:cxnLst/>
              <a:rect l="l" t="t" r="r" b="b"/>
              <a:pathLst>
                <a:path w="720" h="1152" extrusionOk="0">
                  <a:moveTo>
                    <a:pt x="21" y="1"/>
                  </a:moveTo>
                  <a:cubicBezTo>
                    <a:pt x="14" y="1"/>
                    <a:pt x="7" y="1"/>
                    <a:pt x="1" y="1"/>
                  </a:cubicBezTo>
                  <a:lnTo>
                    <a:pt x="41" y="1"/>
                  </a:lnTo>
                  <a:cubicBezTo>
                    <a:pt x="34" y="1"/>
                    <a:pt x="28" y="1"/>
                    <a:pt x="21" y="1"/>
                  </a:cubicBezTo>
                  <a:close/>
                  <a:moveTo>
                    <a:pt x="41" y="1"/>
                  </a:moveTo>
                  <a:cubicBezTo>
                    <a:pt x="344" y="12"/>
                    <a:pt x="598" y="258"/>
                    <a:pt x="598" y="576"/>
                  </a:cubicBezTo>
                  <a:cubicBezTo>
                    <a:pt x="598" y="894"/>
                    <a:pt x="344" y="1141"/>
                    <a:pt x="41" y="1151"/>
                  </a:cubicBezTo>
                  <a:lnTo>
                    <a:pt x="144" y="1151"/>
                  </a:lnTo>
                  <a:cubicBezTo>
                    <a:pt x="465" y="1151"/>
                    <a:pt x="719" y="897"/>
                    <a:pt x="719" y="576"/>
                  </a:cubicBezTo>
                  <a:cubicBezTo>
                    <a:pt x="719" y="255"/>
                    <a:pt x="465" y="1"/>
                    <a:pt x="144" y="1"/>
                  </a:cubicBezTo>
                  <a:close/>
                  <a:moveTo>
                    <a:pt x="1" y="1151"/>
                  </a:moveTo>
                  <a:cubicBezTo>
                    <a:pt x="7" y="1151"/>
                    <a:pt x="14" y="1152"/>
                    <a:pt x="21" y="1152"/>
                  </a:cubicBezTo>
                  <a:cubicBezTo>
                    <a:pt x="28" y="1152"/>
                    <a:pt x="34" y="1151"/>
                    <a:pt x="41" y="115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39">
              <a:extLst>
                <a:ext uri="{FF2B5EF4-FFF2-40B4-BE49-F238E27FC236}">
                  <a16:creationId xmlns:a16="http://schemas.microsoft.com/office/drawing/2014/main" id="{8641EC84-749E-AC9A-DD97-855703608198}"/>
                </a:ext>
              </a:extLst>
            </p:cNvPr>
            <p:cNvSpPr/>
            <p:nvPr/>
          </p:nvSpPr>
          <p:spPr>
            <a:xfrm>
              <a:off x="2794350" y="2922306"/>
              <a:ext cx="92894" cy="169595"/>
            </a:xfrm>
            <a:custGeom>
              <a:avLst/>
              <a:gdLst/>
              <a:ahLst/>
              <a:cxnLst/>
              <a:rect l="l" t="t" r="r" b="b"/>
              <a:pathLst>
                <a:path w="631" h="1152" extrusionOk="0">
                  <a:moveTo>
                    <a:pt x="21" y="1"/>
                  </a:moveTo>
                  <a:cubicBezTo>
                    <a:pt x="14" y="1"/>
                    <a:pt x="7" y="1"/>
                    <a:pt x="0" y="1"/>
                  </a:cubicBezTo>
                  <a:lnTo>
                    <a:pt x="42" y="1"/>
                  </a:lnTo>
                  <a:cubicBezTo>
                    <a:pt x="35" y="1"/>
                    <a:pt x="28" y="1"/>
                    <a:pt x="21" y="1"/>
                  </a:cubicBezTo>
                  <a:close/>
                  <a:moveTo>
                    <a:pt x="42" y="1"/>
                  </a:moveTo>
                  <a:cubicBezTo>
                    <a:pt x="355" y="12"/>
                    <a:pt x="609" y="258"/>
                    <a:pt x="609" y="576"/>
                  </a:cubicBezTo>
                  <a:cubicBezTo>
                    <a:pt x="609" y="894"/>
                    <a:pt x="355" y="1141"/>
                    <a:pt x="42" y="1151"/>
                  </a:cubicBezTo>
                  <a:lnTo>
                    <a:pt x="56" y="1151"/>
                  </a:lnTo>
                  <a:cubicBezTo>
                    <a:pt x="376" y="1151"/>
                    <a:pt x="631" y="897"/>
                    <a:pt x="631" y="576"/>
                  </a:cubicBezTo>
                  <a:cubicBezTo>
                    <a:pt x="631" y="255"/>
                    <a:pt x="376" y="1"/>
                    <a:pt x="56" y="1"/>
                  </a:cubicBezTo>
                  <a:close/>
                  <a:moveTo>
                    <a:pt x="0" y="1151"/>
                  </a:moveTo>
                  <a:cubicBezTo>
                    <a:pt x="7" y="1151"/>
                    <a:pt x="14" y="1152"/>
                    <a:pt x="21" y="1152"/>
                  </a:cubicBezTo>
                  <a:cubicBezTo>
                    <a:pt x="28" y="1152"/>
                    <a:pt x="35" y="1151"/>
                    <a:pt x="42" y="115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39">
              <a:extLst>
                <a:ext uri="{FF2B5EF4-FFF2-40B4-BE49-F238E27FC236}">
                  <a16:creationId xmlns:a16="http://schemas.microsoft.com/office/drawing/2014/main" id="{E49BFF1E-E2AE-A6BD-BE54-48C7B3D36DDA}"/>
                </a:ext>
              </a:extLst>
            </p:cNvPr>
            <p:cNvSpPr/>
            <p:nvPr/>
          </p:nvSpPr>
          <p:spPr>
            <a:xfrm>
              <a:off x="2719416" y="2945124"/>
              <a:ext cx="83178" cy="122338"/>
            </a:xfrm>
            <a:custGeom>
              <a:avLst/>
              <a:gdLst/>
              <a:ahLst/>
              <a:cxnLst/>
              <a:rect l="l" t="t" r="r" b="b"/>
              <a:pathLst>
                <a:path w="565" h="831" extrusionOk="0">
                  <a:moveTo>
                    <a:pt x="554" y="1"/>
                  </a:moveTo>
                  <a:cubicBezTo>
                    <a:pt x="1" y="1"/>
                    <a:pt x="1" y="830"/>
                    <a:pt x="554" y="830"/>
                  </a:cubicBezTo>
                  <a:lnTo>
                    <a:pt x="565" y="830"/>
                  </a:lnTo>
                  <a:cubicBezTo>
                    <a:pt x="355" y="819"/>
                    <a:pt x="178" y="642"/>
                    <a:pt x="178" y="421"/>
                  </a:cubicBezTo>
                  <a:cubicBezTo>
                    <a:pt x="178" y="200"/>
                    <a:pt x="355" y="12"/>
                    <a:pt x="5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39">
              <a:extLst>
                <a:ext uri="{FF2B5EF4-FFF2-40B4-BE49-F238E27FC236}">
                  <a16:creationId xmlns:a16="http://schemas.microsoft.com/office/drawing/2014/main" id="{310E5E4C-98D9-D552-C348-B94774B8F3FC}"/>
                </a:ext>
              </a:extLst>
            </p:cNvPr>
            <p:cNvSpPr/>
            <p:nvPr/>
          </p:nvSpPr>
          <p:spPr>
            <a:xfrm>
              <a:off x="2802447" y="2980898"/>
              <a:ext cx="39896" cy="50790"/>
            </a:xfrm>
            <a:custGeom>
              <a:avLst/>
              <a:gdLst/>
              <a:ahLst/>
              <a:cxnLst/>
              <a:rect l="l" t="t" r="r" b="b"/>
              <a:pathLst>
                <a:path w="271" h="345" extrusionOk="0">
                  <a:moveTo>
                    <a:pt x="43" y="0"/>
                  </a:moveTo>
                  <a:cubicBezTo>
                    <a:pt x="37" y="0"/>
                    <a:pt x="30" y="1"/>
                    <a:pt x="23" y="1"/>
                  </a:cubicBezTo>
                  <a:lnTo>
                    <a:pt x="23" y="12"/>
                  </a:lnTo>
                  <a:lnTo>
                    <a:pt x="1" y="12"/>
                  </a:lnTo>
                  <a:cubicBezTo>
                    <a:pt x="211" y="23"/>
                    <a:pt x="211" y="322"/>
                    <a:pt x="1" y="344"/>
                  </a:cubicBezTo>
                  <a:lnTo>
                    <a:pt x="23" y="344"/>
                  </a:lnTo>
                  <a:cubicBezTo>
                    <a:pt x="30" y="345"/>
                    <a:pt x="37" y="345"/>
                    <a:pt x="43" y="345"/>
                  </a:cubicBezTo>
                  <a:cubicBezTo>
                    <a:pt x="270" y="345"/>
                    <a:pt x="270" y="0"/>
                    <a:pt x="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39">
              <a:extLst>
                <a:ext uri="{FF2B5EF4-FFF2-40B4-BE49-F238E27FC236}">
                  <a16:creationId xmlns:a16="http://schemas.microsoft.com/office/drawing/2014/main" id="{5505016A-EAD4-F3BA-48BF-82839AD5B6FA}"/>
                </a:ext>
              </a:extLst>
            </p:cNvPr>
            <p:cNvSpPr/>
            <p:nvPr/>
          </p:nvSpPr>
          <p:spPr>
            <a:xfrm>
              <a:off x="3084074" y="2945124"/>
              <a:ext cx="143390" cy="122779"/>
            </a:xfrm>
            <a:custGeom>
              <a:avLst/>
              <a:gdLst/>
              <a:ahLst/>
              <a:cxnLst/>
              <a:rect l="l" t="t" r="r" b="b"/>
              <a:pathLst>
                <a:path w="974" h="834" extrusionOk="0">
                  <a:moveTo>
                    <a:pt x="555" y="247"/>
                  </a:moveTo>
                  <a:cubicBezTo>
                    <a:pt x="645" y="247"/>
                    <a:pt x="730" y="317"/>
                    <a:pt x="730" y="421"/>
                  </a:cubicBezTo>
                  <a:cubicBezTo>
                    <a:pt x="730" y="510"/>
                    <a:pt x="653" y="587"/>
                    <a:pt x="554" y="587"/>
                  </a:cubicBezTo>
                  <a:cubicBezTo>
                    <a:pt x="399" y="587"/>
                    <a:pt x="321" y="410"/>
                    <a:pt x="432" y="300"/>
                  </a:cubicBezTo>
                  <a:cubicBezTo>
                    <a:pt x="468" y="264"/>
                    <a:pt x="512" y="247"/>
                    <a:pt x="555" y="247"/>
                  </a:cubicBezTo>
                  <a:close/>
                  <a:moveTo>
                    <a:pt x="554" y="1"/>
                  </a:moveTo>
                  <a:cubicBezTo>
                    <a:pt x="189" y="1"/>
                    <a:pt x="1" y="454"/>
                    <a:pt x="266" y="709"/>
                  </a:cubicBezTo>
                  <a:cubicBezTo>
                    <a:pt x="349" y="795"/>
                    <a:pt x="452" y="833"/>
                    <a:pt x="555" y="833"/>
                  </a:cubicBezTo>
                  <a:cubicBezTo>
                    <a:pt x="767" y="833"/>
                    <a:pt x="974" y="668"/>
                    <a:pt x="974" y="421"/>
                  </a:cubicBezTo>
                  <a:cubicBezTo>
                    <a:pt x="974" y="189"/>
                    <a:pt x="786" y="1"/>
                    <a:pt x="5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39">
              <a:extLst>
                <a:ext uri="{FF2B5EF4-FFF2-40B4-BE49-F238E27FC236}">
                  <a16:creationId xmlns:a16="http://schemas.microsoft.com/office/drawing/2014/main" id="{E4DB87C8-8A5F-11FE-AAC7-D847AD955F92}"/>
                </a:ext>
              </a:extLst>
            </p:cNvPr>
            <p:cNvSpPr/>
            <p:nvPr/>
          </p:nvSpPr>
          <p:spPr>
            <a:xfrm>
              <a:off x="3053159" y="2922453"/>
              <a:ext cx="197124" cy="169153"/>
            </a:xfrm>
            <a:custGeom>
              <a:avLst/>
              <a:gdLst/>
              <a:ahLst/>
              <a:cxnLst/>
              <a:rect l="l" t="t" r="r" b="b"/>
              <a:pathLst>
                <a:path w="1339" h="1149" extrusionOk="0">
                  <a:moveTo>
                    <a:pt x="758" y="160"/>
                  </a:moveTo>
                  <a:cubicBezTo>
                    <a:pt x="973" y="160"/>
                    <a:pt x="1184" y="326"/>
                    <a:pt x="1184" y="575"/>
                  </a:cubicBezTo>
                  <a:cubicBezTo>
                    <a:pt x="1184" y="807"/>
                    <a:pt x="996" y="995"/>
                    <a:pt x="764" y="995"/>
                  </a:cubicBezTo>
                  <a:cubicBezTo>
                    <a:pt x="399" y="995"/>
                    <a:pt x="211" y="542"/>
                    <a:pt x="476" y="277"/>
                  </a:cubicBezTo>
                  <a:cubicBezTo>
                    <a:pt x="557" y="196"/>
                    <a:pt x="658" y="160"/>
                    <a:pt x="758" y="160"/>
                  </a:cubicBezTo>
                  <a:close/>
                  <a:moveTo>
                    <a:pt x="764" y="0"/>
                  </a:moveTo>
                  <a:cubicBezTo>
                    <a:pt x="255" y="0"/>
                    <a:pt x="1" y="619"/>
                    <a:pt x="354" y="984"/>
                  </a:cubicBezTo>
                  <a:cubicBezTo>
                    <a:pt x="472" y="1098"/>
                    <a:pt x="615" y="1149"/>
                    <a:pt x="755" y="1149"/>
                  </a:cubicBezTo>
                  <a:cubicBezTo>
                    <a:pt x="1053" y="1149"/>
                    <a:pt x="1339" y="921"/>
                    <a:pt x="1339" y="575"/>
                  </a:cubicBezTo>
                  <a:cubicBezTo>
                    <a:pt x="1339" y="254"/>
                    <a:pt x="1084" y="0"/>
                    <a:pt x="7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39">
              <a:extLst>
                <a:ext uri="{FF2B5EF4-FFF2-40B4-BE49-F238E27FC236}">
                  <a16:creationId xmlns:a16="http://schemas.microsoft.com/office/drawing/2014/main" id="{59D0ABCE-241A-1F17-031F-03322783DF15}"/>
                </a:ext>
              </a:extLst>
            </p:cNvPr>
            <p:cNvSpPr/>
            <p:nvPr/>
          </p:nvSpPr>
          <p:spPr>
            <a:xfrm>
              <a:off x="3131331" y="2982517"/>
              <a:ext cx="60359" cy="50201"/>
            </a:xfrm>
            <a:custGeom>
              <a:avLst/>
              <a:gdLst/>
              <a:ahLst/>
              <a:cxnLst/>
              <a:rect l="l" t="t" r="r" b="b"/>
              <a:pathLst>
                <a:path w="410" h="341" extrusionOk="0">
                  <a:moveTo>
                    <a:pt x="251" y="0"/>
                  </a:moveTo>
                  <a:cubicBezTo>
                    <a:pt x="245" y="0"/>
                    <a:pt x="239" y="1"/>
                    <a:pt x="233" y="1"/>
                  </a:cubicBezTo>
                  <a:cubicBezTo>
                    <a:pt x="78" y="1"/>
                    <a:pt x="0" y="178"/>
                    <a:pt x="111" y="289"/>
                  </a:cubicBezTo>
                  <a:cubicBezTo>
                    <a:pt x="147" y="325"/>
                    <a:pt x="191" y="341"/>
                    <a:pt x="234" y="341"/>
                  </a:cubicBezTo>
                  <a:cubicBezTo>
                    <a:pt x="324" y="341"/>
                    <a:pt x="409" y="272"/>
                    <a:pt x="409" y="167"/>
                  </a:cubicBezTo>
                  <a:cubicBezTo>
                    <a:pt x="409" y="74"/>
                    <a:pt x="342" y="0"/>
                    <a:pt x="25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39">
              <a:extLst>
                <a:ext uri="{FF2B5EF4-FFF2-40B4-BE49-F238E27FC236}">
                  <a16:creationId xmlns:a16="http://schemas.microsoft.com/office/drawing/2014/main" id="{5186A0DD-E4BE-2DCE-02B7-9166B30AA2CC}"/>
                </a:ext>
              </a:extLst>
            </p:cNvPr>
            <p:cNvSpPr/>
            <p:nvPr/>
          </p:nvSpPr>
          <p:spPr>
            <a:xfrm>
              <a:off x="3189924" y="2922306"/>
              <a:ext cx="107616" cy="169595"/>
            </a:xfrm>
            <a:custGeom>
              <a:avLst/>
              <a:gdLst/>
              <a:ahLst/>
              <a:cxnLst/>
              <a:rect l="l" t="t" r="r" b="b"/>
              <a:pathLst>
                <a:path w="731" h="1152" extrusionOk="0">
                  <a:moveTo>
                    <a:pt x="54" y="1"/>
                  </a:moveTo>
                  <a:cubicBezTo>
                    <a:pt x="47" y="1"/>
                    <a:pt x="41" y="1"/>
                    <a:pt x="34" y="1"/>
                  </a:cubicBezTo>
                  <a:lnTo>
                    <a:pt x="0" y="1"/>
                  </a:lnTo>
                  <a:cubicBezTo>
                    <a:pt x="730" y="34"/>
                    <a:pt x="730" y="1118"/>
                    <a:pt x="0" y="1151"/>
                  </a:cubicBezTo>
                  <a:lnTo>
                    <a:pt x="34" y="1151"/>
                  </a:lnTo>
                  <a:cubicBezTo>
                    <a:pt x="41" y="1151"/>
                    <a:pt x="47" y="1152"/>
                    <a:pt x="54" y="1152"/>
                  </a:cubicBezTo>
                  <a:cubicBezTo>
                    <a:pt x="377" y="1152"/>
                    <a:pt x="642" y="901"/>
                    <a:pt x="642" y="576"/>
                  </a:cubicBezTo>
                  <a:cubicBezTo>
                    <a:pt x="642" y="251"/>
                    <a:pt x="377" y="1"/>
                    <a:pt x="5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39">
              <a:extLst>
                <a:ext uri="{FF2B5EF4-FFF2-40B4-BE49-F238E27FC236}">
                  <a16:creationId xmlns:a16="http://schemas.microsoft.com/office/drawing/2014/main" id="{C7AADD05-1EDF-702B-B900-89CA62A0AB77}"/>
                </a:ext>
              </a:extLst>
            </p:cNvPr>
            <p:cNvSpPr/>
            <p:nvPr/>
          </p:nvSpPr>
          <p:spPr>
            <a:xfrm>
              <a:off x="3168724" y="2922453"/>
              <a:ext cx="105997" cy="169447"/>
            </a:xfrm>
            <a:custGeom>
              <a:avLst/>
              <a:gdLst/>
              <a:ahLst/>
              <a:cxnLst/>
              <a:rect l="l" t="t" r="r" b="b"/>
              <a:pathLst>
                <a:path w="720" h="1151" extrusionOk="0">
                  <a:moveTo>
                    <a:pt x="1" y="0"/>
                  </a:moveTo>
                  <a:cubicBezTo>
                    <a:pt x="719" y="33"/>
                    <a:pt x="719" y="1117"/>
                    <a:pt x="1" y="1150"/>
                  </a:cubicBezTo>
                  <a:lnTo>
                    <a:pt x="144" y="1150"/>
                  </a:lnTo>
                  <a:cubicBezTo>
                    <a:pt x="454" y="1150"/>
                    <a:pt x="719" y="896"/>
                    <a:pt x="719" y="575"/>
                  </a:cubicBezTo>
                  <a:cubicBezTo>
                    <a:pt x="719" y="254"/>
                    <a:pt x="454" y="0"/>
                    <a:pt x="1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39">
              <a:extLst>
                <a:ext uri="{FF2B5EF4-FFF2-40B4-BE49-F238E27FC236}">
                  <a16:creationId xmlns:a16="http://schemas.microsoft.com/office/drawing/2014/main" id="{3E96C279-9461-6D80-AF3E-61B29AE8B5AD}"/>
                </a:ext>
              </a:extLst>
            </p:cNvPr>
            <p:cNvSpPr/>
            <p:nvPr/>
          </p:nvSpPr>
          <p:spPr>
            <a:xfrm>
              <a:off x="3160627" y="2922453"/>
              <a:ext cx="107616" cy="169447"/>
            </a:xfrm>
            <a:custGeom>
              <a:avLst/>
              <a:gdLst/>
              <a:ahLst/>
              <a:cxnLst/>
              <a:rect l="l" t="t" r="r" b="b"/>
              <a:pathLst>
                <a:path w="731" h="1151" extrusionOk="0">
                  <a:moveTo>
                    <a:pt x="0" y="0"/>
                  </a:moveTo>
                  <a:cubicBezTo>
                    <a:pt x="730" y="33"/>
                    <a:pt x="730" y="1117"/>
                    <a:pt x="0" y="1150"/>
                  </a:cubicBezTo>
                  <a:lnTo>
                    <a:pt x="56" y="1150"/>
                  </a:lnTo>
                  <a:cubicBezTo>
                    <a:pt x="365" y="1150"/>
                    <a:pt x="620" y="896"/>
                    <a:pt x="620" y="575"/>
                  </a:cubicBezTo>
                  <a:cubicBezTo>
                    <a:pt x="620" y="254"/>
                    <a:pt x="365" y="0"/>
                    <a:pt x="5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39">
              <a:extLst>
                <a:ext uri="{FF2B5EF4-FFF2-40B4-BE49-F238E27FC236}">
                  <a16:creationId xmlns:a16="http://schemas.microsoft.com/office/drawing/2014/main" id="{BCCC1566-85E3-CE0B-5E65-EA68E295AD5F}"/>
                </a:ext>
              </a:extLst>
            </p:cNvPr>
            <p:cNvSpPr/>
            <p:nvPr/>
          </p:nvSpPr>
          <p:spPr>
            <a:xfrm>
              <a:off x="3084074" y="2945124"/>
              <a:ext cx="84797" cy="122338"/>
            </a:xfrm>
            <a:custGeom>
              <a:avLst/>
              <a:gdLst/>
              <a:ahLst/>
              <a:cxnLst/>
              <a:rect l="l" t="t" r="r" b="b"/>
              <a:pathLst>
                <a:path w="576" h="831" extrusionOk="0">
                  <a:moveTo>
                    <a:pt x="554" y="1"/>
                  </a:moveTo>
                  <a:cubicBezTo>
                    <a:pt x="1" y="1"/>
                    <a:pt x="1" y="830"/>
                    <a:pt x="554" y="830"/>
                  </a:cubicBezTo>
                  <a:lnTo>
                    <a:pt x="576" y="830"/>
                  </a:lnTo>
                  <a:cubicBezTo>
                    <a:pt x="355" y="819"/>
                    <a:pt x="178" y="642"/>
                    <a:pt x="178" y="421"/>
                  </a:cubicBezTo>
                  <a:cubicBezTo>
                    <a:pt x="178" y="200"/>
                    <a:pt x="355" y="12"/>
                    <a:pt x="5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39">
              <a:extLst>
                <a:ext uri="{FF2B5EF4-FFF2-40B4-BE49-F238E27FC236}">
                  <a16:creationId xmlns:a16="http://schemas.microsoft.com/office/drawing/2014/main" id="{C7974555-D8A9-332A-7CB1-6A30B53EC9B3}"/>
                </a:ext>
              </a:extLst>
            </p:cNvPr>
            <p:cNvSpPr/>
            <p:nvPr/>
          </p:nvSpPr>
          <p:spPr>
            <a:xfrm>
              <a:off x="3168724" y="2980898"/>
              <a:ext cx="38277" cy="50790"/>
            </a:xfrm>
            <a:custGeom>
              <a:avLst/>
              <a:gdLst/>
              <a:ahLst/>
              <a:cxnLst/>
              <a:rect l="l" t="t" r="r" b="b"/>
              <a:pathLst>
                <a:path w="260" h="345" extrusionOk="0">
                  <a:moveTo>
                    <a:pt x="43" y="0"/>
                  </a:moveTo>
                  <a:cubicBezTo>
                    <a:pt x="36" y="0"/>
                    <a:pt x="30" y="1"/>
                    <a:pt x="23" y="1"/>
                  </a:cubicBezTo>
                  <a:lnTo>
                    <a:pt x="23" y="12"/>
                  </a:lnTo>
                  <a:lnTo>
                    <a:pt x="1" y="12"/>
                  </a:lnTo>
                  <a:cubicBezTo>
                    <a:pt x="211" y="23"/>
                    <a:pt x="211" y="322"/>
                    <a:pt x="1" y="344"/>
                  </a:cubicBezTo>
                  <a:lnTo>
                    <a:pt x="23" y="344"/>
                  </a:lnTo>
                  <a:cubicBezTo>
                    <a:pt x="30" y="345"/>
                    <a:pt x="36" y="345"/>
                    <a:pt x="43" y="345"/>
                  </a:cubicBezTo>
                  <a:cubicBezTo>
                    <a:pt x="259" y="345"/>
                    <a:pt x="259" y="0"/>
                    <a:pt x="4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39">
              <a:extLst>
                <a:ext uri="{FF2B5EF4-FFF2-40B4-BE49-F238E27FC236}">
                  <a16:creationId xmlns:a16="http://schemas.microsoft.com/office/drawing/2014/main" id="{04806863-F1B3-1B02-0164-30BA633F49F2}"/>
                </a:ext>
              </a:extLst>
            </p:cNvPr>
            <p:cNvSpPr/>
            <p:nvPr/>
          </p:nvSpPr>
          <p:spPr>
            <a:xfrm>
              <a:off x="2807305" y="2810126"/>
              <a:ext cx="373049" cy="211699"/>
            </a:xfrm>
            <a:custGeom>
              <a:avLst/>
              <a:gdLst/>
              <a:ahLst/>
              <a:cxnLst/>
              <a:rect l="l" t="t" r="r" b="b"/>
              <a:pathLst>
                <a:path w="2534" h="1438" extrusionOk="0">
                  <a:moveTo>
                    <a:pt x="1273" y="255"/>
                  </a:moveTo>
                  <a:lnTo>
                    <a:pt x="1328" y="310"/>
                  </a:lnTo>
                  <a:lnTo>
                    <a:pt x="1217" y="310"/>
                  </a:lnTo>
                  <a:lnTo>
                    <a:pt x="1273" y="255"/>
                  </a:lnTo>
                  <a:close/>
                  <a:moveTo>
                    <a:pt x="952" y="575"/>
                  </a:moveTo>
                  <a:lnTo>
                    <a:pt x="952" y="1239"/>
                  </a:lnTo>
                  <a:lnTo>
                    <a:pt x="288" y="1239"/>
                  </a:lnTo>
                  <a:lnTo>
                    <a:pt x="952" y="575"/>
                  </a:lnTo>
                  <a:close/>
                  <a:moveTo>
                    <a:pt x="1593" y="575"/>
                  </a:moveTo>
                  <a:lnTo>
                    <a:pt x="2257" y="1239"/>
                  </a:lnTo>
                  <a:lnTo>
                    <a:pt x="1593" y="1239"/>
                  </a:lnTo>
                  <a:lnTo>
                    <a:pt x="1593" y="575"/>
                  </a:lnTo>
                  <a:close/>
                  <a:moveTo>
                    <a:pt x="1239" y="0"/>
                  </a:moveTo>
                  <a:lnTo>
                    <a:pt x="1" y="1239"/>
                  </a:lnTo>
                  <a:lnTo>
                    <a:pt x="1" y="1438"/>
                  </a:lnTo>
                  <a:lnTo>
                    <a:pt x="2522" y="1438"/>
                  </a:lnTo>
                  <a:lnTo>
                    <a:pt x="2522" y="1239"/>
                  </a:lnTo>
                  <a:lnTo>
                    <a:pt x="2533" y="1239"/>
                  </a:lnTo>
                  <a:lnTo>
                    <a:pt x="1317" y="22"/>
                  </a:lnTo>
                  <a:lnTo>
                    <a:pt x="1284" y="44"/>
                  </a:lnTo>
                  <a:lnTo>
                    <a:pt x="123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39">
              <a:extLst>
                <a:ext uri="{FF2B5EF4-FFF2-40B4-BE49-F238E27FC236}">
                  <a16:creationId xmlns:a16="http://schemas.microsoft.com/office/drawing/2014/main" id="{474E76D8-0C99-48F5-7895-6B9EC0A77DA5}"/>
                </a:ext>
              </a:extLst>
            </p:cNvPr>
            <p:cNvSpPr/>
            <p:nvPr/>
          </p:nvSpPr>
          <p:spPr>
            <a:xfrm>
              <a:off x="2795969" y="2810126"/>
              <a:ext cx="372902" cy="211699"/>
            </a:xfrm>
            <a:custGeom>
              <a:avLst/>
              <a:gdLst/>
              <a:ahLst/>
              <a:cxnLst/>
              <a:rect l="l" t="t" r="r" b="b"/>
              <a:pathLst>
                <a:path w="2533" h="1438" extrusionOk="0">
                  <a:moveTo>
                    <a:pt x="1272" y="255"/>
                  </a:moveTo>
                  <a:lnTo>
                    <a:pt x="1327" y="310"/>
                  </a:lnTo>
                  <a:lnTo>
                    <a:pt x="1217" y="310"/>
                  </a:lnTo>
                  <a:lnTo>
                    <a:pt x="1272" y="255"/>
                  </a:lnTo>
                  <a:close/>
                  <a:moveTo>
                    <a:pt x="951" y="575"/>
                  </a:moveTo>
                  <a:lnTo>
                    <a:pt x="951" y="1239"/>
                  </a:lnTo>
                  <a:lnTo>
                    <a:pt x="288" y="1239"/>
                  </a:lnTo>
                  <a:lnTo>
                    <a:pt x="951" y="575"/>
                  </a:lnTo>
                  <a:close/>
                  <a:moveTo>
                    <a:pt x="1593" y="575"/>
                  </a:moveTo>
                  <a:lnTo>
                    <a:pt x="2256" y="1239"/>
                  </a:lnTo>
                  <a:lnTo>
                    <a:pt x="1593" y="1239"/>
                  </a:lnTo>
                  <a:lnTo>
                    <a:pt x="1593" y="575"/>
                  </a:lnTo>
                  <a:close/>
                  <a:moveTo>
                    <a:pt x="1250" y="0"/>
                  </a:moveTo>
                  <a:lnTo>
                    <a:pt x="0" y="1239"/>
                  </a:lnTo>
                  <a:lnTo>
                    <a:pt x="0" y="1438"/>
                  </a:lnTo>
                  <a:lnTo>
                    <a:pt x="2533" y="1438"/>
                  </a:lnTo>
                  <a:lnTo>
                    <a:pt x="2533" y="1239"/>
                  </a:lnTo>
                  <a:lnTo>
                    <a:pt x="1316" y="22"/>
                  </a:lnTo>
                  <a:lnTo>
                    <a:pt x="1294" y="44"/>
                  </a:lnTo>
                  <a:lnTo>
                    <a:pt x="12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39">
              <a:extLst>
                <a:ext uri="{FF2B5EF4-FFF2-40B4-BE49-F238E27FC236}">
                  <a16:creationId xmlns:a16="http://schemas.microsoft.com/office/drawing/2014/main" id="{43A601A7-483B-BF98-FA17-528771465994}"/>
                </a:ext>
              </a:extLst>
            </p:cNvPr>
            <p:cNvSpPr/>
            <p:nvPr/>
          </p:nvSpPr>
          <p:spPr>
            <a:xfrm>
              <a:off x="907610" y="2945124"/>
              <a:ext cx="143390" cy="122779"/>
            </a:xfrm>
            <a:custGeom>
              <a:avLst/>
              <a:gdLst/>
              <a:ahLst/>
              <a:cxnLst/>
              <a:rect l="l" t="t" r="r" b="b"/>
              <a:pathLst>
                <a:path w="974" h="834" extrusionOk="0">
                  <a:moveTo>
                    <a:pt x="555" y="247"/>
                  </a:moveTo>
                  <a:cubicBezTo>
                    <a:pt x="645" y="247"/>
                    <a:pt x="730" y="317"/>
                    <a:pt x="730" y="421"/>
                  </a:cubicBezTo>
                  <a:cubicBezTo>
                    <a:pt x="730" y="510"/>
                    <a:pt x="653" y="587"/>
                    <a:pt x="554" y="587"/>
                  </a:cubicBezTo>
                  <a:cubicBezTo>
                    <a:pt x="399" y="587"/>
                    <a:pt x="321" y="410"/>
                    <a:pt x="432" y="300"/>
                  </a:cubicBezTo>
                  <a:cubicBezTo>
                    <a:pt x="468" y="264"/>
                    <a:pt x="512" y="247"/>
                    <a:pt x="555" y="247"/>
                  </a:cubicBezTo>
                  <a:close/>
                  <a:moveTo>
                    <a:pt x="554" y="1"/>
                  </a:moveTo>
                  <a:cubicBezTo>
                    <a:pt x="189" y="1"/>
                    <a:pt x="1" y="454"/>
                    <a:pt x="255" y="709"/>
                  </a:cubicBezTo>
                  <a:cubicBezTo>
                    <a:pt x="341" y="795"/>
                    <a:pt x="447" y="833"/>
                    <a:pt x="551" y="833"/>
                  </a:cubicBezTo>
                  <a:cubicBezTo>
                    <a:pt x="767" y="833"/>
                    <a:pt x="974" y="668"/>
                    <a:pt x="974" y="421"/>
                  </a:cubicBezTo>
                  <a:cubicBezTo>
                    <a:pt x="974" y="189"/>
                    <a:pt x="786" y="1"/>
                    <a:pt x="5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39">
              <a:extLst>
                <a:ext uri="{FF2B5EF4-FFF2-40B4-BE49-F238E27FC236}">
                  <a16:creationId xmlns:a16="http://schemas.microsoft.com/office/drawing/2014/main" id="{06DFF3A6-7262-A270-D9CB-96D2540583D2}"/>
                </a:ext>
              </a:extLst>
            </p:cNvPr>
            <p:cNvSpPr/>
            <p:nvPr/>
          </p:nvSpPr>
          <p:spPr>
            <a:xfrm>
              <a:off x="876694" y="2922453"/>
              <a:ext cx="197124" cy="169153"/>
            </a:xfrm>
            <a:custGeom>
              <a:avLst/>
              <a:gdLst/>
              <a:ahLst/>
              <a:cxnLst/>
              <a:rect l="l" t="t" r="r" b="b"/>
              <a:pathLst>
                <a:path w="1339" h="1149" extrusionOk="0">
                  <a:moveTo>
                    <a:pt x="754" y="160"/>
                  </a:moveTo>
                  <a:cubicBezTo>
                    <a:pt x="973" y="160"/>
                    <a:pt x="1184" y="326"/>
                    <a:pt x="1184" y="575"/>
                  </a:cubicBezTo>
                  <a:cubicBezTo>
                    <a:pt x="1184" y="807"/>
                    <a:pt x="996" y="995"/>
                    <a:pt x="764" y="995"/>
                  </a:cubicBezTo>
                  <a:cubicBezTo>
                    <a:pt x="399" y="995"/>
                    <a:pt x="211" y="542"/>
                    <a:pt x="465" y="277"/>
                  </a:cubicBezTo>
                  <a:cubicBezTo>
                    <a:pt x="549" y="196"/>
                    <a:pt x="653" y="160"/>
                    <a:pt x="754" y="160"/>
                  </a:cubicBezTo>
                  <a:close/>
                  <a:moveTo>
                    <a:pt x="764" y="0"/>
                  </a:moveTo>
                  <a:cubicBezTo>
                    <a:pt x="255" y="0"/>
                    <a:pt x="1" y="619"/>
                    <a:pt x="354" y="984"/>
                  </a:cubicBezTo>
                  <a:cubicBezTo>
                    <a:pt x="472" y="1098"/>
                    <a:pt x="615" y="1149"/>
                    <a:pt x="755" y="1149"/>
                  </a:cubicBezTo>
                  <a:cubicBezTo>
                    <a:pt x="1053" y="1149"/>
                    <a:pt x="1339" y="921"/>
                    <a:pt x="1339" y="575"/>
                  </a:cubicBezTo>
                  <a:cubicBezTo>
                    <a:pt x="1339" y="254"/>
                    <a:pt x="1084" y="0"/>
                    <a:pt x="7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39">
              <a:extLst>
                <a:ext uri="{FF2B5EF4-FFF2-40B4-BE49-F238E27FC236}">
                  <a16:creationId xmlns:a16="http://schemas.microsoft.com/office/drawing/2014/main" id="{0C51D602-0E0D-A1E0-A0DF-0FA6702BA573}"/>
                </a:ext>
              </a:extLst>
            </p:cNvPr>
            <p:cNvSpPr/>
            <p:nvPr/>
          </p:nvSpPr>
          <p:spPr>
            <a:xfrm>
              <a:off x="954867" y="2982517"/>
              <a:ext cx="60359" cy="50201"/>
            </a:xfrm>
            <a:custGeom>
              <a:avLst/>
              <a:gdLst/>
              <a:ahLst/>
              <a:cxnLst/>
              <a:rect l="l" t="t" r="r" b="b"/>
              <a:pathLst>
                <a:path w="410" h="341" extrusionOk="0">
                  <a:moveTo>
                    <a:pt x="251" y="0"/>
                  </a:moveTo>
                  <a:cubicBezTo>
                    <a:pt x="245" y="0"/>
                    <a:pt x="239" y="1"/>
                    <a:pt x="233" y="1"/>
                  </a:cubicBezTo>
                  <a:cubicBezTo>
                    <a:pt x="78" y="1"/>
                    <a:pt x="0" y="178"/>
                    <a:pt x="111" y="289"/>
                  </a:cubicBezTo>
                  <a:cubicBezTo>
                    <a:pt x="147" y="325"/>
                    <a:pt x="191" y="341"/>
                    <a:pt x="234" y="341"/>
                  </a:cubicBezTo>
                  <a:cubicBezTo>
                    <a:pt x="324" y="341"/>
                    <a:pt x="409" y="272"/>
                    <a:pt x="409" y="167"/>
                  </a:cubicBezTo>
                  <a:cubicBezTo>
                    <a:pt x="399" y="74"/>
                    <a:pt x="340" y="0"/>
                    <a:pt x="25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39">
              <a:extLst>
                <a:ext uri="{FF2B5EF4-FFF2-40B4-BE49-F238E27FC236}">
                  <a16:creationId xmlns:a16="http://schemas.microsoft.com/office/drawing/2014/main" id="{1CE18B13-EC60-56A9-2340-4F8B8EE1BC63}"/>
                </a:ext>
              </a:extLst>
            </p:cNvPr>
            <p:cNvSpPr/>
            <p:nvPr/>
          </p:nvSpPr>
          <p:spPr>
            <a:xfrm>
              <a:off x="1013459" y="2922306"/>
              <a:ext cx="105997" cy="169595"/>
            </a:xfrm>
            <a:custGeom>
              <a:avLst/>
              <a:gdLst/>
              <a:ahLst/>
              <a:cxnLst/>
              <a:rect l="l" t="t" r="r" b="b"/>
              <a:pathLst>
                <a:path w="720" h="1152" extrusionOk="0">
                  <a:moveTo>
                    <a:pt x="54" y="1"/>
                  </a:moveTo>
                  <a:cubicBezTo>
                    <a:pt x="48" y="1"/>
                    <a:pt x="41" y="1"/>
                    <a:pt x="34" y="1"/>
                  </a:cubicBezTo>
                  <a:lnTo>
                    <a:pt x="0" y="1"/>
                  </a:lnTo>
                  <a:cubicBezTo>
                    <a:pt x="719" y="34"/>
                    <a:pt x="719" y="1118"/>
                    <a:pt x="0" y="1151"/>
                  </a:cubicBezTo>
                  <a:lnTo>
                    <a:pt x="34" y="1151"/>
                  </a:lnTo>
                  <a:cubicBezTo>
                    <a:pt x="41" y="1151"/>
                    <a:pt x="48" y="1152"/>
                    <a:pt x="54" y="1152"/>
                  </a:cubicBezTo>
                  <a:cubicBezTo>
                    <a:pt x="376" y="1152"/>
                    <a:pt x="631" y="901"/>
                    <a:pt x="631" y="576"/>
                  </a:cubicBezTo>
                  <a:cubicBezTo>
                    <a:pt x="631" y="251"/>
                    <a:pt x="376" y="1"/>
                    <a:pt x="5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39">
              <a:extLst>
                <a:ext uri="{FF2B5EF4-FFF2-40B4-BE49-F238E27FC236}">
                  <a16:creationId xmlns:a16="http://schemas.microsoft.com/office/drawing/2014/main" id="{211FB2CF-135C-0959-7F36-171509953D3C}"/>
                </a:ext>
              </a:extLst>
            </p:cNvPr>
            <p:cNvSpPr/>
            <p:nvPr/>
          </p:nvSpPr>
          <p:spPr>
            <a:xfrm>
              <a:off x="990641" y="2922453"/>
              <a:ext cx="107616" cy="169447"/>
            </a:xfrm>
            <a:custGeom>
              <a:avLst/>
              <a:gdLst/>
              <a:ahLst/>
              <a:cxnLst/>
              <a:rect l="l" t="t" r="r" b="b"/>
              <a:pathLst>
                <a:path w="731" h="1151" extrusionOk="0">
                  <a:moveTo>
                    <a:pt x="1" y="0"/>
                  </a:moveTo>
                  <a:cubicBezTo>
                    <a:pt x="730" y="33"/>
                    <a:pt x="730" y="1117"/>
                    <a:pt x="1" y="1150"/>
                  </a:cubicBezTo>
                  <a:lnTo>
                    <a:pt x="155" y="1150"/>
                  </a:lnTo>
                  <a:cubicBezTo>
                    <a:pt x="465" y="1150"/>
                    <a:pt x="719" y="896"/>
                    <a:pt x="719" y="575"/>
                  </a:cubicBezTo>
                  <a:cubicBezTo>
                    <a:pt x="719" y="254"/>
                    <a:pt x="465" y="0"/>
                    <a:pt x="15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39">
              <a:extLst>
                <a:ext uri="{FF2B5EF4-FFF2-40B4-BE49-F238E27FC236}">
                  <a16:creationId xmlns:a16="http://schemas.microsoft.com/office/drawing/2014/main" id="{BBB8BEBF-E008-15E1-50B6-5ACFE9A418AF}"/>
                </a:ext>
              </a:extLst>
            </p:cNvPr>
            <p:cNvSpPr/>
            <p:nvPr/>
          </p:nvSpPr>
          <p:spPr>
            <a:xfrm>
              <a:off x="984163" y="2922453"/>
              <a:ext cx="105997" cy="169447"/>
            </a:xfrm>
            <a:custGeom>
              <a:avLst/>
              <a:gdLst/>
              <a:ahLst/>
              <a:cxnLst/>
              <a:rect l="l" t="t" r="r" b="b"/>
              <a:pathLst>
                <a:path w="720" h="1151" extrusionOk="0">
                  <a:moveTo>
                    <a:pt x="0" y="0"/>
                  </a:moveTo>
                  <a:cubicBezTo>
                    <a:pt x="719" y="33"/>
                    <a:pt x="719" y="1117"/>
                    <a:pt x="0" y="1150"/>
                  </a:cubicBezTo>
                  <a:lnTo>
                    <a:pt x="45" y="1150"/>
                  </a:lnTo>
                  <a:cubicBezTo>
                    <a:pt x="365" y="1150"/>
                    <a:pt x="620" y="896"/>
                    <a:pt x="620" y="575"/>
                  </a:cubicBezTo>
                  <a:cubicBezTo>
                    <a:pt x="620" y="254"/>
                    <a:pt x="365" y="0"/>
                    <a:pt x="4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39">
              <a:extLst>
                <a:ext uri="{FF2B5EF4-FFF2-40B4-BE49-F238E27FC236}">
                  <a16:creationId xmlns:a16="http://schemas.microsoft.com/office/drawing/2014/main" id="{B933E95C-7B17-8ACB-50C4-BC45EC5FC656}"/>
                </a:ext>
              </a:extLst>
            </p:cNvPr>
            <p:cNvSpPr/>
            <p:nvPr/>
          </p:nvSpPr>
          <p:spPr>
            <a:xfrm>
              <a:off x="907610" y="2945124"/>
              <a:ext cx="84797" cy="122338"/>
            </a:xfrm>
            <a:custGeom>
              <a:avLst/>
              <a:gdLst/>
              <a:ahLst/>
              <a:cxnLst/>
              <a:rect l="l" t="t" r="r" b="b"/>
              <a:pathLst>
                <a:path w="576" h="831" extrusionOk="0">
                  <a:moveTo>
                    <a:pt x="554" y="1"/>
                  </a:moveTo>
                  <a:cubicBezTo>
                    <a:pt x="1" y="1"/>
                    <a:pt x="1" y="830"/>
                    <a:pt x="554" y="830"/>
                  </a:cubicBezTo>
                  <a:lnTo>
                    <a:pt x="576" y="830"/>
                  </a:lnTo>
                  <a:cubicBezTo>
                    <a:pt x="355" y="819"/>
                    <a:pt x="178" y="642"/>
                    <a:pt x="178" y="421"/>
                  </a:cubicBezTo>
                  <a:cubicBezTo>
                    <a:pt x="178" y="200"/>
                    <a:pt x="355" y="12"/>
                    <a:pt x="576" y="1"/>
                  </a:cubicBezTo>
                  <a:close/>
                </a:path>
              </a:pathLst>
            </a:custGeom>
            <a:solidFill>
              <a:srgbClr val="C3C5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39">
              <a:extLst>
                <a:ext uri="{FF2B5EF4-FFF2-40B4-BE49-F238E27FC236}">
                  <a16:creationId xmlns:a16="http://schemas.microsoft.com/office/drawing/2014/main" id="{65F91631-F981-1A88-2710-5F0D44BE2CAD}"/>
                </a:ext>
              </a:extLst>
            </p:cNvPr>
            <p:cNvSpPr/>
            <p:nvPr/>
          </p:nvSpPr>
          <p:spPr>
            <a:xfrm>
              <a:off x="992260" y="2981045"/>
              <a:ext cx="34302" cy="50643"/>
            </a:xfrm>
            <a:custGeom>
              <a:avLst/>
              <a:gdLst/>
              <a:ahLst/>
              <a:cxnLst/>
              <a:rect l="l" t="t" r="r" b="b"/>
              <a:pathLst>
                <a:path w="233" h="344" extrusionOk="0">
                  <a:moveTo>
                    <a:pt x="23" y="0"/>
                  </a:moveTo>
                  <a:lnTo>
                    <a:pt x="23" y="11"/>
                  </a:lnTo>
                  <a:lnTo>
                    <a:pt x="1" y="11"/>
                  </a:lnTo>
                  <a:cubicBezTo>
                    <a:pt x="211" y="22"/>
                    <a:pt x="211" y="321"/>
                    <a:pt x="1" y="343"/>
                  </a:cubicBezTo>
                  <a:lnTo>
                    <a:pt x="23" y="343"/>
                  </a:lnTo>
                  <a:cubicBezTo>
                    <a:pt x="233" y="321"/>
                    <a:pt x="233" y="22"/>
                    <a:pt x="23" y="0"/>
                  </a:cubicBezTo>
                  <a:close/>
                </a:path>
              </a:pathLst>
            </a:custGeom>
            <a:solidFill>
              <a:srgbClr val="C3C5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39">
              <a:extLst>
                <a:ext uri="{FF2B5EF4-FFF2-40B4-BE49-F238E27FC236}">
                  <a16:creationId xmlns:a16="http://schemas.microsoft.com/office/drawing/2014/main" id="{08EF6E1F-53E6-B46D-6227-8EB30E0764CC}"/>
                </a:ext>
              </a:extLst>
            </p:cNvPr>
            <p:cNvSpPr/>
            <p:nvPr/>
          </p:nvSpPr>
          <p:spPr>
            <a:xfrm>
              <a:off x="1272268" y="2945124"/>
              <a:ext cx="143390" cy="122779"/>
            </a:xfrm>
            <a:custGeom>
              <a:avLst/>
              <a:gdLst/>
              <a:ahLst/>
              <a:cxnLst/>
              <a:rect l="l" t="t" r="r" b="b"/>
              <a:pathLst>
                <a:path w="974" h="834" extrusionOk="0">
                  <a:moveTo>
                    <a:pt x="559" y="247"/>
                  </a:moveTo>
                  <a:cubicBezTo>
                    <a:pt x="645" y="247"/>
                    <a:pt x="730" y="317"/>
                    <a:pt x="730" y="421"/>
                  </a:cubicBezTo>
                  <a:cubicBezTo>
                    <a:pt x="730" y="510"/>
                    <a:pt x="653" y="587"/>
                    <a:pt x="565" y="587"/>
                  </a:cubicBezTo>
                  <a:cubicBezTo>
                    <a:pt x="410" y="587"/>
                    <a:pt x="332" y="410"/>
                    <a:pt x="443" y="300"/>
                  </a:cubicBezTo>
                  <a:cubicBezTo>
                    <a:pt x="475" y="264"/>
                    <a:pt x="517" y="247"/>
                    <a:pt x="559" y="247"/>
                  </a:cubicBezTo>
                  <a:close/>
                  <a:moveTo>
                    <a:pt x="565" y="1"/>
                  </a:moveTo>
                  <a:cubicBezTo>
                    <a:pt x="189" y="1"/>
                    <a:pt x="1" y="454"/>
                    <a:pt x="266" y="709"/>
                  </a:cubicBezTo>
                  <a:cubicBezTo>
                    <a:pt x="352" y="795"/>
                    <a:pt x="457" y="833"/>
                    <a:pt x="559" y="833"/>
                  </a:cubicBezTo>
                  <a:cubicBezTo>
                    <a:pt x="772" y="833"/>
                    <a:pt x="974" y="668"/>
                    <a:pt x="974" y="421"/>
                  </a:cubicBezTo>
                  <a:cubicBezTo>
                    <a:pt x="974" y="189"/>
                    <a:pt x="786" y="1"/>
                    <a:pt x="5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39">
              <a:extLst>
                <a:ext uri="{FF2B5EF4-FFF2-40B4-BE49-F238E27FC236}">
                  <a16:creationId xmlns:a16="http://schemas.microsoft.com/office/drawing/2014/main" id="{69519FA8-CD1C-4B7A-1BB6-820A6314C455}"/>
                </a:ext>
              </a:extLst>
            </p:cNvPr>
            <p:cNvSpPr/>
            <p:nvPr/>
          </p:nvSpPr>
          <p:spPr>
            <a:xfrm>
              <a:off x="1241352" y="2922453"/>
              <a:ext cx="197124" cy="169153"/>
            </a:xfrm>
            <a:custGeom>
              <a:avLst/>
              <a:gdLst/>
              <a:ahLst/>
              <a:cxnLst/>
              <a:rect l="l" t="t" r="r" b="b"/>
              <a:pathLst>
                <a:path w="1339" h="1149" extrusionOk="0">
                  <a:moveTo>
                    <a:pt x="763" y="160"/>
                  </a:moveTo>
                  <a:cubicBezTo>
                    <a:pt x="978" y="160"/>
                    <a:pt x="1184" y="326"/>
                    <a:pt x="1184" y="575"/>
                  </a:cubicBezTo>
                  <a:cubicBezTo>
                    <a:pt x="1184" y="807"/>
                    <a:pt x="996" y="995"/>
                    <a:pt x="775" y="995"/>
                  </a:cubicBezTo>
                  <a:cubicBezTo>
                    <a:pt x="399" y="995"/>
                    <a:pt x="211" y="542"/>
                    <a:pt x="476" y="277"/>
                  </a:cubicBezTo>
                  <a:cubicBezTo>
                    <a:pt x="560" y="196"/>
                    <a:pt x="663" y="160"/>
                    <a:pt x="763" y="160"/>
                  </a:cubicBezTo>
                  <a:close/>
                  <a:moveTo>
                    <a:pt x="775" y="0"/>
                  </a:moveTo>
                  <a:cubicBezTo>
                    <a:pt x="255" y="0"/>
                    <a:pt x="1" y="619"/>
                    <a:pt x="365" y="984"/>
                  </a:cubicBezTo>
                  <a:cubicBezTo>
                    <a:pt x="482" y="1098"/>
                    <a:pt x="625" y="1149"/>
                    <a:pt x="764" y="1149"/>
                  </a:cubicBezTo>
                  <a:cubicBezTo>
                    <a:pt x="1058" y="1149"/>
                    <a:pt x="1338" y="921"/>
                    <a:pt x="1338" y="575"/>
                  </a:cubicBezTo>
                  <a:cubicBezTo>
                    <a:pt x="1338" y="254"/>
                    <a:pt x="1084" y="0"/>
                    <a:pt x="7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39">
              <a:extLst>
                <a:ext uri="{FF2B5EF4-FFF2-40B4-BE49-F238E27FC236}">
                  <a16:creationId xmlns:a16="http://schemas.microsoft.com/office/drawing/2014/main" id="{A66253F3-2A02-227F-F57F-E80336CCD40A}"/>
                </a:ext>
              </a:extLst>
            </p:cNvPr>
            <p:cNvSpPr/>
            <p:nvPr/>
          </p:nvSpPr>
          <p:spPr>
            <a:xfrm>
              <a:off x="1321144" y="2982517"/>
              <a:ext cx="58740" cy="50201"/>
            </a:xfrm>
            <a:custGeom>
              <a:avLst/>
              <a:gdLst/>
              <a:ahLst/>
              <a:cxnLst/>
              <a:rect l="l" t="t" r="r" b="b"/>
              <a:pathLst>
                <a:path w="399" h="341" extrusionOk="0">
                  <a:moveTo>
                    <a:pt x="249" y="0"/>
                  </a:moveTo>
                  <a:cubicBezTo>
                    <a:pt x="244" y="0"/>
                    <a:pt x="238" y="1"/>
                    <a:pt x="233" y="1"/>
                  </a:cubicBezTo>
                  <a:cubicBezTo>
                    <a:pt x="78" y="1"/>
                    <a:pt x="0" y="178"/>
                    <a:pt x="111" y="289"/>
                  </a:cubicBezTo>
                  <a:cubicBezTo>
                    <a:pt x="147" y="325"/>
                    <a:pt x="190" y="341"/>
                    <a:pt x="231" y="341"/>
                  </a:cubicBezTo>
                  <a:cubicBezTo>
                    <a:pt x="318" y="341"/>
                    <a:pt x="398" y="272"/>
                    <a:pt x="398" y="167"/>
                  </a:cubicBezTo>
                  <a:cubicBezTo>
                    <a:pt x="398" y="74"/>
                    <a:pt x="331" y="0"/>
                    <a:pt x="24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39">
              <a:extLst>
                <a:ext uri="{FF2B5EF4-FFF2-40B4-BE49-F238E27FC236}">
                  <a16:creationId xmlns:a16="http://schemas.microsoft.com/office/drawing/2014/main" id="{CA689789-5399-BB30-4E4D-0B9454E57395}"/>
                </a:ext>
              </a:extLst>
            </p:cNvPr>
            <p:cNvSpPr/>
            <p:nvPr/>
          </p:nvSpPr>
          <p:spPr>
            <a:xfrm>
              <a:off x="1378117" y="2922453"/>
              <a:ext cx="112474" cy="169447"/>
            </a:xfrm>
            <a:custGeom>
              <a:avLst/>
              <a:gdLst/>
              <a:ahLst/>
              <a:cxnLst/>
              <a:rect l="l" t="t" r="r" b="b"/>
              <a:pathLst>
                <a:path w="764" h="1151" extrusionOk="0">
                  <a:moveTo>
                    <a:pt x="0" y="0"/>
                  </a:moveTo>
                  <a:cubicBezTo>
                    <a:pt x="730" y="33"/>
                    <a:pt x="730" y="1117"/>
                    <a:pt x="0" y="1150"/>
                  </a:cubicBezTo>
                  <a:lnTo>
                    <a:pt x="45" y="1150"/>
                  </a:lnTo>
                  <a:cubicBezTo>
                    <a:pt x="763" y="1117"/>
                    <a:pt x="763" y="33"/>
                    <a:pt x="45" y="0"/>
                  </a:cubicBezTo>
                  <a:close/>
                </a:path>
              </a:pathLst>
            </a:custGeom>
            <a:solidFill>
              <a:srgbClr val="C3C5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39">
              <a:extLst>
                <a:ext uri="{FF2B5EF4-FFF2-40B4-BE49-F238E27FC236}">
                  <a16:creationId xmlns:a16="http://schemas.microsoft.com/office/drawing/2014/main" id="{75C94D7C-1407-8C94-EA15-C62D14214D7C}"/>
                </a:ext>
              </a:extLst>
            </p:cNvPr>
            <p:cNvSpPr/>
            <p:nvPr/>
          </p:nvSpPr>
          <p:spPr>
            <a:xfrm>
              <a:off x="1356918" y="2922306"/>
              <a:ext cx="105997" cy="169595"/>
            </a:xfrm>
            <a:custGeom>
              <a:avLst/>
              <a:gdLst/>
              <a:ahLst/>
              <a:cxnLst/>
              <a:rect l="l" t="t" r="r" b="b"/>
              <a:pathLst>
                <a:path w="720" h="1152" extrusionOk="0">
                  <a:moveTo>
                    <a:pt x="21" y="1"/>
                  </a:moveTo>
                  <a:cubicBezTo>
                    <a:pt x="14" y="1"/>
                    <a:pt x="7" y="1"/>
                    <a:pt x="1" y="1"/>
                  </a:cubicBezTo>
                  <a:lnTo>
                    <a:pt x="41" y="1"/>
                  </a:lnTo>
                  <a:cubicBezTo>
                    <a:pt x="34" y="1"/>
                    <a:pt x="27" y="1"/>
                    <a:pt x="21" y="1"/>
                  </a:cubicBezTo>
                  <a:close/>
                  <a:moveTo>
                    <a:pt x="41" y="1"/>
                  </a:moveTo>
                  <a:cubicBezTo>
                    <a:pt x="344" y="12"/>
                    <a:pt x="598" y="258"/>
                    <a:pt x="598" y="576"/>
                  </a:cubicBezTo>
                  <a:cubicBezTo>
                    <a:pt x="598" y="894"/>
                    <a:pt x="344" y="1141"/>
                    <a:pt x="41" y="1151"/>
                  </a:cubicBezTo>
                  <a:lnTo>
                    <a:pt x="144" y="1151"/>
                  </a:lnTo>
                  <a:cubicBezTo>
                    <a:pt x="465" y="1151"/>
                    <a:pt x="719" y="886"/>
                    <a:pt x="719" y="576"/>
                  </a:cubicBezTo>
                  <a:cubicBezTo>
                    <a:pt x="719" y="255"/>
                    <a:pt x="465" y="1"/>
                    <a:pt x="144" y="1"/>
                  </a:cubicBezTo>
                  <a:close/>
                  <a:moveTo>
                    <a:pt x="1" y="1151"/>
                  </a:moveTo>
                  <a:cubicBezTo>
                    <a:pt x="7" y="1151"/>
                    <a:pt x="14" y="1152"/>
                    <a:pt x="21" y="1152"/>
                  </a:cubicBezTo>
                  <a:cubicBezTo>
                    <a:pt x="27" y="1152"/>
                    <a:pt x="34" y="1151"/>
                    <a:pt x="41" y="115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39">
              <a:extLst>
                <a:ext uri="{FF2B5EF4-FFF2-40B4-BE49-F238E27FC236}">
                  <a16:creationId xmlns:a16="http://schemas.microsoft.com/office/drawing/2014/main" id="{4FCD5622-F6F9-6014-4ECC-95A1371C3785}"/>
                </a:ext>
              </a:extLst>
            </p:cNvPr>
            <p:cNvSpPr/>
            <p:nvPr/>
          </p:nvSpPr>
          <p:spPr>
            <a:xfrm>
              <a:off x="1348821" y="2922306"/>
              <a:ext cx="92894" cy="169595"/>
            </a:xfrm>
            <a:custGeom>
              <a:avLst/>
              <a:gdLst/>
              <a:ahLst/>
              <a:cxnLst/>
              <a:rect l="l" t="t" r="r" b="b"/>
              <a:pathLst>
                <a:path w="631" h="1152" extrusionOk="0">
                  <a:moveTo>
                    <a:pt x="21" y="1"/>
                  </a:moveTo>
                  <a:cubicBezTo>
                    <a:pt x="14" y="1"/>
                    <a:pt x="7" y="1"/>
                    <a:pt x="0" y="1"/>
                  </a:cubicBezTo>
                  <a:lnTo>
                    <a:pt x="42" y="1"/>
                  </a:lnTo>
                  <a:cubicBezTo>
                    <a:pt x="35" y="1"/>
                    <a:pt x="28" y="1"/>
                    <a:pt x="21" y="1"/>
                  </a:cubicBezTo>
                  <a:close/>
                  <a:moveTo>
                    <a:pt x="42" y="1"/>
                  </a:moveTo>
                  <a:cubicBezTo>
                    <a:pt x="355" y="12"/>
                    <a:pt x="608" y="258"/>
                    <a:pt x="608" y="576"/>
                  </a:cubicBezTo>
                  <a:cubicBezTo>
                    <a:pt x="608" y="894"/>
                    <a:pt x="355" y="1141"/>
                    <a:pt x="42" y="1151"/>
                  </a:cubicBezTo>
                  <a:lnTo>
                    <a:pt x="56" y="1151"/>
                  </a:lnTo>
                  <a:cubicBezTo>
                    <a:pt x="376" y="1151"/>
                    <a:pt x="631" y="897"/>
                    <a:pt x="631" y="576"/>
                  </a:cubicBezTo>
                  <a:cubicBezTo>
                    <a:pt x="631" y="255"/>
                    <a:pt x="376" y="1"/>
                    <a:pt x="56" y="1"/>
                  </a:cubicBezTo>
                  <a:close/>
                  <a:moveTo>
                    <a:pt x="0" y="1151"/>
                  </a:moveTo>
                  <a:cubicBezTo>
                    <a:pt x="7" y="1151"/>
                    <a:pt x="14" y="1152"/>
                    <a:pt x="21" y="1152"/>
                  </a:cubicBezTo>
                  <a:cubicBezTo>
                    <a:pt x="28" y="1152"/>
                    <a:pt x="35" y="1151"/>
                    <a:pt x="42" y="115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39">
              <a:extLst>
                <a:ext uri="{FF2B5EF4-FFF2-40B4-BE49-F238E27FC236}">
                  <a16:creationId xmlns:a16="http://schemas.microsoft.com/office/drawing/2014/main" id="{80EF53F5-9E21-ACAD-91AE-8C5C72A51A29}"/>
                </a:ext>
              </a:extLst>
            </p:cNvPr>
            <p:cNvSpPr/>
            <p:nvPr/>
          </p:nvSpPr>
          <p:spPr>
            <a:xfrm>
              <a:off x="1273887" y="2945124"/>
              <a:ext cx="84797" cy="122338"/>
            </a:xfrm>
            <a:custGeom>
              <a:avLst/>
              <a:gdLst/>
              <a:ahLst/>
              <a:cxnLst/>
              <a:rect l="l" t="t" r="r" b="b"/>
              <a:pathLst>
                <a:path w="576" h="831" extrusionOk="0">
                  <a:moveTo>
                    <a:pt x="554" y="1"/>
                  </a:moveTo>
                  <a:cubicBezTo>
                    <a:pt x="1" y="1"/>
                    <a:pt x="1" y="830"/>
                    <a:pt x="554" y="830"/>
                  </a:cubicBezTo>
                  <a:lnTo>
                    <a:pt x="576" y="830"/>
                  </a:lnTo>
                  <a:cubicBezTo>
                    <a:pt x="354" y="819"/>
                    <a:pt x="178" y="642"/>
                    <a:pt x="178" y="421"/>
                  </a:cubicBezTo>
                  <a:cubicBezTo>
                    <a:pt x="178" y="200"/>
                    <a:pt x="354" y="12"/>
                    <a:pt x="5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39">
              <a:extLst>
                <a:ext uri="{FF2B5EF4-FFF2-40B4-BE49-F238E27FC236}">
                  <a16:creationId xmlns:a16="http://schemas.microsoft.com/office/drawing/2014/main" id="{F185315C-8FC9-38BA-6857-4A20F088D377}"/>
                </a:ext>
              </a:extLst>
            </p:cNvPr>
            <p:cNvSpPr/>
            <p:nvPr/>
          </p:nvSpPr>
          <p:spPr>
            <a:xfrm>
              <a:off x="1358537" y="2980898"/>
              <a:ext cx="38277" cy="50790"/>
            </a:xfrm>
            <a:custGeom>
              <a:avLst/>
              <a:gdLst/>
              <a:ahLst/>
              <a:cxnLst/>
              <a:rect l="l" t="t" r="r" b="b"/>
              <a:pathLst>
                <a:path w="260" h="345" extrusionOk="0">
                  <a:moveTo>
                    <a:pt x="32" y="0"/>
                  </a:moveTo>
                  <a:cubicBezTo>
                    <a:pt x="26" y="0"/>
                    <a:pt x="19" y="1"/>
                    <a:pt x="12" y="1"/>
                  </a:cubicBezTo>
                  <a:lnTo>
                    <a:pt x="12" y="12"/>
                  </a:lnTo>
                  <a:lnTo>
                    <a:pt x="1" y="12"/>
                  </a:lnTo>
                  <a:cubicBezTo>
                    <a:pt x="200" y="23"/>
                    <a:pt x="200" y="322"/>
                    <a:pt x="1" y="344"/>
                  </a:cubicBezTo>
                  <a:lnTo>
                    <a:pt x="12" y="344"/>
                  </a:lnTo>
                  <a:cubicBezTo>
                    <a:pt x="19" y="345"/>
                    <a:pt x="26" y="345"/>
                    <a:pt x="32" y="345"/>
                  </a:cubicBezTo>
                  <a:cubicBezTo>
                    <a:pt x="259" y="345"/>
                    <a:pt x="259" y="0"/>
                    <a:pt x="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39">
              <a:extLst>
                <a:ext uri="{FF2B5EF4-FFF2-40B4-BE49-F238E27FC236}">
                  <a16:creationId xmlns:a16="http://schemas.microsoft.com/office/drawing/2014/main" id="{4D18EE9C-6905-087D-5C7E-486B0FB2844D}"/>
                </a:ext>
              </a:extLst>
            </p:cNvPr>
            <p:cNvSpPr/>
            <p:nvPr/>
          </p:nvSpPr>
          <p:spPr>
            <a:xfrm>
              <a:off x="995499" y="2810126"/>
              <a:ext cx="372902" cy="211699"/>
            </a:xfrm>
            <a:custGeom>
              <a:avLst/>
              <a:gdLst/>
              <a:ahLst/>
              <a:cxnLst/>
              <a:rect l="l" t="t" r="r" b="b"/>
              <a:pathLst>
                <a:path w="2533" h="1438" extrusionOk="0">
                  <a:moveTo>
                    <a:pt x="1272" y="255"/>
                  </a:moveTo>
                  <a:lnTo>
                    <a:pt x="1328" y="310"/>
                  </a:lnTo>
                  <a:lnTo>
                    <a:pt x="1217" y="310"/>
                  </a:lnTo>
                  <a:lnTo>
                    <a:pt x="1272" y="255"/>
                  </a:lnTo>
                  <a:close/>
                  <a:moveTo>
                    <a:pt x="963" y="575"/>
                  </a:moveTo>
                  <a:lnTo>
                    <a:pt x="963" y="1239"/>
                  </a:lnTo>
                  <a:lnTo>
                    <a:pt x="288" y="1239"/>
                  </a:lnTo>
                  <a:lnTo>
                    <a:pt x="963" y="575"/>
                  </a:lnTo>
                  <a:close/>
                  <a:moveTo>
                    <a:pt x="1582" y="575"/>
                  </a:moveTo>
                  <a:lnTo>
                    <a:pt x="2257" y="1239"/>
                  </a:lnTo>
                  <a:lnTo>
                    <a:pt x="1582" y="1239"/>
                  </a:lnTo>
                  <a:lnTo>
                    <a:pt x="1582" y="575"/>
                  </a:lnTo>
                  <a:close/>
                  <a:moveTo>
                    <a:pt x="1250" y="0"/>
                  </a:moveTo>
                  <a:lnTo>
                    <a:pt x="1" y="1239"/>
                  </a:lnTo>
                  <a:lnTo>
                    <a:pt x="1" y="1438"/>
                  </a:lnTo>
                  <a:lnTo>
                    <a:pt x="2533" y="1438"/>
                  </a:lnTo>
                  <a:lnTo>
                    <a:pt x="2533" y="1239"/>
                  </a:lnTo>
                  <a:lnTo>
                    <a:pt x="1317" y="22"/>
                  </a:lnTo>
                  <a:lnTo>
                    <a:pt x="1295" y="44"/>
                  </a:lnTo>
                  <a:lnTo>
                    <a:pt x="125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39">
              <a:extLst>
                <a:ext uri="{FF2B5EF4-FFF2-40B4-BE49-F238E27FC236}">
                  <a16:creationId xmlns:a16="http://schemas.microsoft.com/office/drawing/2014/main" id="{1D5AEC4F-A3BF-B835-13DF-A8F375E9C280}"/>
                </a:ext>
              </a:extLst>
            </p:cNvPr>
            <p:cNvSpPr/>
            <p:nvPr/>
          </p:nvSpPr>
          <p:spPr>
            <a:xfrm>
              <a:off x="985783" y="2810126"/>
              <a:ext cx="372902" cy="211699"/>
            </a:xfrm>
            <a:custGeom>
              <a:avLst/>
              <a:gdLst/>
              <a:ahLst/>
              <a:cxnLst/>
              <a:rect l="l" t="t" r="r" b="b"/>
              <a:pathLst>
                <a:path w="2533" h="1438" extrusionOk="0">
                  <a:moveTo>
                    <a:pt x="1272" y="255"/>
                  </a:moveTo>
                  <a:lnTo>
                    <a:pt x="1327" y="310"/>
                  </a:lnTo>
                  <a:lnTo>
                    <a:pt x="1217" y="310"/>
                  </a:lnTo>
                  <a:lnTo>
                    <a:pt x="1272" y="255"/>
                  </a:lnTo>
                  <a:close/>
                  <a:moveTo>
                    <a:pt x="951" y="575"/>
                  </a:moveTo>
                  <a:lnTo>
                    <a:pt x="951" y="1239"/>
                  </a:lnTo>
                  <a:lnTo>
                    <a:pt x="288" y="1239"/>
                  </a:lnTo>
                  <a:lnTo>
                    <a:pt x="951" y="575"/>
                  </a:lnTo>
                  <a:close/>
                  <a:moveTo>
                    <a:pt x="1582" y="575"/>
                  </a:moveTo>
                  <a:lnTo>
                    <a:pt x="2256" y="1239"/>
                  </a:lnTo>
                  <a:lnTo>
                    <a:pt x="1582" y="1239"/>
                  </a:lnTo>
                  <a:lnTo>
                    <a:pt x="1582" y="575"/>
                  </a:lnTo>
                  <a:close/>
                  <a:moveTo>
                    <a:pt x="1239" y="0"/>
                  </a:moveTo>
                  <a:lnTo>
                    <a:pt x="0" y="1239"/>
                  </a:lnTo>
                  <a:lnTo>
                    <a:pt x="0" y="1438"/>
                  </a:lnTo>
                  <a:lnTo>
                    <a:pt x="2533" y="1438"/>
                  </a:lnTo>
                  <a:lnTo>
                    <a:pt x="2533" y="1239"/>
                  </a:lnTo>
                  <a:lnTo>
                    <a:pt x="1316" y="22"/>
                  </a:lnTo>
                  <a:lnTo>
                    <a:pt x="1283" y="44"/>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39">
              <a:extLst>
                <a:ext uri="{FF2B5EF4-FFF2-40B4-BE49-F238E27FC236}">
                  <a16:creationId xmlns:a16="http://schemas.microsoft.com/office/drawing/2014/main" id="{0B7AD4ED-7409-B92C-99A5-52BC91A87C29}"/>
                </a:ext>
              </a:extLst>
            </p:cNvPr>
            <p:cNvSpPr/>
            <p:nvPr/>
          </p:nvSpPr>
          <p:spPr>
            <a:xfrm>
              <a:off x="3199640" y="2162222"/>
              <a:ext cx="835312" cy="695161"/>
            </a:xfrm>
            <a:custGeom>
              <a:avLst/>
              <a:gdLst/>
              <a:ahLst/>
              <a:cxnLst/>
              <a:rect l="l" t="t" r="r" b="b"/>
              <a:pathLst>
                <a:path w="5674" h="4722" extrusionOk="0">
                  <a:moveTo>
                    <a:pt x="1" y="0"/>
                  </a:moveTo>
                  <a:lnTo>
                    <a:pt x="1" y="4722"/>
                  </a:lnTo>
                  <a:lnTo>
                    <a:pt x="4977" y="4722"/>
                  </a:lnTo>
                  <a:cubicBezTo>
                    <a:pt x="5364" y="4722"/>
                    <a:pt x="5673" y="4412"/>
                    <a:pt x="5673" y="4025"/>
                  </a:cubicBezTo>
                  <a:lnTo>
                    <a:pt x="5673" y="697"/>
                  </a:lnTo>
                  <a:cubicBezTo>
                    <a:pt x="5673" y="310"/>
                    <a:pt x="5364" y="0"/>
                    <a:pt x="49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39">
              <a:extLst>
                <a:ext uri="{FF2B5EF4-FFF2-40B4-BE49-F238E27FC236}">
                  <a16:creationId xmlns:a16="http://schemas.microsoft.com/office/drawing/2014/main" id="{588DD57E-2DF4-CE01-AB3C-C408C5BA6955}"/>
                </a:ext>
              </a:extLst>
            </p:cNvPr>
            <p:cNvSpPr/>
            <p:nvPr/>
          </p:nvSpPr>
          <p:spPr>
            <a:xfrm>
              <a:off x="1091632" y="2162222"/>
              <a:ext cx="2627538" cy="32682"/>
            </a:xfrm>
            <a:custGeom>
              <a:avLst/>
              <a:gdLst/>
              <a:ahLst/>
              <a:cxnLst/>
              <a:rect l="l" t="t" r="r" b="b"/>
              <a:pathLst>
                <a:path w="17848" h="222" extrusionOk="0">
                  <a:moveTo>
                    <a:pt x="2145" y="0"/>
                  </a:moveTo>
                  <a:cubicBezTo>
                    <a:pt x="1427" y="0"/>
                    <a:pt x="708" y="78"/>
                    <a:pt x="0" y="221"/>
                  </a:cubicBezTo>
                  <a:lnTo>
                    <a:pt x="17847" y="221"/>
                  </a:lnTo>
                  <a:cubicBezTo>
                    <a:pt x="17714" y="89"/>
                    <a:pt x="17526" y="0"/>
                    <a:pt x="173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39">
              <a:extLst>
                <a:ext uri="{FF2B5EF4-FFF2-40B4-BE49-F238E27FC236}">
                  <a16:creationId xmlns:a16="http://schemas.microsoft.com/office/drawing/2014/main" id="{5BB0D656-2244-7B6B-085D-B5023AE98E35}"/>
                </a:ext>
              </a:extLst>
            </p:cNvPr>
            <p:cNvSpPr/>
            <p:nvPr/>
          </p:nvSpPr>
          <p:spPr>
            <a:xfrm>
              <a:off x="261325" y="2194757"/>
              <a:ext cx="3483902" cy="661007"/>
            </a:xfrm>
            <a:custGeom>
              <a:avLst/>
              <a:gdLst/>
              <a:ahLst/>
              <a:cxnLst/>
              <a:rect l="l" t="t" r="r" b="b"/>
              <a:pathLst>
                <a:path w="23665" h="4490" extrusionOk="0">
                  <a:moveTo>
                    <a:pt x="5640" y="0"/>
                  </a:moveTo>
                  <a:cubicBezTo>
                    <a:pt x="5331" y="67"/>
                    <a:pt x="5021" y="155"/>
                    <a:pt x="4711" y="244"/>
                  </a:cubicBezTo>
                  <a:cubicBezTo>
                    <a:pt x="4634" y="266"/>
                    <a:pt x="4645" y="376"/>
                    <a:pt x="4722" y="387"/>
                  </a:cubicBezTo>
                  <a:lnTo>
                    <a:pt x="4733" y="387"/>
                  </a:lnTo>
                  <a:cubicBezTo>
                    <a:pt x="5784" y="376"/>
                    <a:pt x="6834" y="321"/>
                    <a:pt x="7874" y="244"/>
                  </a:cubicBezTo>
                  <a:cubicBezTo>
                    <a:pt x="7882" y="243"/>
                    <a:pt x="7889" y="243"/>
                    <a:pt x="7897" y="243"/>
                  </a:cubicBezTo>
                  <a:cubicBezTo>
                    <a:pt x="8166" y="243"/>
                    <a:pt x="8243" y="623"/>
                    <a:pt x="7984" y="730"/>
                  </a:cubicBezTo>
                  <a:lnTo>
                    <a:pt x="6547" y="1338"/>
                  </a:lnTo>
                  <a:cubicBezTo>
                    <a:pt x="5275" y="1858"/>
                    <a:pt x="3915" y="2135"/>
                    <a:pt x="2533" y="2135"/>
                  </a:cubicBezTo>
                  <a:lnTo>
                    <a:pt x="609" y="2135"/>
                  </a:lnTo>
                  <a:cubicBezTo>
                    <a:pt x="454" y="2135"/>
                    <a:pt x="310" y="2223"/>
                    <a:pt x="222" y="2356"/>
                  </a:cubicBezTo>
                  <a:cubicBezTo>
                    <a:pt x="78" y="2599"/>
                    <a:pt x="1" y="2886"/>
                    <a:pt x="23" y="3174"/>
                  </a:cubicBezTo>
                  <a:cubicBezTo>
                    <a:pt x="89" y="3919"/>
                    <a:pt x="708" y="4490"/>
                    <a:pt x="1450" y="4490"/>
                  </a:cubicBezTo>
                  <a:cubicBezTo>
                    <a:pt x="1457" y="4490"/>
                    <a:pt x="1464" y="4490"/>
                    <a:pt x="1471" y="4490"/>
                  </a:cubicBezTo>
                  <a:lnTo>
                    <a:pt x="22978" y="4490"/>
                  </a:lnTo>
                  <a:cubicBezTo>
                    <a:pt x="23354" y="4490"/>
                    <a:pt x="23664" y="4180"/>
                    <a:pt x="23664" y="3804"/>
                  </a:cubicBezTo>
                  <a:lnTo>
                    <a:pt x="23664" y="476"/>
                  </a:lnTo>
                  <a:cubicBezTo>
                    <a:pt x="23664" y="299"/>
                    <a:pt x="23598" y="133"/>
                    <a:pt x="2348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39">
              <a:extLst>
                <a:ext uri="{FF2B5EF4-FFF2-40B4-BE49-F238E27FC236}">
                  <a16:creationId xmlns:a16="http://schemas.microsoft.com/office/drawing/2014/main" id="{12D85C69-4583-ABFB-49E5-1D4779A8E958}"/>
                </a:ext>
              </a:extLst>
            </p:cNvPr>
            <p:cNvSpPr/>
            <p:nvPr/>
          </p:nvSpPr>
          <p:spPr>
            <a:xfrm>
              <a:off x="613028" y="2230089"/>
              <a:ext cx="865639" cy="278977"/>
            </a:xfrm>
            <a:custGeom>
              <a:avLst/>
              <a:gdLst/>
              <a:ahLst/>
              <a:cxnLst/>
              <a:rect l="l" t="t" r="r" b="b"/>
              <a:pathLst>
                <a:path w="5880" h="1895" extrusionOk="0">
                  <a:moveTo>
                    <a:pt x="5527" y="1"/>
                  </a:moveTo>
                  <a:cubicBezTo>
                    <a:pt x="5514" y="1"/>
                    <a:pt x="5500" y="2"/>
                    <a:pt x="5485" y="4"/>
                  </a:cubicBezTo>
                  <a:lnTo>
                    <a:pt x="5407" y="4"/>
                  </a:lnTo>
                  <a:cubicBezTo>
                    <a:pt x="5651" y="59"/>
                    <a:pt x="5684" y="391"/>
                    <a:pt x="5452" y="490"/>
                  </a:cubicBezTo>
                  <a:lnTo>
                    <a:pt x="4014" y="1098"/>
                  </a:lnTo>
                  <a:cubicBezTo>
                    <a:pt x="2743" y="1629"/>
                    <a:pt x="1371" y="1895"/>
                    <a:pt x="0" y="1895"/>
                  </a:cubicBezTo>
                  <a:lnTo>
                    <a:pt x="144" y="1895"/>
                  </a:lnTo>
                  <a:cubicBezTo>
                    <a:pt x="1515" y="1895"/>
                    <a:pt x="2875" y="1629"/>
                    <a:pt x="4147" y="1098"/>
                  </a:cubicBezTo>
                  <a:lnTo>
                    <a:pt x="5595" y="501"/>
                  </a:lnTo>
                  <a:cubicBezTo>
                    <a:pt x="5880" y="407"/>
                    <a:pt x="5803" y="1"/>
                    <a:pt x="5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39">
              <a:extLst>
                <a:ext uri="{FF2B5EF4-FFF2-40B4-BE49-F238E27FC236}">
                  <a16:creationId xmlns:a16="http://schemas.microsoft.com/office/drawing/2014/main" id="{9927976F-263E-C3B2-89E1-A0699464A802}"/>
                </a:ext>
              </a:extLst>
            </p:cNvPr>
            <p:cNvSpPr/>
            <p:nvPr/>
          </p:nvSpPr>
          <p:spPr>
            <a:xfrm>
              <a:off x="352600" y="2232150"/>
              <a:ext cx="1097212" cy="278536"/>
            </a:xfrm>
            <a:custGeom>
              <a:avLst/>
              <a:gdLst/>
              <a:ahLst/>
              <a:cxnLst/>
              <a:rect l="l" t="t" r="r" b="b"/>
              <a:pathLst>
                <a:path w="7453" h="1892" extrusionOk="0">
                  <a:moveTo>
                    <a:pt x="7176" y="1"/>
                  </a:moveTo>
                  <a:cubicBezTo>
                    <a:pt x="6159" y="78"/>
                    <a:pt x="5142" y="122"/>
                    <a:pt x="4113" y="133"/>
                  </a:cubicBezTo>
                  <a:lnTo>
                    <a:pt x="4102" y="133"/>
                  </a:lnTo>
                  <a:cubicBezTo>
                    <a:pt x="3959" y="189"/>
                    <a:pt x="3837" y="233"/>
                    <a:pt x="3704" y="288"/>
                  </a:cubicBezTo>
                  <a:lnTo>
                    <a:pt x="531" y="1516"/>
                  </a:lnTo>
                  <a:cubicBezTo>
                    <a:pt x="332" y="1604"/>
                    <a:pt x="144" y="1726"/>
                    <a:pt x="0" y="1892"/>
                  </a:cubicBezTo>
                  <a:lnTo>
                    <a:pt x="1769" y="1892"/>
                  </a:lnTo>
                  <a:cubicBezTo>
                    <a:pt x="3140" y="1892"/>
                    <a:pt x="4512" y="1615"/>
                    <a:pt x="5783" y="1095"/>
                  </a:cubicBezTo>
                  <a:lnTo>
                    <a:pt x="7221" y="487"/>
                  </a:lnTo>
                  <a:cubicBezTo>
                    <a:pt x="7453" y="388"/>
                    <a:pt x="7420" y="56"/>
                    <a:pt x="717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39">
              <a:extLst>
                <a:ext uri="{FF2B5EF4-FFF2-40B4-BE49-F238E27FC236}">
                  <a16:creationId xmlns:a16="http://schemas.microsoft.com/office/drawing/2014/main" id="{483C981E-F293-7E4D-103E-7213A0A8A1ED}"/>
                </a:ext>
              </a:extLst>
            </p:cNvPr>
            <p:cNvSpPr/>
            <p:nvPr/>
          </p:nvSpPr>
          <p:spPr>
            <a:xfrm>
              <a:off x="3770991" y="2258208"/>
              <a:ext cx="280155" cy="506428"/>
            </a:xfrm>
            <a:custGeom>
              <a:avLst/>
              <a:gdLst/>
              <a:ahLst/>
              <a:cxnLst/>
              <a:rect l="l" t="t" r="r" b="b"/>
              <a:pathLst>
                <a:path w="1903" h="3440" extrusionOk="0">
                  <a:moveTo>
                    <a:pt x="1" y="1"/>
                  </a:moveTo>
                  <a:lnTo>
                    <a:pt x="1" y="3440"/>
                  </a:lnTo>
                  <a:lnTo>
                    <a:pt x="1671" y="3440"/>
                  </a:lnTo>
                  <a:cubicBezTo>
                    <a:pt x="1803" y="3440"/>
                    <a:pt x="1903" y="3329"/>
                    <a:pt x="1903" y="3196"/>
                  </a:cubicBezTo>
                  <a:lnTo>
                    <a:pt x="1903" y="233"/>
                  </a:lnTo>
                  <a:cubicBezTo>
                    <a:pt x="1903" y="100"/>
                    <a:pt x="1803" y="1"/>
                    <a:pt x="16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39">
              <a:extLst>
                <a:ext uri="{FF2B5EF4-FFF2-40B4-BE49-F238E27FC236}">
                  <a16:creationId xmlns:a16="http://schemas.microsoft.com/office/drawing/2014/main" id="{7792234B-D272-83FC-92CA-2D58528461D8}"/>
                </a:ext>
              </a:extLst>
            </p:cNvPr>
            <p:cNvSpPr/>
            <p:nvPr/>
          </p:nvSpPr>
          <p:spPr>
            <a:xfrm>
              <a:off x="3770991" y="2258208"/>
              <a:ext cx="34449" cy="506428"/>
            </a:xfrm>
            <a:custGeom>
              <a:avLst/>
              <a:gdLst/>
              <a:ahLst/>
              <a:cxnLst/>
              <a:rect l="l" t="t" r="r" b="b"/>
              <a:pathLst>
                <a:path w="234" h="3440" extrusionOk="0">
                  <a:moveTo>
                    <a:pt x="1" y="1"/>
                  </a:moveTo>
                  <a:lnTo>
                    <a:pt x="1" y="3440"/>
                  </a:lnTo>
                  <a:cubicBezTo>
                    <a:pt x="134" y="3440"/>
                    <a:pt x="233" y="3329"/>
                    <a:pt x="233" y="3196"/>
                  </a:cubicBezTo>
                  <a:lnTo>
                    <a:pt x="233" y="233"/>
                  </a:lnTo>
                  <a:cubicBezTo>
                    <a:pt x="233" y="100"/>
                    <a:pt x="134" y="1"/>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39">
              <a:extLst>
                <a:ext uri="{FF2B5EF4-FFF2-40B4-BE49-F238E27FC236}">
                  <a16:creationId xmlns:a16="http://schemas.microsoft.com/office/drawing/2014/main" id="{389EB786-16E4-65C4-11D3-97418C7E17C8}"/>
                </a:ext>
              </a:extLst>
            </p:cNvPr>
            <p:cNvSpPr/>
            <p:nvPr/>
          </p:nvSpPr>
          <p:spPr>
            <a:xfrm>
              <a:off x="3041823" y="2316800"/>
              <a:ext cx="675728" cy="273677"/>
            </a:xfrm>
            <a:custGeom>
              <a:avLst/>
              <a:gdLst/>
              <a:ahLst/>
              <a:cxnLst/>
              <a:rect l="l" t="t" r="r" b="b"/>
              <a:pathLst>
                <a:path w="4590" h="1859" extrusionOk="0">
                  <a:moveTo>
                    <a:pt x="0" y="1"/>
                  </a:moveTo>
                  <a:lnTo>
                    <a:pt x="0" y="1858"/>
                  </a:lnTo>
                  <a:lnTo>
                    <a:pt x="4589" y="1858"/>
                  </a:lnTo>
                  <a:lnTo>
                    <a:pt x="4589" y="1"/>
                  </a:lnTo>
                  <a:close/>
                </a:path>
              </a:pathLst>
            </a:custGeom>
            <a:solidFill>
              <a:srgbClr val="E845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39">
              <a:extLst>
                <a:ext uri="{FF2B5EF4-FFF2-40B4-BE49-F238E27FC236}">
                  <a16:creationId xmlns:a16="http://schemas.microsoft.com/office/drawing/2014/main" id="{EC07F2FD-2229-6C1D-23E7-5E8663C9C932}"/>
                </a:ext>
              </a:extLst>
            </p:cNvPr>
            <p:cNvSpPr/>
            <p:nvPr/>
          </p:nvSpPr>
          <p:spPr>
            <a:xfrm>
              <a:off x="1659744" y="2316800"/>
              <a:ext cx="2059426" cy="273677"/>
            </a:xfrm>
            <a:custGeom>
              <a:avLst/>
              <a:gdLst/>
              <a:ahLst/>
              <a:cxnLst/>
              <a:rect l="l" t="t" r="r" b="b"/>
              <a:pathLst>
                <a:path w="13989" h="1859" extrusionOk="0">
                  <a:moveTo>
                    <a:pt x="0" y="1"/>
                  </a:moveTo>
                  <a:lnTo>
                    <a:pt x="0" y="1858"/>
                  </a:lnTo>
                  <a:lnTo>
                    <a:pt x="13988" y="1858"/>
                  </a:lnTo>
                  <a:lnTo>
                    <a:pt x="139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39">
              <a:extLst>
                <a:ext uri="{FF2B5EF4-FFF2-40B4-BE49-F238E27FC236}">
                  <a16:creationId xmlns:a16="http://schemas.microsoft.com/office/drawing/2014/main" id="{E0C5546E-92D7-249F-53C4-56522E469274}"/>
                </a:ext>
              </a:extLst>
            </p:cNvPr>
            <p:cNvSpPr/>
            <p:nvPr/>
          </p:nvSpPr>
          <p:spPr>
            <a:xfrm>
              <a:off x="782328" y="2316800"/>
              <a:ext cx="825449" cy="273677"/>
            </a:xfrm>
            <a:custGeom>
              <a:avLst/>
              <a:gdLst/>
              <a:ahLst/>
              <a:cxnLst/>
              <a:rect l="l" t="t" r="r" b="b"/>
              <a:pathLst>
                <a:path w="5607" h="1859" extrusionOk="0">
                  <a:moveTo>
                    <a:pt x="5286" y="1"/>
                  </a:moveTo>
                  <a:cubicBezTo>
                    <a:pt x="4965" y="1"/>
                    <a:pt x="4656" y="78"/>
                    <a:pt x="4379" y="222"/>
                  </a:cubicBezTo>
                  <a:cubicBezTo>
                    <a:pt x="4058" y="388"/>
                    <a:pt x="3594" y="609"/>
                    <a:pt x="3141" y="808"/>
                  </a:cubicBezTo>
                  <a:cubicBezTo>
                    <a:pt x="2245" y="1206"/>
                    <a:pt x="807" y="1527"/>
                    <a:pt x="100" y="1637"/>
                  </a:cubicBezTo>
                  <a:cubicBezTo>
                    <a:pt x="44" y="1648"/>
                    <a:pt x="0" y="1693"/>
                    <a:pt x="0" y="1748"/>
                  </a:cubicBezTo>
                  <a:cubicBezTo>
                    <a:pt x="0" y="1803"/>
                    <a:pt x="56" y="1858"/>
                    <a:pt x="111" y="1858"/>
                  </a:cubicBezTo>
                  <a:lnTo>
                    <a:pt x="5606" y="1858"/>
                  </a:lnTo>
                  <a:lnTo>
                    <a:pt x="560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39">
              <a:extLst>
                <a:ext uri="{FF2B5EF4-FFF2-40B4-BE49-F238E27FC236}">
                  <a16:creationId xmlns:a16="http://schemas.microsoft.com/office/drawing/2014/main" id="{D9EED334-4DC9-537A-79BC-1968B81F4474}"/>
                </a:ext>
              </a:extLst>
            </p:cNvPr>
            <p:cNvSpPr/>
            <p:nvPr/>
          </p:nvSpPr>
          <p:spPr>
            <a:xfrm>
              <a:off x="782328" y="2316800"/>
              <a:ext cx="815732" cy="262342"/>
            </a:xfrm>
            <a:custGeom>
              <a:avLst/>
              <a:gdLst/>
              <a:ahLst/>
              <a:cxnLst/>
              <a:rect l="l" t="t" r="r" b="b"/>
              <a:pathLst>
                <a:path w="5541" h="1782" extrusionOk="0">
                  <a:moveTo>
                    <a:pt x="5286" y="1"/>
                  </a:moveTo>
                  <a:cubicBezTo>
                    <a:pt x="4965" y="1"/>
                    <a:pt x="4656" y="78"/>
                    <a:pt x="4379" y="222"/>
                  </a:cubicBezTo>
                  <a:cubicBezTo>
                    <a:pt x="4058" y="388"/>
                    <a:pt x="3594" y="609"/>
                    <a:pt x="3141" y="808"/>
                  </a:cubicBezTo>
                  <a:cubicBezTo>
                    <a:pt x="2245" y="1206"/>
                    <a:pt x="807" y="1527"/>
                    <a:pt x="100" y="1637"/>
                  </a:cubicBezTo>
                  <a:cubicBezTo>
                    <a:pt x="44" y="1648"/>
                    <a:pt x="0" y="1693"/>
                    <a:pt x="0" y="1748"/>
                  </a:cubicBezTo>
                  <a:cubicBezTo>
                    <a:pt x="0" y="1759"/>
                    <a:pt x="0" y="1770"/>
                    <a:pt x="0" y="1781"/>
                  </a:cubicBezTo>
                  <a:cubicBezTo>
                    <a:pt x="22" y="1748"/>
                    <a:pt x="44" y="1715"/>
                    <a:pt x="89" y="1715"/>
                  </a:cubicBezTo>
                  <a:cubicBezTo>
                    <a:pt x="807" y="1593"/>
                    <a:pt x="2245" y="1283"/>
                    <a:pt x="3130" y="885"/>
                  </a:cubicBezTo>
                  <a:cubicBezTo>
                    <a:pt x="3583" y="686"/>
                    <a:pt x="4047" y="454"/>
                    <a:pt x="4379" y="288"/>
                  </a:cubicBezTo>
                  <a:cubicBezTo>
                    <a:pt x="4656" y="145"/>
                    <a:pt x="4965" y="67"/>
                    <a:pt x="5286" y="67"/>
                  </a:cubicBezTo>
                  <a:lnTo>
                    <a:pt x="5540" y="67"/>
                  </a:lnTo>
                  <a:lnTo>
                    <a:pt x="5540"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39">
              <a:extLst>
                <a:ext uri="{FF2B5EF4-FFF2-40B4-BE49-F238E27FC236}">
                  <a16:creationId xmlns:a16="http://schemas.microsoft.com/office/drawing/2014/main" id="{D14F9C42-BA0F-6B3F-1114-E409B16D0819}"/>
                </a:ext>
              </a:extLst>
            </p:cNvPr>
            <p:cNvSpPr/>
            <p:nvPr/>
          </p:nvSpPr>
          <p:spPr>
            <a:xfrm>
              <a:off x="1649881" y="2316800"/>
              <a:ext cx="10011" cy="273677"/>
            </a:xfrm>
            <a:custGeom>
              <a:avLst/>
              <a:gdLst/>
              <a:ahLst/>
              <a:cxnLst/>
              <a:rect l="l" t="t" r="r" b="b"/>
              <a:pathLst>
                <a:path w="68" h="1859" extrusionOk="0">
                  <a:moveTo>
                    <a:pt x="1" y="1"/>
                  </a:moveTo>
                  <a:lnTo>
                    <a:pt x="1" y="1858"/>
                  </a:lnTo>
                  <a:lnTo>
                    <a:pt x="67" y="1858"/>
                  </a:lnTo>
                  <a:lnTo>
                    <a:pt x="67" y="1"/>
                  </a:lnTo>
                  <a:close/>
                </a:path>
              </a:pathLst>
            </a:cu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39">
              <a:extLst>
                <a:ext uri="{FF2B5EF4-FFF2-40B4-BE49-F238E27FC236}">
                  <a16:creationId xmlns:a16="http://schemas.microsoft.com/office/drawing/2014/main" id="{A607DF1F-8B0B-2E44-C25C-27A8D05CDAB0}"/>
                </a:ext>
              </a:extLst>
            </p:cNvPr>
            <p:cNvSpPr/>
            <p:nvPr/>
          </p:nvSpPr>
          <p:spPr>
            <a:xfrm>
              <a:off x="1597913" y="2316800"/>
              <a:ext cx="9864" cy="273677"/>
            </a:xfrm>
            <a:custGeom>
              <a:avLst/>
              <a:gdLst/>
              <a:ahLst/>
              <a:cxnLst/>
              <a:rect l="l" t="t" r="r" b="b"/>
              <a:pathLst>
                <a:path w="67" h="1859" extrusionOk="0">
                  <a:moveTo>
                    <a:pt x="0" y="1"/>
                  </a:moveTo>
                  <a:lnTo>
                    <a:pt x="0" y="1858"/>
                  </a:lnTo>
                  <a:lnTo>
                    <a:pt x="66" y="1858"/>
                  </a:lnTo>
                  <a:lnTo>
                    <a:pt x="66"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39">
              <a:extLst>
                <a:ext uri="{FF2B5EF4-FFF2-40B4-BE49-F238E27FC236}">
                  <a16:creationId xmlns:a16="http://schemas.microsoft.com/office/drawing/2014/main" id="{3E35C2B0-446B-ADB5-35E9-14AF7AEE7236}"/>
                </a:ext>
              </a:extLst>
            </p:cNvPr>
            <p:cNvSpPr/>
            <p:nvPr/>
          </p:nvSpPr>
          <p:spPr>
            <a:xfrm>
              <a:off x="3707541" y="2316800"/>
              <a:ext cx="11630" cy="273677"/>
            </a:xfrm>
            <a:custGeom>
              <a:avLst/>
              <a:gdLst/>
              <a:ahLst/>
              <a:cxnLst/>
              <a:rect l="l" t="t" r="r" b="b"/>
              <a:pathLst>
                <a:path w="79" h="1859" extrusionOk="0">
                  <a:moveTo>
                    <a:pt x="1" y="1"/>
                  </a:moveTo>
                  <a:lnTo>
                    <a:pt x="1" y="1858"/>
                  </a:lnTo>
                  <a:lnTo>
                    <a:pt x="78" y="1858"/>
                  </a:lnTo>
                  <a:lnTo>
                    <a:pt x="78"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39">
              <a:extLst>
                <a:ext uri="{FF2B5EF4-FFF2-40B4-BE49-F238E27FC236}">
                  <a16:creationId xmlns:a16="http://schemas.microsoft.com/office/drawing/2014/main" id="{8C5F365F-8E1A-7F81-8425-48E311BC40C7}"/>
                </a:ext>
              </a:extLst>
            </p:cNvPr>
            <p:cNvSpPr/>
            <p:nvPr/>
          </p:nvSpPr>
          <p:spPr>
            <a:xfrm>
              <a:off x="1659744" y="2316800"/>
              <a:ext cx="2047943" cy="10011"/>
            </a:xfrm>
            <a:custGeom>
              <a:avLst/>
              <a:gdLst/>
              <a:ahLst/>
              <a:cxnLst/>
              <a:rect l="l" t="t" r="r" b="b"/>
              <a:pathLst>
                <a:path w="13911" h="68" extrusionOk="0">
                  <a:moveTo>
                    <a:pt x="0" y="1"/>
                  </a:moveTo>
                  <a:lnTo>
                    <a:pt x="0" y="67"/>
                  </a:lnTo>
                  <a:lnTo>
                    <a:pt x="13911" y="67"/>
                  </a:lnTo>
                  <a:lnTo>
                    <a:pt x="13911"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39">
              <a:extLst>
                <a:ext uri="{FF2B5EF4-FFF2-40B4-BE49-F238E27FC236}">
                  <a16:creationId xmlns:a16="http://schemas.microsoft.com/office/drawing/2014/main" id="{9BB10E78-D24F-CD56-74EE-42027F6FEAF1}"/>
                </a:ext>
              </a:extLst>
            </p:cNvPr>
            <p:cNvSpPr/>
            <p:nvPr/>
          </p:nvSpPr>
          <p:spPr>
            <a:xfrm>
              <a:off x="3186685" y="2364057"/>
              <a:ext cx="17961" cy="177544"/>
            </a:xfrm>
            <a:custGeom>
              <a:avLst/>
              <a:gdLst/>
              <a:ahLst/>
              <a:cxnLst/>
              <a:rect l="l" t="t" r="r" b="b"/>
              <a:pathLst>
                <a:path w="122" h="1206" extrusionOk="0">
                  <a:moveTo>
                    <a:pt x="89" y="0"/>
                  </a:moveTo>
                  <a:cubicBezTo>
                    <a:pt x="45" y="0"/>
                    <a:pt x="0" y="34"/>
                    <a:pt x="0" y="89"/>
                  </a:cubicBezTo>
                  <a:lnTo>
                    <a:pt x="0" y="1128"/>
                  </a:lnTo>
                  <a:cubicBezTo>
                    <a:pt x="0" y="1173"/>
                    <a:pt x="45" y="1206"/>
                    <a:pt x="89" y="1206"/>
                  </a:cubicBezTo>
                  <a:lnTo>
                    <a:pt x="122" y="1206"/>
                  </a:lnTo>
                  <a:cubicBezTo>
                    <a:pt x="78" y="1206"/>
                    <a:pt x="45" y="1173"/>
                    <a:pt x="45" y="1128"/>
                  </a:cubicBezTo>
                  <a:lnTo>
                    <a:pt x="45" y="89"/>
                  </a:lnTo>
                  <a:cubicBezTo>
                    <a:pt x="45" y="34"/>
                    <a:pt x="78" y="0"/>
                    <a:pt x="122"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39">
              <a:extLst>
                <a:ext uri="{FF2B5EF4-FFF2-40B4-BE49-F238E27FC236}">
                  <a16:creationId xmlns:a16="http://schemas.microsoft.com/office/drawing/2014/main" id="{9B309D9E-4652-BC2C-839D-0D1BCE503E5E}"/>
                </a:ext>
              </a:extLst>
            </p:cNvPr>
            <p:cNvSpPr/>
            <p:nvPr/>
          </p:nvSpPr>
          <p:spPr>
            <a:xfrm>
              <a:off x="3339644" y="2365382"/>
              <a:ext cx="18108" cy="177839"/>
            </a:xfrm>
            <a:custGeom>
              <a:avLst/>
              <a:gdLst/>
              <a:ahLst/>
              <a:cxnLst/>
              <a:rect l="l" t="t" r="r" b="b"/>
              <a:pathLst>
                <a:path w="123" h="1208" extrusionOk="0">
                  <a:moveTo>
                    <a:pt x="48" y="1"/>
                  </a:moveTo>
                  <a:cubicBezTo>
                    <a:pt x="43" y="1"/>
                    <a:pt x="39" y="1"/>
                    <a:pt x="34" y="3"/>
                  </a:cubicBezTo>
                  <a:lnTo>
                    <a:pt x="1" y="3"/>
                  </a:lnTo>
                  <a:cubicBezTo>
                    <a:pt x="45" y="3"/>
                    <a:pt x="78" y="36"/>
                    <a:pt x="78" y="80"/>
                  </a:cubicBezTo>
                  <a:lnTo>
                    <a:pt x="78" y="1119"/>
                  </a:lnTo>
                  <a:cubicBezTo>
                    <a:pt x="78" y="1164"/>
                    <a:pt x="45" y="1208"/>
                    <a:pt x="1" y="1208"/>
                  </a:cubicBezTo>
                  <a:lnTo>
                    <a:pt x="34" y="1208"/>
                  </a:lnTo>
                  <a:cubicBezTo>
                    <a:pt x="78" y="1208"/>
                    <a:pt x="122" y="1164"/>
                    <a:pt x="122" y="1119"/>
                  </a:cubicBezTo>
                  <a:lnTo>
                    <a:pt x="122" y="80"/>
                  </a:lnTo>
                  <a:cubicBezTo>
                    <a:pt x="122" y="40"/>
                    <a:pt x="87" y="1"/>
                    <a:pt x="4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39">
              <a:extLst>
                <a:ext uri="{FF2B5EF4-FFF2-40B4-BE49-F238E27FC236}">
                  <a16:creationId xmlns:a16="http://schemas.microsoft.com/office/drawing/2014/main" id="{DF403C7F-D083-10C6-F4C6-20F3E2AC066D}"/>
                </a:ext>
              </a:extLst>
            </p:cNvPr>
            <p:cNvSpPr/>
            <p:nvPr/>
          </p:nvSpPr>
          <p:spPr>
            <a:xfrm>
              <a:off x="3191543" y="2364057"/>
              <a:ext cx="159731" cy="177544"/>
            </a:xfrm>
            <a:custGeom>
              <a:avLst/>
              <a:gdLst/>
              <a:ahLst/>
              <a:cxnLst/>
              <a:rect l="l" t="t" r="r" b="b"/>
              <a:pathLst>
                <a:path w="1085" h="1206" extrusionOk="0">
                  <a:moveTo>
                    <a:pt x="89" y="0"/>
                  </a:moveTo>
                  <a:cubicBezTo>
                    <a:pt x="45" y="0"/>
                    <a:pt x="0" y="34"/>
                    <a:pt x="0" y="89"/>
                  </a:cubicBezTo>
                  <a:lnTo>
                    <a:pt x="0" y="1128"/>
                  </a:lnTo>
                  <a:cubicBezTo>
                    <a:pt x="0" y="1173"/>
                    <a:pt x="45" y="1206"/>
                    <a:pt x="89" y="1206"/>
                  </a:cubicBezTo>
                  <a:lnTo>
                    <a:pt x="1007" y="1206"/>
                  </a:lnTo>
                  <a:cubicBezTo>
                    <a:pt x="1051" y="1206"/>
                    <a:pt x="1084" y="1173"/>
                    <a:pt x="1084" y="1128"/>
                  </a:cubicBezTo>
                  <a:lnTo>
                    <a:pt x="1084" y="89"/>
                  </a:lnTo>
                  <a:cubicBezTo>
                    <a:pt x="1084" y="34"/>
                    <a:pt x="1051" y="0"/>
                    <a:pt x="10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39">
              <a:extLst>
                <a:ext uri="{FF2B5EF4-FFF2-40B4-BE49-F238E27FC236}">
                  <a16:creationId xmlns:a16="http://schemas.microsoft.com/office/drawing/2014/main" id="{5780F9D9-283E-0B16-C0AE-89CD2F485A52}"/>
                </a:ext>
              </a:extLst>
            </p:cNvPr>
            <p:cNvSpPr/>
            <p:nvPr/>
          </p:nvSpPr>
          <p:spPr>
            <a:xfrm>
              <a:off x="2947309" y="2364057"/>
              <a:ext cx="18108" cy="177544"/>
            </a:xfrm>
            <a:custGeom>
              <a:avLst/>
              <a:gdLst/>
              <a:ahLst/>
              <a:cxnLst/>
              <a:rect l="l" t="t" r="r" b="b"/>
              <a:pathLst>
                <a:path w="123" h="1206" extrusionOk="0">
                  <a:moveTo>
                    <a:pt x="89" y="0"/>
                  </a:moveTo>
                  <a:cubicBezTo>
                    <a:pt x="45" y="0"/>
                    <a:pt x="1" y="34"/>
                    <a:pt x="1" y="89"/>
                  </a:cubicBezTo>
                  <a:lnTo>
                    <a:pt x="1" y="1128"/>
                  </a:lnTo>
                  <a:cubicBezTo>
                    <a:pt x="1" y="1173"/>
                    <a:pt x="45" y="1206"/>
                    <a:pt x="89" y="1206"/>
                  </a:cubicBezTo>
                  <a:lnTo>
                    <a:pt x="122" y="1206"/>
                  </a:lnTo>
                  <a:cubicBezTo>
                    <a:pt x="78" y="1206"/>
                    <a:pt x="45" y="1173"/>
                    <a:pt x="45" y="1128"/>
                  </a:cubicBezTo>
                  <a:lnTo>
                    <a:pt x="45" y="89"/>
                  </a:lnTo>
                  <a:cubicBezTo>
                    <a:pt x="34" y="34"/>
                    <a:pt x="78" y="0"/>
                    <a:pt x="122"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39">
              <a:extLst>
                <a:ext uri="{FF2B5EF4-FFF2-40B4-BE49-F238E27FC236}">
                  <a16:creationId xmlns:a16="http://schemas.microsoft.com/office/drawing/2014/main" id="{CAA16D3F-6B5E-1626-AD55-A6AD5F16C179}"/>
                </a:ext>
              </a:extLst>
            </p:cNvPr>
            <p:cNvSpPr/>
            <p:nvPr/>
          </p:nvSpPr>
          <p:spPr>
            <a:xfrm>
              <a:off x="3098796" y="2365382"/>
              <a:ext cx="17961" cy="177839"/>
            </a:xfrm>
            <a:custGeom>
              <a:avLst/>
              <a:gdLst/>
              <a:ahLst/>
              <a:cxnLst/>
              <a:rect l="l" t="t" r="r" b="b"/>
              <a:pathLst>
                <a:path w="122" h="1208" extrusionOk="0">
                  <a:moveTo>
                    <a:pt x="58" y="1"/>
                  </a:moveTo>
                  <a:cubicBezTo>
                    <a:pt x="54" y="1"/>
                    <a:pt x="49" y="1"/>
                    <a:pt x="44" y="3"/>
                  </a:cubicBezTo>
                  <a:lnTo>
                    <a:pt x="0" y="3"/>
                  </a:lnTo>
                  <a:cubicBezTo>
                    <a:pt x="44" y="3"/>
                    <a:pt x="89" y="36"/>
                    <a:pt x="89" y="80"/>
                  </a:cubicBezTo>
                  <a:lnTo>
                    <a:pt x="89" y="1119"/>
                  </a:lnTo>
                  <a:cubicBezTo>
                    <a:pt x="89" y="1164"/>
                    <a:pt x="44" y="1208"/>
                    <a:pt x="0" y="1208"/>
                  </a:cubicBezTo>
                  <a:lnTo>
                    <a:pt x="44" y="1208"/>
                  </a:lnTo>
                  <a:cubicBezTo>
                    <a:pt x="89" y="1208"/>
                    <a:pt x="122" y="1164"/>
                    <a:pt x="122" y="1119"/>
                  </a:cubicBezTo>
                  <a:lnTo>
                    <a:pt x="122" y="80"/>
                  </a:lnTo>
                  <a:cubicBezTo>
                    <a:pt x="122" y="40"/>
                    <a:pt x="95" y="1"/>
                    <a:pt x="5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39">
              <a:extLst>
                <a:ext uri="{FF2B5EF4-FFF2-40B4-BE49-F238E27FC236}">
                  <a16:creationId xmlns:a16="http://schemas.microsoft.com/office/drawing/2014/main" id="{230F2235-7EC7-B422-E189-7ABDF536EA43}"/>
                </a:ext>
              </a:extLst>
            </p:cNvPr>
            <p:cNvSpPr/>
            <p:nvPr/>
          </p:nvSpPr>
          <p:spPr>
            <a:xfrm>
              <a:off x="2952315" y="2364057"/>
              <a:ext cx="159584" cy="177544"/>
            </a:xfrm>
            <a:custGeom>
              <a:avLst/>
              <a:gdLst/>
              <a:ahLst/>
              <a:cxnLst/>
              <a:rect l="l" t="t" r="r" b="b"/>
              <a:pathLst>
                <a:path w="1084" h="1206" extrusionOk="0">
                  <a:moveTo>
                    <a:pt x="88" y="0"/>
                  </a:moveTo>
                  <a:cubicBezTo>
                    <a:pt x="33" y="0"/>
                    <a:pt x="0" y="34"/>
                    <a:pt x="0" y="89"/>
                  </a:cubicBezTo>
                  <a:lnTo>
                    <a:pt x="0" y="1128"/>
                  </a:lnTo>
                  <a:cubicBezTo>
                    <a:pt x="0" y="1173"/>
                    <a:pt x="33" y="1206"/>
                    <a:pt x="88" y="1206"/>
                  </a:cubicBezTo>
                  <a:lnTo>
                    <a:pt x="995" y="1206"/>
                  </a:lnTo>
                  <a:cubicBezTo>
                    <a:pt x="1039" y="1206"/>
                    <a:pt x="1084" y="1173"/>
                    <a:pt x="1084" y="1128"/>
                  </a:cubicBezTo>
                  <a:lnTo>
                    <a:pt x="1084" y="89"/>
                  </a:lnTo>
                  <a:cubicBezTo>
                    <a:pt x="1084" y="34"/>
                    <a:pt x="1039"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39">
              <a:extLst>
                <a:ext uri="{FF2B5EF4-FFF2-40B4-BE49-F238E27FC236}">
                  <a16:creationId xmlns:a16="http://schemas.microsoft.com/office/drawing/2014/main" id="{C3627764-0FA7-7B3E-9546-5430BD44D831}"/>
                </a:ext>
              </a:extLst>
            </p:cNvPr>
            <p:cNvSpPr/>
            <p:nvPr/>
          </p:nvSpPr>
          <p:spPr>
            <a:xfrm>
              <a:off x="2708081" y="2364057"/>
              <a:ext cx="16341" cy="177544"/>
            </a:xfrm>
            <a:custGeom>
              <a:avLst/>
              <a:gdLst/>
              <a:ahLst/>
              <a:cxnLst/>
              <a:rect l="l" t="t" r="r" b="b"/>
              <a:pathLst>
                <a:path w="111" h="1206" extrusionOk="0">
                  <a:moveTo>
                    <a:pt x="78" y="0"/>
                  </a:moveTo>
                  <a:cubicBezTo>
                    <a:pt x="34" y="0"/>
                    <a:pt x="0" y="34"/>
                    <a:pt x="0" y="89"/>
                  </a:cubicBezTo>
                  <a:lnTo>
                    <a:pt x="0" y="1128"/>
                  </a:lnTo>
                  <a:cubicBezTo>
                    <a:pt x="0" y="1173"/>
                    <a:pt x="34" y="1206"/>
                    <a:pt x="78" y="1206"/>
                  </a:cubicBezTo>
                  <a:lnTo>
                    <a:pt x="111" y="1206"/>
                  </a:lnTo>
                  <a:cubicBezTo>
                    <a:pt x="67" y="1206"/>
                    <a:pt x="34" y="1173"/>
                    <a:pt x="34" y="1128"/>
                  </a:cubicBezTo>
                  <a:lnTo>
                    <a:pt x="34" y="89"/>
                  </a:lnTo>
                  <a:cubicBezTo>
                    <a:pt x="34" y="34"/>
                    <a:pt x="67" y="0"/>
                    <a:pt x="111"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39">
              <a:extLst>
                <a:ext uri="{FF2B5EF4-FFF2-40B4-BE49-F238E27FC236}">
                  <a16:creationId xmlns:a16="http://schemas.microsoft.com/office/drawing/2014/main" id="{F719DBFD-24B1-8E62-0274-8B3EA10AC671}"/>
                </a:ext>
              </a:extLst>
            </p:cNvPr>
            <p:cNvSpPr/>
            <p:nvPr/>
          </p:nvSpPr>
          <p:spPr>
            <a:xfrm>
              <a:off x="2859420" y="2365677"/>
              <a:ext cx="18108" cy="177544"/>
            </a:xfrm>
            <a:custGeom>
              <a:avLst/>
              <a:gdLst/>
              <a:ahLst/>
              <a:cxnLst/>
              <a:rect l="l" t="t" r="r" b="b"/>
              <a:pathLst>
                <a:path w="123" h="1206" extrusionOk="0">
                  <a:moveTo>
                    <a:pt x="1" y="1"/>
                  </a:moveTo>
                  <a:cubicBezTo>
                    <a:pt x="45" y="1"/>
                    <a:pt x="78" y="34"/>
                    <a:pt x="78" y="78"/>
                  </a:cubicBezTo>
                  <a:lnTo>
                    <a:pt x="78" y="1117"/>
                  </a:lnTo>
                  <a:cubicBezTo>
                    <a:pt x="78" y="1162"/>
                    <a:pt x="45" y="1206"/>
                    <a:pt x="1" y="1206"/>
                  </a:cubicBezTo>
                  <a:lnTo>
                    <a:pt x="34" y="1206"/>
                  </a:lnTo>
                  <a:cubicBezTo>
                    <a:pt x="78" y="1206"/>
                    <a:pt x="111" y="1162"/>
                    <a:pt x="122" y="1117"/>
                  </a:cubicBezTo>
                  <a:lnTo>
                    <a:pt x="122" y="78"/>
                  </a:lnTo>
                  <a:cubicBezTo>
                    <a:pt x="111" y="34"/>
                    <a:pt x="78" y="1"/>
                    <a:pt x="34"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39">
              <a:extLst>
                <a:ext uri="{FF2B5EF4-FFF2-40B4-BE49-F238E27FC236}">
                  <a16:creationId xmlns:a16="http://schemas.microsoft.com/office/drawing/2014/main" id="{B865632A-618B-44ED-E8DB-FB7E54B5AD0E}"/>
                </a:ext>
              </a:extLst>
            </p:cNvPr>
            <p:cNvSpPr/>
            <p:nvPr/>
          </p:nvSpPr>
          <p:spPr>
            <a:xfrm>
              <a:off x="2712939" y="2364057"/>
              <a:ext cx="158112" cy="177544"/>
            </a:xfrm>
            <a:custGeom>
              <a:avLst/>
              <a:gdLst/>
              <a:ahLst/>
              <a:cxnLst/>
              <a:rect l="l" t="t" r="r" b="b"/>
              <a:pathLst>
                <a:path w="1074" h="1206" extrusionOk="0">
                  <a:moveTo>
                    <a:pt x="78" y="0"/>
                  </a:moveTo>
                  <a:cubicBezTo>
                    <a:pt x="34" y="0"/>
                    <a:pt x="1" y="34"/>
                    <a:pt x="1" y="89"/>
                  </a:cubicBezTo>
                  <a:lnTo>
                    <a:pt x="1" y="1128"/>
                  </a:lnTo>
                  <a:cubicBezTo>
                    <a:pt x="1" y="1173"/>
                    <a:pt x="34" y="1206"/>
                    <a:pt x="78" y="1206"/>
                  </a:cubicBezTo>
                  <a:lnTo>
                    <a:pt x="996" y="1206"/>
                  </a:lnTo>
                  <a:cubicBezTo>
                    <a:pt x="1040" y="1206"/>
                    <a:pt x="1073" y="1173"/>
                    <a:pt x="1073" y="1128"/>
                  </a:cubicBezTo>
                  <a:lnTo>
                    <a:pt x="1073" y="89"/>
                  </a:lnTo>
                  <a:cubicBezTo>
                    <a:pt x="1073" y="34"/>
                    <a:pt x="1040" y="0"/>
                    <a:pt x="9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39">
              <a:extLst>
                <a:ext uri="{FF2B5EF4-FFF2-40B4-BE49-F238E27FC236}">
                  <a16:creationId xmlns:a16="http://schemas.microsoft.com/office/drawing/2014/main" id="{6D9600F4-538F-7400-D7F1-EE1FC417FAB5}"/>
                </a:ext>
              </a:extLst>
            </p:cNvPr>
            <p:cNvSpPr/>
            <p:nvPr/>
          </p:nvSpPr>
          <p:spPr>
            <a:xfrm>
              <a:off x="2467085" y="2365382"/>
              <a:ext cx="18108" cy="177839"/>
            </a:xfrm>
            <a:custGeom>
              <a:avLst/>
              <a:gdLst/>
              <a:ahLst/>
              <a:cxnLst/>
              <a:rect l="l" t="t" r="r" b="b"/>
              <a:pathLst>
                <a:path w="123" h="1208" extrusionOk="0">
                  <a:moveTo>
                    <a:pt x="106" y="0"/>
                  </a:moveTo>
                  <a:cubicBezTo>
                    <a:pt x="100" y="0"/>
                    <a:pt x="95" y="1"/>
                    <a:pt x="90" y="3"/>
                  </a:cubicBezTo>
                  <a:lnTo>
                    <a:pt x="122" y="3"/>
                  </a:lnTo>
                  <a:cubicBezTo>
                    <a:pt x="117" y="1"/>
                    <a:pt x="111" y="0"/>
                    <a:pt x="106" y="0"/>
                  </a:cubicBezTo>
                  <a:close/>
                  <a:moveTo>
                    <a:pt x="89" y="3"/>
                  </a:moveTo>
                  <a:cubicBezTo>
                    <a:pt x="45" y="3"/>
                    <a:pt x="1" y="36"/>
                    <a:pt x="1" y="80"/>
                  </a:cubicBezTo>
                  <a:lnTo>
                    <a:pt x="1" y="1119"/>
                  </a:lnTo>
                  <a:cubicBezTo>
                    <a:pt x="1" y="1164"/>
                    <a:pt x="45" y="1208"/>
                    <a:pt x="89" y="1208"/>
                  </a:cubicBezTo>
                  <a:lnTo>
                    <a:pt x="122" y="1208"/>
                  </a:lnTo>
                  <a:cubicBezTo>
                    <a:pt x="78" y="1208"/>
                    <a:pt x="34" y="1164"/>
                    <a:pt x="34" y="1119"/>
                  </a:cubicBezTo>
                  <a:lnTo>
                    <a:pt x="34" y="80"/>
                  </a:lnTo>
                  <a:cubicBezTo>
                    <a:pt x="42" y="39"/>
                    <a:pt x="62" y="10"/>
                    <a:pt x="90" y="3"/>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39">
              <a:extLst>
                <a:ext uri="{FF2B5EF4-FFF2-40B4-BE49-F238E27FC236}">
                  <a16:creationId xmlns:a16="http://schemas.microsoft.com/office/drawing/2014/main" id="{E85FB54A-1717-E25D-C2AE-9A4B150B383E}"/>
                </a:ext>
              </a:extLst>
            </p:cNvPr>
            <p:cNvSpPr/>
            <p:nvPr/>
          </p:nvSpPr>
          <p:spPr>
            <a:xfrm>
              <a:off x="2618572" y="2365382"/>
              <a:ext cx="17961" cy="177839"/>
            </a:xfrm>
            <a:custGeom>
              <a:avLst/>
              <a:gdLst/>
              <a:ahLst/>
              <a:cxnLst/>
              <a:rect l="l" t="t" r="r" b="b"/>
              <a:pathLst>
                <a:path w="122" h="1208" extrusionOk="0">
                  <a:moveTo>
                    <a:pt x="58" y="1"/>
                  </a:moveTo>
                  <a:cubicBezTo>
                    <a:pt x="54" y="1"/>
                    <a:pt x="49" y="1"/>
                    <a:pt x="44" y="3"/>
                  </a:cubicBezTo>
                  <a:lnTo>
                    <a:pt x="0" y="3"/>
                  </a:lnTo>
                  <a:cubicBezTo>
                    <a:pt x="44" y="3"/>
                    <a:pt x="89" y="36"/>
                    <a:pt x="89" y="80"/>
                  </a:cubicBezTo>
                  <a:lnTo>
                    <a:pt x="89" y="1119"/>
                  </a:lnTo>
                  <a:cubicBezTo>
                    <a:pt x="89" y="1164"/>
                    <a:pt x="44" y="1208"/>
                    <a:pt x="0" y="1208"/>
                  </a:cubicBezTo>
                  <a:lnTo>
                    <a:pt x="44" y="1208"/>
                  </a:lnTo>
                  <a:cubicBezTo>
                    <a:pt x="89" y="1208"/>
                    <a:pt x="122" y="1164"/>
                    <a:pt x="122" y="1119"/>
                  </a:cubicBezTo>
                  <a:lnTo>
                    <a:pt x="122" y="80"/>
                  </a:lnTo>
                  <a:cubicBezTo>
                    <a:pt x="122" y="40"/>
                    <a:pt x="95" y="1"/>
                    <a:pt x="5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39">
              <a:extLst>
                <a:ext uri="{FF2B5EF4-FFF2-40B4-BE49-F238E27FC236}">
                  <a16:creationId xmlns:a16="http://schemas.microsoft.com/office/drawing/2014/main" id="{1585801F-C149-02D0-0647-71F36ADDC9A5}"/>
                </a:ext>
              </a:extLst>
            </p:cNvPr>
            <p:cNvSpPr/>
            <p:nvPr/>
          </p:nvSpPr>
          <p:spPr>
            <a:xfrm>
              <a:off x="2472091" y="2364057"/>
              <a:ext cx="159584" cy="177544"/>
            </a:xfrm>
            <a:custGeom>
              <a:avLst/>
              <a:gdLst/>
              <a:ahLst/>
              <a:cxnLst/>
              <a:rect l="l" t="t" r="r" b="b"/>
              <a:pathLst>
                <a:path w="1084" h="1206" extrusionOk="0">
                  <a:moveTo>
                    <a:pt x="88" y="0"/>
                  </a:moveTo>
                  <a:cubicBezTo>
                    <a:pt x="44" y="0"/>
                    <a:pt x="0" y="34"/>
                    <a:pt x="0" y="89"/>
                  </a:cubicBezTo>
                  <a:lnTo>
                    <a:pt x="0" y="1128"/>
                  </a:lnTo>
                  <a:cubicBezTo>
                    <a:pt x="0" y="1173"/>
                    <a:pt x="44" y="1206"/>
                    <a:pt x="88" y="1206"/>
                  </a:cubicBezTo>
                  <a:lnTo>
                    <a:pt x="995" y="1206"/>
                  </a:lnTo>
                  <a:cubicBezTo>
                    <a:pt x="1039" y="1206"/>
                    <a:pt x="1084" y="1173"/>
                    <a:pt x="1084" y="1128"/>
                  </a:cubicBezTo>
                  <a:lnTo>
                    <a:pt x="1084" y="89"/>
                  </a:lnTo>
                  <a:cubicBezTo>
                    <a:pt x="1084" y="34"/>
                    <a:pt x="1039"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39">
              <a:extLst>
                <a:ext uri="{FF2B5EF4-FFF2-40B4-BE49-F238E27FC236}">
                  <a16:creationId xmlns:a16="http://schemas.microsoft.com/office/drawing/2014/main" id="{A8F72D36-35B7-8093-A3E5-68A1384690AB}"/>
                </a:ext>
              </a:extLst>
            </p:cNvPr>
            <p:cNvSpPr/>
            <p:nvPr/>
          </p:nvSpPr>
          <p:spPr>
            <a:xfrm>
              <a:off x="2227857" y="2364057"/>
              <a:ext cx="16341" cy="177544"/>
            </a:xfrm>
            <a:custGeom>
              <a:avLst/>
              <a:gdLst/>
              <a:ahLst/>
              <a:cxnLst/>
              <a:rect l="l" t="t" r="r" b="b"/>
              <a:pathLst>
                <a:path w="111" h="1206" extrusionOk="0">
                  <a:moveTo>
                    <a:pt x="78" y="0"/>
                  </a:moveTo>
                  <a:cubicBezTo>
                    <a:pt x="34" y="0"/>
                    <a:pt x="0" y="34"/>
                    <a:pt x="0" y="89"/>
                  </a:cubicBezTo>
                  <a:lnTo>
                    <a:pt x="0" y="1128"/>
                  </a:lnTo>
                  <a:cubicBezTo>
                    <a:pt x="0" y="1173"/>
                    <a:pt x="34" y="1206"/>
                    <a:pt x="78" y="1206"/>
                  </a:cubicBezTo>
                  <a:lnTo>
                    <a:pt x="111" y="1206"/>
                  </a:lnTo>
                  <a:cubicBezTo>
                    <a:pt x="67" y="1206"/>
                    <a:pt x="34" y="1173"/>
                    <a:pt x="34" y="1128"/>
                  </a:cubicBezTo>
                  <a:lnTo>
                    <a:pt x="34" y="89"/>
                  </a:lnTo>
                  <a:cubicBezTo>
                    <a:pt x="34" y="34"/>
                    <a:pt x="67" y="0"/>
                    <a:pt x="111"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39">
              <a:extLst>
                <a:ext uri="{FF2B5EF4-FFF2-40B4-BE49-F238E27FC236}">
                  <a16:creationId xmlns:a16="http://schemas.microsoft.com/office/drawing/2014/main" id="{2ACA688D-850B-7949-F6BA-2A73091B171F}"/>
                </a:ext>
              </a:extLst>
            </p:cNvPr>
            <p:cNvSpPr/>
            <p:nvPr/>
          </p:nvSpPr>
          <p:spPr>
            <a:xfrm>
              <a:off x="2379197" y="2365382"/>
              <a:ext cx="18108" cy="177839"/>
            </a:xfrm>
            <a:custGeom>
              <a:avLst/>
              <a:gdLst/>
              <a:ahLst/>
              <a:cxnLst/>
              <a:rect l="l" t="t" r="r" b="b"/>
              <a:pathLst>
                <a:path w="123" h="1208" extrusionOk="0">
                  <a:moveTo>
                    <a:pt x="48" y="1"/>
                  </a:moveTo>
                  <a:cubicBezTo>
                    <a:pt x="43" y="1"/>
                    <a:pt x="39" y="1"/>
                    <a:pt x="34" y="3"/>
                  </a:cubicBezTo>
                  <a:lnTo>
                    <a:pt x="1" y="3"/>
                  </a:lnTo>
                  <a:cubicBezTo>
                    <a:pt x="45" y="3"/>
                    <a:pt x="78" y="36"/>
                    <a:pt x="78" y="80"/>
                  </a:cubicBezTo>
                  <a:lnTo>
                    <a:pt x="78" y="1119"/>
                  </a:lnTo>
                  <a:cubicBezTo>
                    <a:pt x="78" y="1164"/>
                    <a:pt x="45" y="1208"/>
                    <a:pt x="1" y="1208"/>
                  </a:cubicBezTo>
                  <a:lnTo>
                    <a:pt x="34" y="1208"/>
                  </a:lnTo>
                  <a:cubicBezTo>
                    <a:pt x="78" y="1208"/>
                    <a:pt x="122" y="1164"/>
                    <a:pt x="122" y="1119"/>
                  </a:cubicBezTo>
                  <a:lnTo>
                    <a:pt x="122" y="80"/>
                  </a:lnTo>
                  <a:cubicBezTo>
                    <a:pt x="122" y="40"/>
                    <a:pt x="87" y="1"/>
                    <a:pt x="4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39">
              <a:extLst>
                <a:ext uri="{FF2B5EF4-FFF2-40B4-BE49-F238E27FC236}">
                  <a16:creationId xmlns:a16="http://schemas.microsoft.com/office/drawing/2014/main" id="{82F3B89C-F9D8-164F-D91E-96D129D5CAAB}"/>
                </a:ext>
              </a:extLst>
            </p:cNvPr>
            <p:cNvSpPr/>
            <p:nvPr/>
          </p:nvSpPr>
          <p:spPr>
            <a:xfrm>
              <a:off x="2232715" y="2364057"/>
              <a:ext cx="158112" cy="177544"/>
            </a:xfrm>
            <a:custGeom>
              <a:avLst/>
              <a:gdLst/>
              <a:ahLst/>
              <a:cxnLst/>
              <a:rect l="l" t="t" r="r" b="b"/>
              <a:pathLst>
                <a:path w="1074" h="1206" extrusionOk="0">
                  <a:moveTo>
                    <a:pt x="78" y="0"/>
                  </a:moveTo>
                  <a:cubicBezTo>
                    <a:pt x="34" y="0"/>
                    <a:pt x="1" y="34"/>
                    <a:pt x="1" y="89"/>
                  </a:cubicBezTo>
                  <a:lnTo>
                    <a:pt x="1" y="1128"/>
                  </a:lnTo>
                  <a:cubicBezTo>
                    <a:pt x="1" y="1173"/>
                    <a:pt x="34" y="1206"/>
                    <a:pt x="78" y="1206"/>
                  </a:cubicBezTo>
                  <a:lnTo>
                    <a:pt x="996" y="1206"/>
                  </a:lnTo>
                  <a:cubicBezTo>
                    <a:pt x="1040" y="1206"/>
                    <a:pt x="1073" y="1173"/>
                    <a:pt x="1073" y="1128"/>
                  </a:cubicBezTo>
                  <a:lnTo>
                    <a:pt x="1073" y="89"/>
                  </a:lnTo>
                  <a:cubicBezTo>
                    <a:pt x="1073" y="34"/>
                    <a:pt x="1040" y="0"/>
                    <a:pt x="9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39">
              <a:extLst>
                <a:ext uri="{FF2B5EF4-FFF2-40B4-BE49-F238E27FC236}">
                  <a16:creationId xmlns:a16="http://schemas.microsoft.com/office/drawing/2014/main" id="{038A1F9F-ABF1-9C00-A1B6-989E86B331F8}"/>
                </a:ext>
              </a:extLst>
            </p:cNvPr>
            <p:cNvSpPr/>
            <p:nvPr/>
          </p:nvSpPr>
          <p:spPr>
            <a:xfrm>
              <a:off x="1986862" y="2364057"/>
              <a:ext cx="18108" cy="177544"/>
            </a:xfrm>
            <a:custGeom>
              <a:avLst/>
              <a:gdLst/>
              <a:ahLst/>
              <a:cxnLst/>
              <a:rect l="l" t="t" r="r" b="b"/>
              <a:pathLst>
                <a:path w="123" h="1206" extrusionOk="0">
                  <a:moveTo>
                    <a:pt x="89" y="0"/>
                  </a:moveTo>
                  <a:cubicBezTo>
                    <a:pt x="45" y="0"/>
                    <a:pt x="1" y="34"/>
                    <a:pt x="1" y="89"/>
                  </a:cubicBezTo>
                  <a:lnTo>
                    <a:pt x="1" y="1128"/>
                  </a:lnTo>
                  <a:cubicBezTo>
                    <a:pt x="1" y="1173"/>
                    <a:pt x="45" y="1206"/>
                    <a:pt x="89" y="1206"/>
                  </a:cubicBezTo>
                  <a:lnTo>
                    <a:pt x="123" y="1206"/>
                  </a:lnTo>
                  <a:cubicBezTo>
                    <a:pt x="78" y="1206"/>
                    <a:pt x="45" y="1173"/>
                    <a:pt x="45" y="1128"/>
                  </a:cubicBezTo>
                  <a:lnTo>
                    <a:pt x="45" y="89"/>
                  </a:lnTo>
                  <a:cubicBezTo>
                    <a:pt x="34" y="34"/>
                    <a:pt x="78" y="0"/>
                    <a:pt x="123"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39">
              <a:extLst>
                <a:ext uri="{FF2B5EF4-FFF2-40B4-BE49-F238E27FC236}">
                  <a16:creationId xmlns:a16="http://schemas.microsoft.com/office/drawing/2014/main" id="{47F5D331-AA9A-1E31-6418-29F42324C68C}"/>
                </a:ext>
              </a:extLst>
            </p:cNvPr>
            <p:cNvSpPr/>
            <p:nvPr/>
          </p:nvSpPr>
          <p:spPr>
            <a:xfrm>
              <a:off x="2139968" y="2365677"/>
              <a:ext cx="16341" cy="177544"/>
            </a:xfrm>
            <a:custGeom>
              <a:avLst/>
              <a:gdLst/>
              <a:ahLst/>
              <a:cxnLst/>
              <a:rect l="l" t="t" r="r" b="b"/>
              <a:pathLst>
                <a:path w="111" h="1206" extrusionOk="0">
                  <a:moveTo>
                    <a:pt x="0" y="1"/>
                  </a:moveTo>
                  <a:cubicBezTo>
                    <a:pt x="45" y="1"/>
                    <a:pt x="78" y="34"/>
                    <a:pt x="78" y="78"/>
                  </a:cubicBezTo>
                  <a:lnTo>
                    <a:pt x="78" y="1117"/>
                  </a:lnTo>
                  <a:cubicBezTo>
                    <a:pt x="78" y="1162"/>
                    <a:pt x="45" y="1206"/>
                    <a:pt x="0" y="1206"/>
                  </a:cubicBezTo>
                  <a:lnTo>
                    <a:pt x="33" y="1206"/>
                  </a:lnTo>
                  <a:cubicBezTo>
                    <a:pt x="78" y="1206"/>
                    <a:pt x="111" y="1162"/>
                    <a:pt x="111" y="1117"/>
                  </a:cubicBezTo>
                  <a:lnTo>
                    <a:pt x="111" y="78"/>
                  </a:lnTo>
                  <a:cubicBezTo>
                    <a:pt x="111" y="34"/>
                    <a:pt x="78" y="1"/>
                    <a:pt x="33"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39">
              <a:extLst>
                <a:ext uri="{FF2B5EF4-FFF2-40B4-BE49-F238E27FC236}">
                  <a16:creationId xmlns:a16="http://schemas.microsoft.com/office/drawing/2014/main" id="{73555059-A5E3-ADDC-A736-707E2F640000}"/>
                </a:ext>
              </a:extLst>
            </p:cNvPr>
            <p:cNvSpPr/>
            <p:nvPr/>
          </p:nvSpPr>
          <p:spPr>
            <a:xfrm>
              <a:off x="1993487" y="2364057"/>
              <a:ext cx="157964" cy="177544"/>
            </a:xfrm>
            <a:custGeom>
              <a:avLst/>
              <a:gdLst/>
              <a:ahLst/>
              <a:cxnLst/>
              <a:rect l="l" t="t" r="r" b="b"/>
              <a:pathLst>
                <a:path w="1073" h="1206" extrusionOk="0">
                  <a:moveTo>
                    <a:pt x="78" y="0"/>
                  </a:moveTo>
                  <a:cubicBezTo>
                    <a:pt x="33" y="0"/>
                    <a:pt x="0" y="34"/>
                    <a:pt x="0" y="89"/>
                  </a:cubicBezTo>
                  <a:lnTo>
                    <a:pt x="0" y="1128"/>
                  </a:lnTo>
                  <a:cubicBezTo>
                    <a:pt x="0" y="1173"/>
                    <a:pt x="33" y="1206"/>
                    <a:pt x="78" y="1206"/>
                  </a:cubicBezTo>
                  <a:lnTo>
                    <a:pt x="995" y="1206"/>
                  </a:lnTo>
                  <a:cubicBezTo>
                    <a:pt x="1040" y="1206"/>
                    <a:pt x="1073" y="1173"/>
                    <a:pt x="1073" y="1128"/>
                  </a:cubicBezTo>
                  <a:lnTo>
                    <a:pt x="1073" y="89"/>
                  </a:lnTo>
                  <a:cubicBezTo>
                    <a:pt x="1073" y="34"/>
                    <a:pt x="1040"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39">
              <a:extLst>
                <a:ext uri="{FF2B5EF4-FFF2-40B4-BE49-F238E27FC236}">
                  <a16:creationId xmlns:a16="http://schemas.microsoft.com/office/drawing/2014/main" id="{F7C288F9-C105-7643-95A1-60C116ACA4F0}"/>
                </a:ext>
              </a:extLst>
            </p:cNvPr>
            <p:cNvSpPr/>
            <p:nvPr/>
          </p:nvSpPr>
          <p:spPr>
            <a:xfrm>
              <a:off x="1747633" y="2364057"/>
              <a:ext cx="16341" cy="177544"/>
            </a:xfrm>
            <a:custGeom>
              <a:avLst/>
              <a:gdLst/>
              <a:ahLst/>
              <a:cxnLst/>
              <a:rect l="l" t="t" r="r" b="b"/>
              <a:pathLst>
                <a:path w="111" h="1206" extrusionOk="0">
                  <a:moveTo>
                    <a:pt x="78" y="0"/>
                  </a:moveTo>
                  <a:cubicBezTo>
                    <a:pt x="34" y="0"/>
                    <a:pt x="0" y="34"/>
                    <a:pt x="0" y="89"/>
                  </a:cubicBezTo>
                  <a:lnTo>
                    <a:pt x="0" y="1128"/>
                  </a:lnTo>
                  <a:cubicBezTo>
                    <a:pt x="0" y="1173"/>
                    <a:pt x="34" y="1206"/>
                    <a:pt x="78" y="1206"/>
                  </a:cubicBezTo>
                  <a:lnTo>
                    <a:pt x="111" y="1206"/>
                  </a:lnTo>
                  <a:cubicBezTo>
                    <a:pt x="67" y="1206"/>
                    <a:pt x="34" y="1173"/>
                    <a:pt x="34" y="1128"/>
                  </a:cubicBezTo>
                  <a:lnTo>
                    <a:pt x="34" y="89"/>
                  </a:lnTo>
                  <a:cubicBezTo>
                    <a:pt x="34" y="34"/>
                    <a:pt x="67" y="0"/>
                    <a:pt x="111"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39">
              <a:extLst>
                <a:ext uri="{FF2B5EF4-FFF2-40B4-BE49-F238E27FC236}">
                  <a16:creationId xmlns:a16="http://schemas.microsoft.com/office/drawing/2014/main" id="{BDD936DD-D45F-9C54-74A4-A7C675142085}"/>
                </a:ext>
              </a:extLst>
            </p:cNvPr>
            <p:cNvSpPr/>
            <p:nvPr/>
          </p:nvSpPr>
          <p:spPr>
            <a:xfrm>
              <a:off x="1898973" y="2365382"/>
              <a:ext cx="18108" cy="177839"/>
            </a:xfrm>
            <a:custGeom>
              <a:avLst/>
              <a:gdLst/>
              <a:ahLst/>
              <a:cxnLst/>
              <a:rect l="l" t="t" r="r" b="b"/>
              <a:pathLst>
                <a:path w="123" h="1208" extrusionOk="0">
                  <a:moveTo>
                    <a:pt x="48" y="1"/>
                  </a:moveTo>
                  <a:cubicBezTo>
                    <a:pt x="43" y="1"/>
                    <a:pt x="39" y="1"/>
                    <a:pt x="34" y="3"/>
                  </a:cubicBezTo>
                  <a:lnTo>
                    <a:pt x="1" y="3"/>
                  </a:lnTo>
                  <a:cubicBezTo>
                    <a:pt x="45" y="3"/>
                    <a:pt x="89" y="36"/>
                    <a:pt x="89" y="80"/>
                  </a:cubicBezTo>
                  <a:lnTo>
                    <a:pt x="89" y="1119"/>
                  </a:lnTo>
                  <a:cubicBezTo>
                    <a:pt x="78" y="1164"/>
                    <a:pt x="45" y="1208"/>
                    <a:pt x="1" y="1208"/>
                  </a:cubicBezTo>
                  <a:lnTo>
                    <a:pt x="34" y="1208"/>
                  </a:lnTo>
                  <a:cubicBezTo>
                    <a:pt x="78" y="1208"/>
                    <a:pt x="122" y="1164"/>
                    <a:pt x="122" y="1119"/>
                  </a:cubicBezTo>
                  <a:lnTo>
                    <a:pt x="122" y="80"/>
                  </a:lnTo>
                  <a:cubicBezTo>
                    <a:pt x="122" y="40"/>
                    <a:pt x="87" y="1"/>
                    <a:pt x="4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39">
              <a:extLst>
                <a:ext uri="{FF2B5EF4-FFF2-40B4-BE49-F238E27FC236}">
                  <a16:creationId xmlns:a16="http://schemas.microsoft.com/office/drawing/2014/main" id="{A46D31E2-FC42-2AFD-2649-4EB9532D3225}"/>
                </a:ext>
              </a:extLst>
            </p:cNvPr>
            <p:cNvSpPr/>
            <p:nvPr/>
          </p:nvSpPr>
          <p:spPr>
            <a:xfrm>
              <a:off x="1752492" y="2364057"/>
              <a:ext cx="159731" cy="177544"/>
            </a:xfrm>
            <a:custGeom>
              <a:avLst/>
              <a:gdLst/>
              <a:ahLst/>
              <a:cxnLst/>
              <a:rect l="l" t="t" r="r" b="b"/>
              <a:pathLst>
                <a:path w="1085" h="1206" extrusionOk="0">
                  <a:moveTo>
                    <a:pt x="78" y="0"/>
                  </a:moveTo>
                  <a:cubicBezTo>
                    <a:pt x="34" y="0"/>
                    <a:pt x="1" y="34"/>
                    <a:pt x="1" y="89"/>
                  </a:cubicBezTo>
                  <a:lnTo>
                    <a:pt x="1" y="1128"/>
                  </a:lnTo>
                  <a:cubicBezTo>
                    <a:pt x="1" y="1173"/>
                    <a:pt x="34" y="1206"/>
                    <a:pt x="78" y="1206"/>
                  </a:cubicBezTo>
                  <a:lnTo>
                    <a:pt x="996" y="1206"/>
                  </a:lnTo>
                  <a:cubicBezTo>
                    <a:pt x="1040" y="1206"/>
                    <a:pt x="1084" y="1173"/>
                    <a:pt x="1084" y="1128"/>
                  </a:cubicBezTo>
                  <a:lnTo>
                    <a:pt x="1084" y="89"/>
                  </a:lnTo>
                  <a:cubicBezTo>
                    <a:pt x="1084" y="34"/>
                    <a:pt x="1040" y="0"/>
                    <a:pt x="9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39">
              <a:extLst>
                <a:ext uri="{FF2B5EF4-FFF2-40B4-BE49-F238E27FC236}">
                  <a16:creationId xmlns:a16="http://schemas.microsoft.com/office/drawing/2014/main" id="{B9595F66-F0BF-3B70-E0E7-DCE4E99E80C3}"/>
                </a:ext>
              </a:extLst>
            </p:cNvPr>
            <p:cNvSpPr/>
            <p:nvPr/>
          </p:nvSpPr>
          <p:spPr>
            <a:xfrm>
              <a:off x="3429152" y="2364057"/>
              <a:ext cx="18108" cy="177544"/>
            </a:xfrm>
            <a:custGeom>
              <a:avLst/>
              <a:gdLst/>
              <a:ahLst/>
              <a:cxnLst/>
              <a:rect l="l" t="t" r="r" b="b"/>
              <a:pathLst>
                <a:path w="123" h="1206" extrusionOk="0">
                  <a:moveTo>
                    <a:pt x="89" y="0"/>
                  </a:moveTo>
                  <a:cubicBezTo>
                    <a:pt x="34" y="0"/>
                    <a:pt x="1" y="34"/>
                    <a:pt x="1" y="89"/>
                  </a:cubicBezTo>
                  <a:lnTo>
                    <a:pt x="1" y="1128"/>
                  </a:lnTo>
                  <a:cubicBezTo>
                    <a:pt x="1" y="1173"/>
                    <a:pt x="34" y="1206"/>
                    <a:pt x="89" y="1206"/>
                  </a:cubicBezTo>
                  <a:lnTo>
                    <a:pt x="123" y="1206"/>
                  </a:lnTo>
                  <a:cubicBezTo>
                    <a:pt x="78" y="1206"/>
                    <a:pt x="45" y="1173"/>
                    <a:pt x="45" y="1128"/>
                  </a:cubicBezTo>
                  <a:lnTo>
                    <a:pt x="45" y="89"/>
                  </a:lnTo>
                  <a:cubicBezTo>
                    <a:pt x="45" y="34"/>
                    <a:pt x="78" y="0"/>
                    <a:pt x="123"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39">
              <a:extLst>
                <a:ext uri="{FF2B5EF4-FFF2-40B4-BE49-F238E27FC236}">
                  <a16:creationId xmlns:a16="http://schemas.microsoft.com/office/drawing/2014/main" id="{B16E89C7-A278-86FC-1321-8C0ED26E4978}"/>
                </a:ext>
              </a:extLst>
            </p:cNvPr>
            <p:cNvSpPr/>
            <p:nvPr/>
          </p:nvSpPr>
          <p:spPr>
            <a:xfrm>
              <a:off x="3582258" y="2365382"/>
              <a:ext cx="17961" cy="177839"/>
            </a:xfrm>
            <a:custGeom>
              <a:avLst/>
              <a:gdLst/>
              <a:ahLst/>
              <a:cxnLst/>
              <a:rect l="l" t="t" r="r" b="b"/>
              <a:pathLst>
                <a:path w="122" h="1208" extrusionOk="0">
                  <a:moveTo>
                    <a:pt x="47" y="1"/>
                  </a:moveTo>
                  <a:cubicBezTo>
                    <a:pt x="43" y="1"/>
                    <a:pt x="38" y="1"/>
                    <a:pt x="33" y="3"/>
                  </a:cubicBezTo>
                  <a:lnTo>
                    <a:pt x="0" y="3"/>
                  </a:lnTo>
                  <a:cubicBezTo>
                    <a:pt x="45" y="3"/>
                    <a:pt x="78" y="36"/>
                    <a:pt x="89" y="80"/>
                  </a:cubicBezTo>
                  <a:lnTo>
                    <a:pt x="89" y="1119"/>
                  </a:lnTo>
                  <a:cubicBezTo>
                    <a:pt x="78" y="1164"/>
                    <a:pt x="45" y="1208"/>
                    <a:pt x="0" y="1208"/>
                  </a:cubicBezTo>
                  <a:lnTo>
                    <a:pt x="33" y="1208"/>
                  </a:lnTo>
                  <a:cubicBezTo>
                    <a:pt x="78" y="1208"/>
                    <a:pt x="122" y="1164"/>
                    <a:pt x="122" y="1119"/>
                  </a:cubicBezTo>
                  <a:lnTo>
                    <a:pt x="122" y="80"/>
                  </a:lnTo>
                  <a:cubicBezTo>
                    <a:pt x="122" y="40"/>
                    <a:pt x="87" y="1"/>
                    <a:pt x="47"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39">
              <a:extLst>
                <a:ext uri="{FF2B5EF4-FFF2-40B4-BE49-F238E27FC236}">
                  <a16:creationId xmlns:a16="http://schemas.microsoft.com/office/drawing/2014/main" id="{68E24099-39A2-1E76-0576-A45D0A326A8F}"/>
                </a:ext>
              </a:extLst>
            </p:cNvPr>
            <p:cNvSpPr/>
            <p:nvPr/>
          </p:nvSpPr>
          <p:spPr>
            <a:xfrm>
              <a:off x="3435777" y="2364057"/>
              <a:ext cx="157964" cy="177544"/>
            </a:xfrm>
            <a:custGeom>
              <a:avLst/>
              <a:gdLst/>
              <a:ahLst/>
              <a:cxnLst/>
              <a:rect l="l" t="t" r="r" b="b"/>
              <a:pathLst>
                <a:path w="1073" h="1206" extrusionOk="0">
                  <a:moveTo>
                    <a:pt x="78" y="0"/>
                  </a:moveTo>
                  <a:cubicBezTo>
                    <a:pt x="33" y="0"/>
                    <a:pt x="0" y="34"/>
                    <a:pt x="0" y="89"/>
                  </a:cubicBezTo>
                  <a:lnTo>
                    <a:pt x="0" y="1128"/>
                  </a:lnTo>
                  <a:cubicBezTo>
                    <a:pt x="0" y="1173"/>
                    <a:pt x="33" y="1206"/>
                    <a:pt x="78" y="1206"/>
                  </a:cubicBezTo>
                  <a:lnTo>
                    <a:pt x="995" y="1206"/>
                  </a:lnTo>
                  <a:cubicBezTo>
                    <a:pt x="1040" y="1206"/>
                    <a:pt x="1073" y="1173"/>
                    <a:pt x="1073" y="1128"/>
                  </a:cubicBezTo>
                  <a:lnTo>
                    <a:pt x="1073" y="89"/>
                  </a:lnTo>
                  <a:cubicBezTo>
                    <a:pt x="1073" y="34"/>
                    <a:pt x="1040"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39">
              <a:extLst>
                <a:ext uri="{FF2B5EF4-FFF2-40B4-BE49-F238E27FC236}">
                  <a16:creationId xmlns:a16="http://schemas.microsoft.com/office/drawing/2014/main" id="{21DB5C79-7A91-2010-3680-64BF7695CE0F}"/>
                </a:ext>
              </a:extLst>
            </p:cNvPr>
            <p:cNvSpPr/>
            <p:nvPr/>
          </p:nvSpPr>
          <p:spPr>
            <a:xfrm>
              <a:off x="323304" y="2570750"/>
              <a:ext cx="240995" cy="117332"/>
            </a:xfrm>
            <a:custGeom>
              <a:avLst/>
              <a:gdLst/>
              <a:ahLst/>
              <a:cxnLst/>
              <a:rect l="l" t="t" r="r" b="b"/>
              <a:pathLst>
                <a:path w="1637" h="797" extrusionOk="0">
                  <a:moveTo>
                    <a:pt x="210" y="1"/>
                  </a:moveTo>
                  <a:cubicBezTo>
                    <a:pt x="100" y="1"/>
                    <a:pt x="0" y="100"/>
                    <a:pt x="0" y="211"/>
                  </a:cubicBezTo>
                  <a:lnTo>
                    <a:pt x="0" y="587"/>
                  </a:lnTo>
                  <a:cubicBezTo>
                    <a:pt x="0" y="708"/>
                    <a:pt x="100" y="797"/>
                    <a:pt x="210" y="797"/>
                  </a:cubicBezTo>
                  <a:cubicBezTo>
                    <a:pt x="243" y="797"/>
                    <a:pt x="288" y="786"/>
                    <a:pt x="310" y="775"/>
                  </a:cubicBezTo>
                  <a:lnTo>
                    <a:pt x="16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39">
              <a:extLst>
                <a:ext uri="{FF2B5EF4-FFF2-40B4-BE49-F238E27FC236}">
                  <a16:creationId xmlns:a16="http://schemas.microsoft.com/office/drawing/2014/main" id="{3843D264-088C-5AED-A66B-9C35FB8D36A0}"/>
                </a:ext>
              </a:extLst>
            </p:cNvPr>
            <p:cNvSpPr/>
            <p:nvPr/>
          </p:nvSpPr>
          <p:spPr>
            <a:xfrm>
              <a:off x="344356" y="2601666"/>
              <a:ext cx="187408" cy="49023"/>
            </a:xfrm>
            <a:custGeom>
              <a:avLst/>
              <a:gdLst/>
              <a:ahLst/>
              <a:cxnLst/>
              <a:rect l="l" t="t" r="r" b="b"/>
              <a:pathLst>
                <a:path w="1273" h="333" extrusionOk="0">
                  <a:moveTo>
                    <a:pt x="100" y="1"/>
                  </a:moveTo>
                  <a:cubicBezTo>
                    <a:pt x="45" y="1"/>
                    <a:pt x="1" y="45"/>
                    <a:pt x="1" y="100"/>
                  </a:cubicBezTo>
                  <a:lnTo>
                    <a:pt x="1" y="222"/>
                  </a:lnTo>
                  <a:cubicBezTo>
                    <a:pt x="1" y="277"/>
                    <a:pt x="45" y="333"/>
                    <a:pt x="100" y="333"/>
                  </a:cubicBezTo>
                  <a:lnTo>
                    <a:pt x="686" y="333"/>
                  </a:lnTo>
                  <a:lnTo>
                    <a:pt x="1272" y="1"/>
                  </a:lnTo>
                  <a:close/>
                </a:path>
              </a:pathLst>
            </a:custGeom>
            <a:solidFill>
              <a:srgbClr val="DAD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39">
              <a:extLst>
                <a:ext uri="{FF2B5EF4-FFF2-40B4-BE49-F238E27FC236}">
                  <a16:creationId xmlns:a16="http://schemas.microsoft.com/office/drawing/2014/main" id="{F6562641-929D-97F8-E839-EF6CF9F6B963}"/>
                </a:ext>
              </a:extLst>
            </p:cNvPr>
            <p:cNvSpPr/>
            <p:nvPr/>
          </p:nvSpPr>
          <p:spPr>
            <a:xfrm>
              <a:off x="317120" y="2554557"/>
              <a:ext cx="274855" cy="150456"/>
            </a:xfrm>
            <a:custGeom>
              <a:avLst/>
              <a:gdLst/>
              <a:ahLst/>
              <a:cxnLst/>
              <a:rect l="l" t="t" r="r" b="b"/>
              <a:pathLst>
                <a:path w="1867" h="1022" extrusionOk="0">
                  <a:moveTo>
                    <a:pt x="1745" y="111"/>
                  </a:moveTo>
                  <a:lnTo>
                    <a:pt x="418" y="885"/>
                  </a:lnTo>
                  <a:cubicBezTo>
                    <a:pt x="387" y="903"/>
                    <a:pt x="353" y="911"/>
                    <a:pt x="319" y="911"/>
                  </a:cubicBezTo>
                  <a:cubicBezTo>
                    <a:pt x="212" y="911"/>
                    <a:pt x="108" y="823"/>
                    <a:pt x="108" y="697"/>
                  </a:cubicBezTo>
                  <a:lnTo>
                    <a:pt x="108" y="321"/>
                  </a:lnTo>
                  <a:cubicBezTo>
                    <a:pt x="108" y="210"/>
                    <a:pt x="208" y="111"/>
                    <a:pt x="318" y="111"/>
                  </a:cubicBezTo>
                  <a:close/>
                  <a:moveTo>
                    <a:pt x="318" y="0"/>
                  </a:moveTo>
                  <a:cubicBezTo>
                    <a:pt x="142" y="0"/>
                    <a:pt x="9" y="144"/>
                    <a:pt x="9" y="321"/>
                  </a:cubicBezTo>
                  <a:lnTo>
                    <a:pt x="9" y="697"/>
                  </a:lnTo>
                  <a:cubicBezTo>
                    <a:pt x="1" y="887"/>
                    <a:pt x="147" y="1022"/>
                    <a:pt x="310" y="1022"/>
                  </a:cubicBezTo>
                  <a:cubicBezTo>
                    <a:pt x="364" y="1022"/>
                    <a:pt x="420" y="1007"/>
                    <a:pt x="473" y="973"/>
                  </a:cubicBezTo>
                  <a:lnTo>
                    <a:pt x="1800" y="210"/>
                  </a:lnTo>
                  <a:cubicBezTo>
                    <a:pt x="1844" y="188"/>
                    <a:pt x="1867" y="133"/>
                    <a:pt x="1855" y="89"/>
                  </a:cubicBezTo>
                  <a:cubicBezTo>
                    <a:pt x="1844" y="33"/>
                    <a:pt x="1800" y="0"/>
                    <a:pt x="1745" y="0"/>
                  </a:cubicBez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39">
              <a:extLst>
                <a:ext uri="{FF2B5EF4-FFF2-40B4-BE49-F238E27FC236}">
                  <a16:creationId xmlns:a16="http://schemas.microsoft.com/office/drawing/2014/main" id="{BA00E154-6A08-1A26-5848-5D963C251228}"/>
                </a:ext>
              </a:extLst>
            </p:cNvPr>
            <p:cNvSpPr/>
            <p:nvPr/>
          </p:nvSpPr>
          <p:spPr>
            <a:xfrm>
              <a:off x="308582" y="2554557"/>
              <a:ext cx="273677" cy="149867"/>
            </a:xfrm>
            <a:custGeom>
              <a:avLst/>
              <a:gdLst/>
              <a:ahLst/>
              <a:cxnLst/>
              <a:rect l="l" t="t" r="r" b="b"/>
              <a:pathLst>
                <a:path w="1859" h="1018" extrusionOk="0">
                  <a:moveTo>
                    <a:pt x="1737" y="111"/>
                  </a:moveTo>
                  <a:lnTo>
                    <a:pt x="410" y="885"/>
                  </a:lnTo>
                  <a:cubicBezTo>
                    <a:pt x="376" y="896"/>
                    <a:pt x="343" y="907"/>
                    <a:pt x="310" y="907"/>
                  </a:cubicBezTo>
                  <a:cubicBezTo>
                    <a:pt x="200" y="907"/>
                    <a:pt x="100" y="818"/>
                    <a:pt x="100" y="697"/>
                  </a:cubicBezTo>
                  <a:lnTo>
                    <a:pt x="100" y="321"/>
                  </a:lnTo>
                  <a:cubicBezTo>
                    <a:pt x="100" y="210"/>
                    <a:pt x="200" y="111"/>
                    <a:pt x="310" y="111"/>
                  </a:cubicBezTo>
                  <a:close/>
                  <a:moveTo>
                    <a:pt x="310" y="0"/>
                  </a:moveTo>
                  <a:cubicBezTo>
                    <a:pt x="133" y="0"/>
                    <a:pt x="1" y="144"/>
                    <a:pt x="1" y="321"/>
                  </a:cubicBezTo>
                  <a:lnTo>
                    <a:pt x="1" y="697"/>
                  </a:lnTo>
                  <a:cubicBezTo>
                    <a:pt x="1" y="874"/>
                    <a:pt x="133" y="1017"/>
                    <a:pt x="310" y="1017"/>
                  </a:cubicBezTo>
                  <a:cubicBezTo>
                    <a:pt x="365" y="1017"/>
                    <a:pt x="421" y="1006"/>
                    <a:pt x="465" y="973"/>
                  </a:cubicBezTo>
                  <a:lnTo>
                    <a:pt x="1792" y="210"/>
                  </a:lnTo>
                  <a:cubicBezTo>
                    <a:pt x="1836" y="188"/>
                    <a:pt x="1858" y="133"/>
                    <a:pt x="1847" y="89"/>
                  </a:cubicBezTo>
                  <a:cubicBezTo>
                    <a:pt x="1836" y="33"/>
                    <a:pt x="1792" y="0"/>
                    <a:pt x="17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39">
              <a:extLst>
                <a:ext uri="{FF2B5EF4-FFF2-40B4-BE49-F238E27FC236}">
                  <a16:creationId xmlns:a16="http://schemas.microsoft.com/office/drawing/2014/main" id="{4D229482-A603-D909-F7F3-B7C8822F6B77}"/>
                </a:ext>
              </a:extLst>
            </p:cNvPr>
            <p:cNvSpPr/>
            <p:nvPr/>
          </p:nvSpPr>
          <p:spPr>
            <a:xfrm>
              <a:off x="337878" y="2570750"/>
              <a:ext cx="226421" cy="117332"/>
            </a:xfrm>
            <a:custGeom>
              <a:avLst/>
              <a:gdLst/>
              <a:ahLst/>
              <a:cxnLst/>
              <a:rect l="l" t="t" r="r" b="b"/>
              <a:pathLst>
                <a:path w="1538" h="797" extrusionOk="0">
                  <a:moveTo>
                    <a:pt x="1316" y="1"/>
                  </a:moveTo>
                  <a:lnTo>
                    <a:pt x="1" y="764"/>
                  </a:lnTo>
                  <a:cubicBezTo>
                    <a:pt x="34" y="786"/>
                    <a:pt x="67" y="797"/>
                    <a:pt x="111" y="797"/>
                  </a:cubicBezTo>
                  <a:cubicBezTo>
                    <a:pt x="144" y="797"/>
                    <a:pt x="189" y="786"/>
                    <a:pt x="211" y="775"/>
                  </a:cubicBezTo>
                  <a:lnTo>
                    <a:pt x="15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39">
              <a:extLst>
                <a:ext uri="{FF2B5EF4-FFF2-40B4-BE49-F238E27FC236}">
                  <a16:creationId xmlns:a16="http://schemas.microsoft.com/office/drawing/2014/main" id="{7AACAEA4-7DD7-5629-8B69-609CA3C41A10}"/>
                </a:ext>
              </a:extLst>
            </p:cNvPr>
            <p:cNvSpPr/>
            <p:nvPr/>
          </p:nvSpPr>
          <p:spPr>
            <a:xfrm>
              <a:off x="554435" y="2650248"/>
              <a:ext cx="3164735" cy="20022"/>
            </a:xfrm>
            <a:custGeom>
              <a:avLst/>
              <a:gdLst/>
              <a:ahLst/>
              <a:cxnLst/>
              <a:rect l="l" t="t" r="r" b="b"/>
              <a:pathLst>
                <a:path w="21497" h="136" extrusionOk="0">
                  <a:moveTo>
                    <a:pt x="21436" y="0"/>
                  </a:moveTo>
                  <a:cubicBezTo>
                    <a:pt x="21430" y="0"/>
                    <a:pt x="21425" y="1"/>
                    <a:pt x="21419" y="3"/>
                  </a:cubicBezTo>
                  <a:lnTo>
                    <a:pt x="78" y="3"/>
                  </a:lnTo>
                  <a:cubicBezTo>
                    <a:pt x="33" y="3"/>
                    <a:pt x="0" y="25"/>
                    <a:pt x="0" y="69"/>
                  </a:cubicBezTo>
                  <a:cubicBezTo>
                    <a:pt x="0" y="102"/>
                    <a:pt x="33" y="135"/>
                    <a:pt x="78" y="135"/>
                  </a:cubicBezTo>
                  <a:lnTo>
                    <a:pt x="21419" y="135"/>
                  </a:lnTo>
                  <a:cubicBezTo>
                    <a:pt x="21463" y="135"/>
                    <a:pt x="21496" y="102"/>
                    <a:pt x="21496" y="69"/>
                  </a:cubicBezTo>
                  <a:cubicBezTo>
                    <a:pt x="21496" y="31"/>
                    <a:pt x="21471" y="0"/>
                    <a:pt x="21436" y="0"/>
                  </a:cubicBezTo>
                  <a:close/>
                </a:path>
              </a:pathLst>
            </a:custGeom>
            <a:solidFill>
              <a:srgbClr val="FBF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39">
              <a:extLst>
                <a:ext uri="{FF2B5EF4-FFF2-40B4-BE49-F238E27FC236}">
                  <a16:creationId xmlns:a16="http://schemas.microsoft.com/office/drawing/2014/main" id="{52A2A977-4C63-82D2-852E-24372562E074}"/>
                </a:ext>
              </a:extLst>
            </p:cNvPr>
            <p:cNvSpPr/>
            <p:nvPr/>
          </p:nvSpPr>
          <p:spPr>
            <a:xfrm>
              <a:off x="554435" y="2694560"/>
              <a:ext cx="3164735" cy="19580"/>
            </a:xfrm>
            <a:custGeom>
              <a:avLst/>
              <a:gdLst/>
              <a:ahLst/>
              <a:cxnLst/>
              <a:rect l="l" t="t" r="r" b="b"/>
              <a:pathLst>
                <a:path w="21497" h="133" extrusionOk="0">
                  <a:moveTo>
                    <a:pt x="78" y="0"/>
                  </a:moveTo>
                  <a:cubicBezTo>
                    <a:pt x="33" y="0"/>
                    <a:pt x="0" y="22"/>
                    <a:pt x="0" y="66"/>
                  </a:cubicBezTo>
                  <a:cubicBezTo>
                    <a:pt x="0" y="100"/>
                    <a:pt x="33" y="133"/>
                    <a:pt x="78" y="133"/>
                  </a:cubicBezTo>
                  <a:lnTo>
                    <a:pt x="21419" y="133"/>
                  </a:lnTo>
                  <a:cubicBezTo>
                    <a:pt x="21463" y="133"/>
                    <a:pt x="21496" y="100"/>
                    <a:pt x="21496" y="66"/>
                  </a:cubicBezTo>
                  <a:cubicBezTo>
                    <a:pt x="21496" y="22"/>
                    <a:pt x="21463" y="0"/>
                    <a:pt x="21419" y="0"/>
                  </a:cubicBezTo>
                  <a:close/>
                </a:path>
              </a:pathLst>
            </a:custGeom>
            <a:solidFill>
              <a:srgbClr val="FBF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39">
              <a:extLst>
                <a:ext uri="{FF2B5EF4-FFF2-40B4-BE49-F238E27FC236}">
                  <a16:creationId xmlns:a16="http://schemas.microsoft.com/office/drawing/2014/main" id="{E9897BE5-C928-A47B-07D2-86CD1079A34D}"/>
                </a:ext>
              </a:extLst>
            </p:cNvPr>
            <p:cNvSpPr/>
            <p:nvPr/>
          </p:nvSpPr>
          <p:spPr>
            <a:xfrm>
              <a:off x="538094" y="2650542"/>
              <a:ext cx="3163115" cy="19727"/>
            </a:xfrm>
            <a:custGeom>
              <a:avLst/>
              <a:gdLst/>
              <a:ahLst/>
              <a:cxnLst/>
              <a:rect l="l" t="t" r="r" b="b"/>
              <a:pathLst>
                <a:path w="21486" h="134" extrusionOk="0">
                  <a:moveTo>
                    <a:pt x="67" y="1"/>
                  </a:moveTo>
                  <a:cubicBezTo>
                    <a:pt x="34" y="1"/>
                    <a:pt x="1" y="23"/>
                    <a:pt x="1" y="67"/>
                  </a:cubicBezTo>
                  <a:cubicBezTo>
                    <a:pt x="1" y="100"/>
                    <a:pt x="34" y="133"/>
                    <a:pt x="67" y="133"/>
                  </a:cubicBezTo>
                  <a:lnTo>
                    <a:pt x="21419" y="133"/>
                  </a:lnTo>
                  <a:cubicBezTo>
                    <a:pt x="21452" y="133"/>
                    <a:pt x="21486" y="100"/>
                    <a:pt x="21486" y="67"/>
                  </a:cubicBezTo>
                  <a:cubicBezTo>
                    <a:pt x="21486" y="23"/>
                    <a:pt x="21452" y="1"/>
                    <a:pt x="2141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39">
              <a:extLst>
                <a:ext uri="{FF2B5EF4-FFF2-40B4-BE49-F238E27FC236}">
                  <a16:creationId xmlns:a16="http://schemas.microsoft.com/office/drawing/2014/main" id="{719303A8-32C6-4F6C-C0CC-89FCED927DB5}"/>
                </a:ext>
              </a:extLst>
            </p:cNvPr>
            <p:cNvSpPr/>
            <p:nvPr/>
          </p:nvSpPr>
          <p:spPr>
            <a:xfrm>
              <a:off x="538094" y="2694560"/>
              <a:ext cx="3163115" cy="19580"/>
            </a:xfrm>
            <a:custGeom>
              <a:avLst/>
              <a:gdLst/>
              <a:ahLst/>
              <a:cxnLst/>
              <a:rect l="l" t="t" r="r" b="b"/>
              <a:pathLst>
                <a:path w="21486" h="133" extrusionOk="0">
                  <a:moveTo>
                    <a:pt x="67" y="0"/>
                  </a:moveTo>
                  <a:cubicBezTo>
                    <a:pt x="34" y="0"/>
                    <a:pt x="1" y="22"/>
                    <a:pt x="1" y="66"/>
                  </a:cubicBezTo>
                  <a:cubicBezTo>
                    <a:pt x="1" y="100"/>
                    <a:pt x="34" y="133"/>
                    <a:pt x="67" y="133"/>
                  </a:cubicBezTo>
                  <a:lnTo>
                    <a:pt x="21419" y="133"/>
                  </a:lnTo>
                  <a:cubicBezTo>
                    <a:pt x="21452" y="133"/>
                    <a:pt x="21486" y="100"/>
                    <a:pt x="21486" y="66"/>
                  </a:cubicBezTo>
                  <a:cubicBezTo>
                    <a:pt x="21486" y="22"/>
                    <a:pt x="21452" y="0"/>
                    <a:pt x="214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39">
              <a:extLst>
                <a:ext uri="{FF2B5EF4-FFF2-40B4-BE49-F238E27FC236}">
                  <a16:creationId xmlns:a16="http://schemas.microsoft.com/office/drawing/2014/main" id="{0331DE57-AB71-3D02-6CD0-98B16D02B9B0}"/>
                </a:ext>
              </a:extLst>
            </p:cNvPr>
            <p:cNvSpPr/>
            <p:nvPr/>
          </p:nvSpPr>
          <p:spPr>
            <a:xfrm>
              <a:off x="1723195" y="2342858"/>
              <a:ext cx="19727" cy="495092"/>
            </a:xfrm>
            <a:custGeom>
              <a:avLst/>
              <a:gdLst/>
              <a:ahLst/>
              <a:cxnLst/>
              <a:rect l="l" t="t" r="r" b="b"/>
              <a:pathLst>
                <a:path w="134" h="3363" extrusionOk="0">
                  <a:moveTo>
                    <a:pt x="111" y="1"/>
                  </a:moveTo>
                  <a:cubicBezTo>
                    <a:pt x="56" y="1"/>
                    <a:pt x="1" y="45"/>
                    <a:pt x="1" y="100"/>
                  </a:cubicBezTo>
                  <a:lnTo>
                    <a:pt x="1" y="3252"/>
                  </a:lnTo>
                  <a:cubicBezTo>
                    <a:pt x="1" y="3307"/>
                    <a:pt x="56" y="3362"/>
                    <a:pt x="111" y="3362"/>
                  </a:cubicBezTo>
                  <a:lnTo>
                    <a:pt x="133" y="3362"/>
                  </a:lnTo>
                  <a:cubicBezTo>
                    <a:pt x="78" y="3362"/>
                    <a:pt x="23" y="3307"/>
                    <a:pt x="23" y="3252"/>
                  </a:cubicBezTo>
                  <a:lnTo>
                    <a:pt x="23" y="100"/>
                  </a:lnTo>
                  <a:cubicBezTo>
                    <a:pt x="23" y="45"/>
                    <a:pt x="78" y="1"/>
                    <a:pt x="133" y="1"/>
                  </a:cubicBez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39">
              <a:extLst>
                <a:ext uri="{FF2B5EF4-FFF2-40B4-BE49-F238E27FC236}">
                  <a16:creationId xmlns:a16="http://schemas.microsoft.com/office/drawing/2014/main" id="{380813C5-9275-D21C-7F31-9FB9CD8329C2}"/>
                </a:ext>
              </a:extLst>
            </p:cNvPr>
            <p:cNvSpPr/>
            <p:nvPr/>
          </p:nvSpPr>
          <p:spPr>
            <a:xfrm>
              <a:off x="1916934" y="2338000"/>
              <a:ext cx="22966" cy="504809"/>
            </a:xfrm>
            <a:custGeom>
              <a:avLst/>
              <a:gdLst/>
              <a:ahLst/>
              <a:cxnLst/>
              <a:rect l="l" t="t" r="r" b="b"/>
              <a:pathLst>
                <a:path w="156" h="3429" extrusionOk="0">
                  <a:moveTo>
                    <a:pt x="0" y="1"/>
                  </a:moveTo>
                  <a:cubicBezTo>
                    <a:pt x="78" y="1"/>
                    <a:pt x="133" y="67"/>
                    <a:pt x="133" y="144"/>
                  </a:cubicBezTo>
                  <a:lnTo>
                    <a:pt x="133" y="3285"/>
                  </a:lnTo>
                  <a:cubicBezTo>
                    <a:pt x="133" y="3362"/>
                    <a:pt x="78" y="3428"/>
                    <a:pt x="0" y="3428"/>
                  </a:cubicBezTo>
                  <a:lnTo>
                    <a:pt x="23" y="3428"/>
                  </a:lnTo>
                  <a:cubicBezTo>
                    <a:pt x="100" y="3428"/>
                    <a:pt x="155" y="3362"/>
                    <a:pt x="155" y="3285"/>
                  </a:cubicBezTo>
                  <a:lnTo>
                    <a:pt x="155" y="133"/>
                  </a:lnTo>
                  <a:cubicBezTo>
                    <a:pt x="155" y="67"/>
                    <a:pt x="100" y="1"/>
                    <a:pt x="23" y="1"/>
                  </a:cubicBez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39">
              <a:extLst>
                <a:ext uri="{FF2B5EF4-FFF2-40B4-BE49-F238E27FC236}">
                  <a16:creationId xmlns:a16="http://schemas.microsoft.com/office/drawing/2014/main" id="{90C6FC1A-4D9C-54DD-8733-93C5B7468488}"/>
                </a:ext>
              </a:extLst>
            </p:cNvPr>
            <p:cNvSpPr/>
            <p:nvPr/>
          </p:nvSpPr>
          <p:spPr>
            <a:xfrm>
              <a:off x="1719956" y="2338000"/>
              <a:ext cx="216704" cy="504809"/>
            </a:xfrm>
            <a:custGeom>
              <a:avLst/>
              <a:gdLst/>
              <a:ahLst/>
              <a:cxnLst/>
              <a:rect l="l" t="t" r="r" b="b"/>
              <a:pathLst>
                <a:path w="1472" h="3429" extrusionOk="0">
                  <a:moveTo>
                    <a:pt x="1338" y="34"/>
                  </a:moveTo>
                  <a:cubicBezTo>
                    <a:pt x="1394" y="34"/>
                    <a:pt x="1449" y="78"/>
                    <a:pt x="1449" y="133"/>
                  </a:cubicBezTo>
                  <a:lnTo>
                    <a:pt x="1449" y="3285"/>
                  </a:lnTo>
                  <a:cubicBezTo>
                    <a:pt x="1449" y="3340"/>
                    <a:pt x="1394" y="3395"/>
                    <a:pt x="1338" y="3395"/>
                  </a:cubicBezTo>
                  <a:lnTo>
                    <a:pt x="133" y="3395"/>
                  </a:lnTo>
                  <a:cubicBezTo>
                    <a:pt x="78" y="3395"/>
                    <a:pt x="23" y="3340"/>
                    <a:pt x="23" y="3285"/>
                  </a:cubicBezTo>
                  <a:lnTo>
                    <a:pt x="23" y="133"/>
                  </a:lnTo>
                  <a:cubicBezTo>
                    <a:pt x="23" y="78"/>
                    <a:pt x="78" y="34"/>
                    <a:pt x="133" y="34"/>
                  </a:cubicBezTo>
                  <a:close/>
                  <a:moveTo>
                    <a:pt x="133" y="1"/>
                  </a:moveTo>
                  <a:cubicBezTo>
                    <a:pt x="56" y="1"/>
                    <a:pt x="0" y="67"/>
                    <a:pt x="0" y="144"/>
                  </a:cubicBezTo>
                  <a:lnTo>
                    <a:pt x="0" y="3285"/>
                  </a:lnTo>
                  <a:cubicBezTo>
                    <a:pt x="0" y="3362"/>
                    <a:pt x="56" y="3428"/>
                    <a:pt x="133" y="3428"/>
                  </a:cubicBezTo>
                  <a:lnTo>
                    <a:pt x="1338" y="3428"/>
                  </a:lnTo>
                  <a:cubicBezTo>
                    <a:pt x="1416" y="3428"/>
                    <a:pt x="1471" y="3362"/>
                    <a:pt x="1471" y="3285"/>
                  </a:cubicBezTo>
                  <a:lnTo>
                    <a:pt x="1471" y="133"/>
                  </a:lnTo>
                  <a:cubicBezTo>
                    <a:pt x="1471" y="67"/>
                    <a:pt x="1416" y="1"/>
                    <a:pt x="1338" y="1"/>
                  </a:cubicBez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39">
              <a:extLst>
                <a:ext uri="{FF2B5EF4-FFF2-40B4-BE49-F238E27FC236}">
                  <a16:creationId xmlns:a16="http://schemas.microsoft.com/office/drawing/2014/main" id="{40AFE551-25D0-CFD7-1A3D-FB977F75D2FE}"/>
                </a:ext>
              </a:extLst>
            </p:cNvPr>
            <p:cNvSpPr/>
            <p:nvPr/>
          </p:nvSpPr>
          <p:spPr>
            <a:xfrm>
              <a:off x="3406481" y="2342858"/>
              <a:ext cx="19580" cy="495092"/>
            </a:xfrm>
            <a:custGeom>
              <a:avLst/>
              <a:gdLst/>
              <a:ahLst/>
              <a:cxnLst/>
              <a:rect l="l" t="t" r="r" b="b"/>
              <a:pathLst>
                <a:path w="133" h="3363" extrusionOk="0">
                  <a:moveTo>
                    <a:pt x="111" y="1"/>
                  </a:moveTo>
                  <a:cubicBezTo>
                    <a:pt x="44" y="1"/>
                    <a:pt x="0" y="45"/>
                    <a:pt x="0" y="100"/>
                  </a:cubicBezTo>
                  <a:lnTo>
                    <a:pt x="0" y="3252"/>
                  </a:lnTo>
                  <a:cubicBezTo>
                    <a:pt x="0" y="3307"/>
                    <a:pt x="44" y="3362"/>
                    <a:pt x="111" y="3362"/>
                  </a:cubicBezTo>
                  <a:lnTo>
                    <a:pt x="133" y="3362"/>
                  </a:lnTo>
                  <a:cubicBezTo>
                    <a:pt x="66" y="3362"/>
                    <a:pt x="22" y="3307"/>
                    <a:pt x="22" y="3252"/>
                  </a:cubicBezTo>
                  <a:lnTo>
                    <a:pt x="22" y="100"/>
                  </a:lnTo>
                  <a:cubicBezTo>
                    <a:pt x="22" y="45"/>
                    <a:pt x="66" y="1"/>
                    <a:pt x="133" y="1"/>
                  </a:cubicBez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39">
              <a:extLst>
                <a:ext uri="{FF2B5EF4-FFF2-40B4-BE49-F238E27FC236}">
                  <a16:creationId xmlns:a16="http://schemas.microsoft.com/office/drawing/2014/main" id="{C145F43E-2758-4A7F-2D9A-C92DD173CFF6}"/>
                </a:ext>
              </a:extLst>
            </p:cNvPr>
            <p:cNvSpPr/>
            <p:nvPr/>
          </p:nvSpPr>
          <p:spPr>
            <a:xfrm>
              <a:off x="3600072" y="2338000"/>
              <a:ext cx="22966" cy="504809"/>
            </a:xfrm>
            <a:custGeom>
              <a:avLst/>
              <a:gdLst/>
              <a:ahLst/>
              <a:cxnLst/>
              <a:rect l="l" t="t" r="r" b="b"/>
              <a:pathLst>
                <a:path w="156" h="3429" extrusionOk="0">
                  <a:moveTo>
                    <a:pt x="1" y="1"/>
                  </a:moveTo>
                  <a:cubicBezTo>
                    <a:pt x="78" y="1"/>
                    <a:pt x="134" y="67"/>
                    <a:pt x="134" y="144"/>
                  </a:cubicBezTo>
                  <a:lnTo>
                    <a:pt x="134" y="3285"/>
                  </a:lnTo>
                  <a:cubicBezTo>
                    <a:pt x="134" y="3362"/>
                    <a:pt x="78" y="3428"/>
                    <a:pt x="1" y="3428"/>
                  </a:cubicBezTo>
                  <a:lnTo>
                    <a:pt x="23" y="3428"/>
                  </a:lnTo>
                  <a:cubicBezTo>
                    <a:pt x="100" y="3428"/>
                    <a:pt x="156" y="3362"/>
                    <a:pt x="156" y="3285"/>
                  </a:cubicBezTo>
                  <a:lnTo>
                    <a:pt x="156" y="133"/>
                  </a:lnTo>
                  <a:cubicBezTo>
                    <a:pt x="156" y="67"/>
                    <a:pt x="100" y="1"/>
                    <a:pt x="23" y="1"/>
                  </a:cubicBez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39">
              <a:extLst>
                <a:ext uri="{FF2B5EF4-FFF2-40B4-BE49-F238E27FC236}">
                  <a16:creationId xmlns:a16="http://schemas.microsoft.com/office/drawing/2014/main" id="{31DC6118-C087-3ED5-FE65-895AF295A100}"/>
                </a:ext>
              </a:extLst>
            </p:cNvPr>
            <p:cNvSpPr/>
            <p:nvPr/>
          </p:nvSpPr>
          <p:spPr>
            <a:xfrm>
              <a:off x="3401475" y="2338000"/>
              <a:ext cx="218324" cy="504809"/>
            </a:xfrm>
            <a:custGeom>
              <a:avLst/>
              <a:gdLst/>
              <a:ahLst/>
              <a:cxnLst/>
              <a:rect l="l" t="t" r="r" b="b"/>
              <a:pathLst>
                <a:path w="1483" h="3429" extrusionOk="0">
                  <a:moveTo>
                    <a:pt x="1350" y="34"/>
                  </a:moveTo>
                  <a:cubicBezTo>
                    <a:pt x="1405" y="34"/>
                    <a:pt x="1449" y="78"/>
                    <a:pt x="1449" y="133"/>
                  </a:cubicBezTo>
                  <a:lnTo>
                    <a:pt x="1449" y="3285"/>
                  </a:lnTo>
                  <a:cubicBezTo>
                    <a:pt x="1449" y="3340"/>
                    <a:pt x="1405" y="3395"/>
                    <a:pt x="1350" y="3395"/>
                  </a:cubicBezTo>
                  <a:lnTo>
                    <a:pt x="145" y="3395"/>
                  </a:lnTo>
                  <a:cubicBezTo>
                    <a:pt x="78" y="3395"/>
                    <a:pt x="34" y="3340"/>
                    <a:pt x="34" y="3285"/>
                  </a:cubicBezTo>
                  <a:lnTo>
                    <a:pt x="34" y="133"/>
                  </a:lnTo>
                  <a:cubicBezTo>
                    <a:pt x="34" y="78"/>
                    <a:pt x="78" y="34"/>
                    <a:pt x="145" y="34"/>
                  </a:cubicBezTo>
                  <a:close/>
                  <a:moveTo>
                    <a:pt x="145" y="1"/>
                  </a:moveTo>
                  <a:cubicBezTo>
                    <a:pt x="67" y="1"/>
                    <a:pt x="1" y="67"/>
                    <a:pt x="1" y="144"/>
                  </a:cubicBezTo>
                  <a:lnTo>
                    <a:pt x="1" y="3285"/>
                  </a:lnTo>
                  <a:cubicBezTo>
                    <a:pt x="1" y="3362"/>
                    <a:pt x="67" y="3428"/>
                    <a:pt x="145" y="3428"/>
                  </a:cubicBezTo>
                  <a:lnTo>
                    <a:pt x="1350" y="3428"/>
                  </a:lnTo>
                  <a:cubicBezTo>
                    <a:pt x="1427" y="3428"/>
                    <a:pt x="1483" y="3362"/>
                    <a:pt x="1483" y="3285"/>
                  </a:cubicBezTo>
                  <a:lnTo>
                    <a:pt x="1483" y="133"/>
                  </a:lnTo>
                  <a:cubicBezTo>
                    <a:pt x="1483" y="67"/>
                    <a:pt x="1416" y="1"/>
                    <a:pt x="1350" y="1"/>
                  </a:cubicBez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39">
              <a:extLst>
                <a:ext uri="{FF2B5EF4-FFF2-40B4-BE49-F238E27FC236}">
                  <a16:creationId xmlns:a16="http://schemas.microsoft.com/office/drawing/2014/main" id="{1B19E5E0-9048-9C55-00D9-9524B5E4F187}"/>
                </a:ext>
              </a:extLst>
            </p:cNvPr>
            <p:cNvSpPr/>
            <p:nvPr/>
          </p:nvSpPr>
          <p:spPr>
            <a:xfrm>
              <a:off x="4021703" y="2316800"/>
              <a:ext cx="14869" cy="397340"/>
            </a:xfrm>
            <a:custGeom>
              <a:avLst/>
              <a:gdLst/>
              <a:ahLst/>
              <a:cxnLst/>
              <a:rect l="l" t="t" r="r" b="b"/>
              <a:pathLst>
                <a:path w="101" h="2699" extrusionOk="0">
                  <a:moveTo>
                    <a:pt x="1" y="1"/>
                  </a:moveTo>
                  <a:lnTo>
                    <a:pt x="1" y="2699"/>
                  </a:lnTo>
                  <a:lnTo>
                    <a:pt x="100" y="2699"/>
                  </a:lnTo>
                  <a:lnTo>
                    <a:pt x="100" y="1"/>
                  </a:ln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39">
              <a:extLst>
                <a:ext uri="{FF2B5EF4-FFF2-40B4-BE49-F238E27FC236}">
                  <a16:creationId xmlns:a16="http://schemas.microsoft.com/office/drawing/2014/main" id="{B8256DEC-22EC-1D31-B8C8-F7926472125E}"/>
                </a:ext>
              </a:extLst>
            </p:cNvPr>
            <p:cNvSpPr/>
            <p:nvPr/>
          </p:nvSpPr>
          <p:spPr>
            <a:xfrm>
              <a:off x="3823106" y="2316800"/>
              <a:ext cx="198744" cy="397340"/>
            </a:xfrm>
            <a:custGeom>
              <a:avLst/>
              <a:gdLst/>
              <a:ahLst/>
              <a:cxnLst/>
              <a:rect l="l" t="t" r="r" b="b"/>
              <a:pathLst>
                <a:path w="1350" h="2699" extrusionOk="0">
                  <a:moveTo>
                    <a:pt x="1" y="1"/>
                  </a:moveTo>
                  <a:lnTo>
                    <a:pt x="1" y="2699"/>
                  </a:lnTo>
                  <a:lnTo>
                    <a:pt x="1350" y="2699"/>
                  </a:lnTo>
                  <a:lnTo>
                    <a:pt x="135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09" name="Google Shape;1709;p39">
            <a:extLst>
              <a:ext uri="{FF2B5EF4-FFF2-40B4-BE49-F238E27FC236}">
                <a16:creationId xmlns:a16="http://schemas.microsoft.com/office/drawing/2014/main" id="{4029A930-549D-122E-32FD-D6619E83E612}"/>
              </a:ext>
            </a:extLst>
          </p:cNvPr>
          <p:cNvGrpSpPr/>
          <p:nvPr/>
        </p:nvGrpSpPr>
        <p:grpSpPr>
          <a:xfrm>
            <a:off x="-657980" y="4422312"/>
            <a:ext cx="9966245" cy="1555435"/>
            <a:chOff x="-657980" y="4445837"/>
            <a:chExt cx="9966245" cy="1555435"/>
          </a:xfrm>
        </p:grpSpPr>
        <p:grpSp>
          <p:nvGrpSpPr>
            <p:cNvPr id="1710" name="Google Shape;1710;p39">
              <a:extLst>
                <a:ext uri="{FF2B5EF4-FFF2-40B4-BE49-F238E27FC236}">
                  <a16:creationId xmlns:a16="http://schemas.microsoft.com/office/drawing/2014/main" id="{639C0CDB-04E6-10D4-A0BD-47AF519ACA68}"/>
                </a:ext>
              </a:extLst>
            </p:cNvPr>
            <p:cNvGrpSpPr/>
            <p:nvPr/>
          </p:nvGrpSpPr>
          <p:grpSpPr>
            <a:xfrm flipH="1">
              <a:off x="6319595" y="4445837"/>
              <a:ext cx="2988670" cy="1555435"/>
              <a:chOff x="247500" y="3377600"/>
              <a:chExt cx="2497635" cy="1299879"/>
            </a:xfrm>
          </p:grpSpPr>
          <p:sp>
            <p:nvSpPr>
              <p:cNvPr id="1711" name="Google Shape;1711;p39">
                <a:extLst>
                  <a:ext uri="{FF2B5EF4-FFF2-40B4-BE49-F238E27FC236}">
                    <a16:creationId xmlns:a16="http://schemas.microsoft.com/office/drawing/2014/main" id="{FDCEBEAE-83FC-54B0-955A-9E8CA8247830}"/>
                  </a:ext>
                </a:extLst>
              </p:cNvPr>
              <p:cNvSpPr/>
              <p:nvPr/>
            </p:nvSpPr>
            <p:spPr>
              <a:xfrm>
                <a:off x="79350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39">
                <a:extLst>
                  <a:ext uri="{FF2B5EF4-FFF2-40B4-BE49-F238E27FC236}">
                    <a16:creationId xmlns:a16="http://schemas.microsoft.com/office/drawing/2014/main" id="{5E678F9C-9ACB-515D-9C62-8E51CA6F799A}"/>
                  </a:ext>
                </a:extLst>
              </p:cNvPr>
              <p:cNvSpPr/>
              <p:nvPr/>
            </p:nvSpPr>
            <p:spPr>
              <a:xfrm>
                <a:off x="30388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39">
                <a:extLst>
                  <a:ext uri="{FF2B5EF4-FFF2-40B4-BE49-F238E27FC236}">
                    <a16:creationId xmlns:a16="http://schemas.microsoft.com/office/drawing/2014/main" id="{C2F7900D-3D5C-CD6F-D668-A73AB289C8AC}"/>
                  </a:ext>
                </a:extLst>
              </p:cNvPr>
              <p:cNvSpPr/>
              <p:nvPr/>
            </p:nvSpPr>
            <p:spPr>
              <a:xfrm>
                <a:off x="24750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39">
                <a:extLst>
                  <a:ext uri="{FF2B5EF4-FFF2-40B4-BE49-F238E27FC236}">
                    <a16:creationId xmlns:a16="http://schemas.microsoft.com/office/drawing/2014/main" id="{FB3F8FB0-93CA-BD6E-BD77-523168E438C3}"/>
                  </a:ext>
                </a:extLst>
              </p:cNvPr>
              <p:cNvSpPr/>
              <p:nvPr/>
            </p:nvSpPr>
            <p:spPr>
              <a:xfrm>
                <a:off x="24750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39">
                <a:extLst>
                  <a:ext uri="{FF2B5EF4-FFF2-40B4-BE49-F238E27FC236}">
                    <a16:creationId xmlns:a16="http://schemas.microsoft.com/office/drawing/2014/main" id="{9B0F1D06-948F-A5C9-41A4-8B356DA6CBBB}"/>
                  </a:ext>
                </a:extLst>
              </p:cNvPr>
              <p:cNvSpPr/>
              <p:nvPr/>
            </p:nvSpPr>
            <p:spPr>
              <a:xfrm>
                <a:off x="1408159"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39">
                <a:extLst>
                  <a:ext uri="{FF2B5EF4-FFF2-40B4-BE49-F238E27FC236}">
                    <a16:creationId xmlns:a16="http://schemas.microsoft.com/office/drawing/2014/main" id="{309EFE7E-D8F4-7E21-A83A-543216EDC23F}"/>
                  </a:ext>
                </a:extLst>
              </p:cNvPr>
              <p:cNvSpPr/>
              <p:nvPr/>
            </p:nvSpPr>
            <p:spPr>
              <a:xfrm>
                <a:off x="1679410" y="3817847"/>
                <a:ext cx="153384" cy="181579"/>
              </a:xfrm>
              <a:custGeom>
                <a:avLst/>
                <a:gdLst/>
                <a:ahLst/>
                <a:cxnLst/>
                <a:rect l="l" t="t" r="r" b="b"/>
                <a:pathLst>
                  <a:path w="963" h="1140" extrusionOk="0">
                    <a:moveTo>
                      <a:pt x="1" y="1"/>
                    </a:moveTo>
                    <a:lnTo>
                      <a:pt x="1" y="786"/>
                    </a:lnTo>
                    <a:cubicBezTo>
                      <a:pt x="1" y="985"/>
                      <a:pt x="155" y="1140"/>
                      <a:pt x="35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39">
                <a:extLst>
                  <a:ext uri="{FF2B5EF4-FFF2-40B4-BE49-F238E27FC236}">
                    <a16:creationId xmlns:a16="http://schemas.microsoft.com/office/drawing/2014/main" id="{DC4252C2-6577-72FC-6817-EF89F79047DC}"/>
                  </a:ext>
                </a:extLst>
              </p:cNvPr>
              <p:cNvSpPr/>
              <p:nvPr/>
            </p:nvSpPr>
            <p:spPr>
              <a:xfrm>
                <a:off x="1468047" y="3999265"/>
                <a:ext cx="211521" cy="95249"/>
              </a:xfrm>
              <a:custGeom>
                <a:avLst/>
                <a:gdLst/>
                <a:ahLst/>
                <a:cxnLst/>
                <a:rect l="l" t="t" r="r" b="b"/>
                <a:pathLst>
                  <a:path w="1328" h="598" extrusionOk="0">
                    <a:moveTo>
                      <a:pt x="1" y="1"/>
                    </a:moveTo>
                    <a:lnTo>
                      <a:pt x="1" y="598"/>
                    </a:lnTo>
                    <a:lnTo>
                      <a:pt x="1328" y="598"/>
                    </a:lnTo>
                    <a:lnTo>
                      <a:pt x="13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39">
                <a:extLst>
                  <a:ext uri="{FF2B5EF4-FFF2-40B4-BE49-F238E27FC236}">
                    <a16:creationId xmlns:a16="http://schemas.microsoft.com/office/drawing/2014/main" id="{ECF4D3D6-9EB1-5DF6-81DB-FD6B44F327B8}"/>
                  </a:ext>
                </a:extLst>
              </p:cNvPr>
              <p:cNvSpPr/>
              <p:nvPr/>
            </p:nvSpPr>
            <p:spPr>
              <a:xfrm>
                <a:off x="1679410"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39">
                <a:extLst>
                  <a:ext uri="{FF2B5EF4-FFF2-40B4-BE49-F238E27FC236}">
                    <a16:creationId xmlns:a16="http://schemas.microsoft.com/office/drawing/2014/main" id="{541855B6-2A56-C5E6-9F21-EB59FE7E35EA}"/>
                  </a:ext>
                </a:extLst>
              </p:cNvPr>
              <p:cNvSpPr/>
              <p:nvPr/>
            </p:nvSpPr>
            <p:spPr>
              <a:xfrm>
                <a:off x="1468047" y="4094355"/>
                <a:ext cx="211521" cy="583124"/>
              </a:xfrm>
              <a:custGeom>
                <a:avLst/>
                <a:gdLst/>
                <a:ahLst/>
                <a:cxnLst/>
                <a:rect l="l" t="t" r="r" b="b"/>
                <a:pathLst>
                  <a:path w="1328" h="3661" extrusionOk="0">
                    <a:moveTo>
                      <a:pt x="1" y="1"/>
                    </a:moveTo>
                    <a:lnTo>
                      <a:pt x="1" y="3661"/>
                    </a:lnTo>
                    <a:lnTo>
                      <a:pt x="1328" y="3661"/>
                    </a:lnTo>
                    <a:lnTo>
                      <a:pt x="13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39">
                <a:extLst>
                  <a:ext uri="{FF2B5EF4-FFF2-40B4-BE49-F238E27FC236}">
                    <a16:creationId xmlns:a16="http://schemas.microsoft.com/office/drawing/2014/main" id="{25E04C5E-3859-7BDF-42C0-F4D28DAB0309}"/>
                  </a:ext>
                </a:extLst>
              </p:cNvPr>
              <p:cNvSpPr/>
              <p:nvPr/>
            </p:nvSpPr>
            <p:spPr>
              <a:xfrm>
                <a:off x="1679410"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39">
                <a:extLst>
                  <a:ext uri="{FF2B5EF4-FFF2-40B4-BE49-F238E27FC236}">
                    <a16:creationId xmlns:a16="http://schemas.microsoft.com/office/drawing/2014/main" id="{49BB3DE4-9132-C588-0CA7-EB01FB041AEE}"/>
                  </a:ext>
                </a:extLst>
              </p:cNvPr>
              <p:cNvSpPr/>
              <p:nvPr/>
            </p:nvSpPr>
            <p:spPr>
              <a:xfrm>
                <a:off x="219723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39">
                <a:extLst>
                  <a:ext uri="{FF2B5EF4-FFF2-40B4-BE49-F238E27FC236}">
                    <a16:creationId xmlns:a16="http://schemas.microsoft.com/office/drawing/2014/main" id="{17F9BAD4-56C1-9F79-9735-1B20C99A5DE4}"/>
                  </a:ext>
                </a:extLst>
              </p:cNvPr>
              <p:cNvSpPr/>
              <p:nvPr/>
            </p:nvSpPr>
            <p:spPr>
              <a:xfrm>
                <a:off x="30388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39">
                <a:extLst>
                  <a:ext uri="{FF2B5EF4-FFF2-40B4-BE49-F238E27FC236}">
                    <a16:creationId xmlns:a16="http://schemas.microsoft.com/office/drawing/2014/main" id="{86F58B70-225C-E194-0B45-26F468D741D5}"/>
                  </a:ext>
                </a:extLst>
              </p:cNvPr>
              <p:cNvSpPr/>
              <p:nvPr/>
            </p:nvSpPr>
            <p:spPr>
              <a:xfrm>
                <a:off x="30388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39">
                <a:extLst>
                  <a:ext uri="{FF2B5EF4-FFF2-40B4-BE49-F238E27FC236}">
                    <a16:creationId xmlns:a16="http://schemas.microsoft.com/office/drawing/2014/main" id="{0B731DE3-ACAD-F93A-77C8-E09AEAD55F12}"/>
                  </a:ext>
                </a:extLst>
              </p:cNvPr>
              <p:cNvSpPr/>
              <p:nvPr/>
            </p:nvSpPr>
            <p:spPr>
              <a:xfrm>
                <a:off x="37619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39">
                <a:extLst>
                  <a:ext uri="{FF2B5EF4-FFF2-40B4-BE49-F238E27FC236}">
                    <a16:creationId xmlns:a16="http://schemas.microsoft.com/office/drawing/2014/main" id="{D3FFA989-A901-F60A-5D7F-0F28CC23CFF3}"/>
                  </a:ext>
                </a:extLst>
              </p:cNvPr>
              <p:cNvSpPr/>
              <p:nvPr/>
            </p:nvSpPr>
            <p:spPr>
              <a:xfrm>
                <a:off x="35676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39">
                <a:extLst>
                  <a:ext uri="{FF2B5EF4-FFF2-40B4-BE49-F238E27FC236}">
                    <a16:creationId xmlns:a16="http://schemas.microsoft.com/office/drawing/2014/main" id="{4E7CF373-FBC6-54A3-02FE-37D0C29DDA41}"/>
                  </a:ext>
                </a:extLst>
              </p:cNvPr>
              <p:cNvSpPr/>
              <p:nvPr/>
            </p:nvSpPr>
            <p:spPr>
              <a:xfrm>
                <a:off x="61925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39">
                <a:extLst>
                  <a:ext uri="{FF2B5EF4-FFF2-40B4-BE49-F238E27FC236}">
                    <a16:creationId xmlns:a16="http://schemas.microsoft.com/office/drawing/2014/main" id="{635C8774-E8CC-2011-534D-16B33AE881A4}"/>
                  </a:ext>
                </a:extLst>
              </p:cNvPr>
              <p:cNvSpPr/>
              <p:nvPr/>
            </p:nvSpPr>
            <p:spPr>
              <a:xfrm>
                <a:off x="59982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39">
                <a:extLst>
                  <a:ext uri="{FF2B5EF4-FFF2-40B4-BE49-F238E27FC236}">
                    <a16:creationId xmlns:a16="http://schemas.microsoft.com/office/drawing/2014/main" id="{C1AE0F21-8EF9-EF00-08F5-1CA7B999F61E}"/>
                  </a:ext>
                </a:extLst>
              </p:cNvPr>
              <p:cNvSpPr/>
              <p:nvPr/>
            </p:nvSpPr>
            <p:spPr>
              <a:xfrm>
                <a:off x="86231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39">
                <a:extLst>
                  <a:ext uri="{FF2B5EF4-FFF2-40B4-BE49-F238E27FC236}">
                    <a16:creationId xmlns:a16="http://schemas.microsoft.com/office/drawing/2014/main" id="{46CE7243-88C0-1C09-185F-F0C0E66DA371}"/>
                  </a:ext>
                </a:extLst>
              </p:cNvPr>
              <p:cNvSpPr/>
              <p:nvPr/>
            </p:nvSpPr>
            <p:spPr>
              <a:xfrm>
                <a:off x="84288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39">
                <a:extLst>
                  <a:ext uri="{FF2B5EF4-FFF2-40B4-BE49-F238E27FC236}">
                    <a16:creationId xmlns:a16="http://schemas.microsoft.com/office/drawing/2014/main" id="{B8F1C193-8C6B-44BE-E272-C318DD296965}"/>
                  </a:ext>
                </a:extLst>
              </p:cNvPr>
              <p:cNvSpPr/>
              <p:nvPr/>
            </p:nvSpPr>
            <p:spPr>
              <a:xfrm>
                <a:off x="110537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39">
                <a:extLst>
                  <a:ext uri="{FF2B5EF4-FFF2-40B4-BE49-F238E27FC236}">
                    <a16:creationId xmlns:a16="http://schemas.microsoft.com/office/drawing/2014/main" id="{D9F17702-6228-C0D8-3113-E3EE97C4AC31}"/>
                  </a:ext>
                </a:extLst>
              </p:cNvPr>
              <p:cNvSpPr/>
              <p:nvPr/>
            </p:nvSpPr>
            <p:spPr>
              <a:xfrm>
                <a:off x="108594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39">
                <a:extLst>
                  <a:ext uri="{FF2B5EF4-FFF2-40B4-BE49-F238E27FC236}">
                    <a16:creationId xmlns:a16="http://schemas.microsoft.com/office/drawing/2014/main" id="{AA1CC19D-2066-D5F0-6B3B-8A86FA8A54E6}"/>
                  </a:ext>
                </a:extLst>
              </p:cNvPr>
              <p:cNvSpPr/>
              <p:nvPr/>
            </p:nvSpPr>
            <p:spPr>
              <a:xfrm>
                <a:off x="135018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39">
                <a:extLst>
                  <a:ext uri="{FF2B5EF4-FFF2-40B4-BE49-F238E27FC236}">
                    <a16:creationId xmlns:a16="http://schemas.microsoft.com/office/drawing/2014/main" id="{AC27030A-AC1F-435D-1CFA-AC22C6FA5A30}"/>
                  </a:ext>
                </a:extLst>
              </p:cNvPr>
              <p:cNvSpPr/>
              <p:nvPr/>
            </p:nvSpPr>
            <p:spPr>
              <a:xfrm>
                <a:off x="132900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39">
                <a:extLst>
                  <a:ext uri="{FF2B5EF4-FFF2-40B4-BE49-F238E27FC236}">
                    <a16:creationId xmlns:a16="http://schemas.microsoft.com/office/drawing/2014/main" id="{60AC15C7-D6F7-9D1A-6DDA-5BC8468791E2}"/>
                  </a:ext>
                </a:extLst>
              </p:cNvPr>
              <p:cNvSpPr/>
              <p:nvPr/>
            </p:nvSpPr>
            <p:spPr>
              <a:xfrm>
                <a:off x="159308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39">
                <a:extLst>
                  <a:ext uri="{FF2B5EF4-FFF2-40B4-BE49-F238E27FC236}">
                    <a16:creationId xmlns:a16="http://schemas.microsoft.com/office/drawing/2014/main" id="{46667FDA-6B87-0180-52F9-8253E9DB2002}"/>
                  </a:ext>
                </a:extLst>
              </p:cNvPr>
              <p:cNvSpPr/>
              <p:nvPr/>
            </p:nvSpPr>
            <p:spPr>
              <a:xfrm>
                <a:off x="157206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39">
                <a:extLst>
                  <a:ext uri="{FF2B5EF4-FFF2-40B4-BE49-F238E27FC236}">
                    <a16:creationId xmlns:a16="http://schemas.microsoft.com/office/drawing/2014/main" id="{2FC57A8B-F818-4E7B-6044-1927BF6C6BBF}"/>
                  </a:ext>
                </a:extLst>
              </p:cNvPr>
              <p:cNvSpPr/>
              <p:nvPr/>
            </p:nvSpPr>
            <p:spPr>
              <a:xfrm>
                <a:off x="183614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39">
                <a:extLst>
                  <a:ext uri="{FF2B5EF4-FFF2-40B4-BE49-F238E27FC236}">
                    <a16:creationId xmlns:a16="http://schemas.microsoft.com/office/drawing/2014/main" id="{12619421-73EE-0305-4D3E-F5258BD30CA5}"/>
                  </a:ext>
                </a:extLst>
              </p:cNvPr>
              <p:cNvSpPr/>
              <p:nvPr/>
            </p:nvSpPr>
            <p:spPr>
              <a:xfrm>
                <a:off x="181687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39">
                <a:extLst>
                  <a:ext uri="{FF2B5EF4-FFF2-40B4-BE49-F238E27FC236}">
                    <a16:creationId xmlns:a16="http://schemas.microsoft.com/office/drawing/2014/main" id="{69FC355C-879C-2782-6E3E-CA43BBD71B56}"/>
                  </a:ext>
                </a:extLst>
              </p:cNvPr>
              <p:cNvSpPr/>
              <p:nvPr/>
            </p:nvSpPr>
            <p:spPr>
              <a:xfrm>
                <a:off x="207920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39">
                <a:extLst>
                  <a:ext uri="{FF2B5EF4-FFF2-40B4-BE49-F238E27FC236}">
                    <a16:creationId xmlns:a16="http://schemas.microsoft.com/office/drawing/2014/main" id="{524963EA-1C6B-756E-4575-940629139428}"/>
                  </a:ext>
                </a:extLst>
              </p:cNvPr>
              <p:cNvSpPr/>
              <p:nvPr/>
            </p:nvSpPr>
            <p:spPr>
              <a:xfrm>
                <a:off x="205993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39">
                <a:extLst>
                  <a:ext uri="{FF2B5EF4-FFF2-40B4-BE49-F238E27FC236}">
                    <a16:creationId xmlns:a16="http://schemas.microsoft.com/office/drawing/2014/main" id="{8FFD527A-DD2E-C158-6DD5-3C52C4BF31CC}"/>
                  </a:ext>
                </a:extLst>
              </p:cNvPr>
              <p:cNvSpPr/>
              <p:nvPr/>
            </p:nvSpPr>
            <p:spPr>
              <a:xfrm>
                <a:off x="219723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39">
                <a:extLst>
                  <a:ext uri="{FF2B5EF4-FFF2-40B4-BE49-F238E27FC236}">
                    <a16:creationId xmlns:a16="http://schemas.microsoft.com/office/drawing/2014/main" id="{D74083C3-284F-44CE-EA11-46F6CD0384B9}"/>
                  </a:ext>
                </a:extLst>
              </p:cNvPr>
              <p:cNvSpPr/>
              <p:nvPr/>
            </p:nvSpPr>
            <p:spPr>
              <a:xfrm>
                <a:off x="225536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39">
                <a:extLst>
                  <a:ext uri="{FF2B5EF4-FFF2-40B4-BE49-F238E27FC236}">
                    <a16:creationId xmlns:a16="http://schemas.microsoft.com/office/drawing/2014/main" id="{4F6604FF-DA35-4496-7C26-6603BB5A07E4}"/>
                  </a:ext>
                </a:extLst>
              </p:cNvPr>
              <p:cNvSpPr/>
              <p:nvPr/>
            </p:nvSpPr>
            <p:spPr>
              <a:xfrm>
                <a:off x="30388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39">
                <a:extLst>
                  <a:ext uri="{FF2B5EF4-FFF2-40B4-BE49-F238E27FC236}">
                    <a16:creationId xmlns:a16="http://schemas.microsoft.com/office/drawing/2014/main" id="{8EB127B7-D469-6F7E-261F-AC2F5232C50B}"/>
                  </a:ext>
                </a:extLst>
              </p:cNvPr>
              <p:cNvSpPr/>
              <p:nvPr/>
            </p:nvSpPr>
            <p:spPr>
              <a:xfrm>
                <a:off x="232274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39">
                <a:extLst>
                  <a:ext uri="{FF2B5EF4-FFF2-40B4-BE49-F238E27FC236}">
                    <a16:creationId xmlns:a16="http://schemas.microsoft.com/office/drawing/2014/main" id="{7B19EDC4-91C3-13CB-97BE-3C8864DF2E70}"/>
                  </a:ext>
                </a:extLst>
              </p:cNvPr>
              <p:cNvSpPr/>
              <p:nvPr/>
            </p:nvSpPr>
            <p:spPr>
              <a:xfrm>
                <a:off x="230331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5" name="Google Shape;1745;p39">
              <a:extLst>
                <a:ext uri="{FF2B5EF4-FFF2-40B4-BE49-F238E27FC236}">
                  <a16:creationId xmlns:a16="http://schemas.microsoft.com/office/drawing/2014/main" id="{60CFA82E-8FC0-F265-C4CD-A7C745F988C5}"/>
                </a:ext>
              </a:extLst>
            </p:cNvPr>
            <p:cNvGrpSpPr/>
            <p:nvPr/>
          </p:nvGrpSpPr>
          <p:grpSpPr>
            <a:xfrm flipH="1">
              <a:off x="3990354" y="4445837"/>
              <a:ext cx="2988670" cy="1555435"/>
              <a:chOff x="2194050" y="3377600"/>
              <a:chExt cx="2497635" cy="1299879"/>
            </a:xfrm>
          </p:grpSpPr>
          <p:sp>
            <p:nvSpPr>
              <p:cNvPr id="1746" name="Google Shape;1746;p39">
                <a:extLst>
                  <a:ext uri="{FF2B5EF4-FFF2-40B4-BE49-F238E27FC236}">
                    <a16:creationId xmlns:a16="http://schemas.microsoft.com/office/drawing/2014/main" id="{B4800B92-88C9-A798-D167-31D8FB99D8E4}"/>
                  </a:ext>
                </a:extLst>
              </p:cNvPr>
              <p:cNvSpPr/>
              <p:nvPr/>
            </p:nvSpPr>
            <p:spPr>
              <a:xfrm>
                <a:off x="274005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39">
                <a:extLst>
                  <a:ext uri="{FF2B5EF4-FFF2-40B4-BE49-F238E27FC236}">
                    <a16:creationId xmlns:a16="http://schemas.microsoft.com/office/drawing/2014/main" id="{738937AA-7973-202E-3ED7-E9B89A6A3280}"/>
                  </a:ext>
                </a:extLst>
              </p:cNvPr>
              <p:cNvSpPr/>
              <p:nvPr/>
            </p:nvSpPr>
            <p:spPr>
              <a:xfrm>
                <a:off x="225043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39">
                <a:extLst>
                  <a:ext uri="{FF2B5EF4-FFF2-40B4-BE49-F238E27FC236}">
                    <a16:creationId xmlns:a16="http://schemas.microsoft.com/office/drawing/2014/main" id="{99105C9C-54A4-147B-E6E0-734F3D2F6D0D}"/>
                  </a:ext>
                </a:extLst>
              </p:cNvPr>
              <p:cNvSpPr/>
              <p:nvPr/>
            </p:nvSpPr>
            <p:spPr>
              <a:xfrm>
                <a:off x="219405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39">
                <a:extLst>
                  <a:ext uri="{FF2B5EF4-FFF2-40B4-BE49-F238E27FC236}">
                    <a16:creationId xmlns:a16="http://schemas.microsoft.com/office/drawing/2014/main" id="{D3A03506-E994-D687-A9CA-19780CF01626}"/>
                  </a:ext>
                </a:extLst>
              </p:cNvPr>
              <p:cNvSpPr/>
              <p:nvPr/>
            </p:nvSpPr>
            <p:spPr>
              <a:xfrm>
                <a:off x="219405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39">
                <a:extLst>
                  <a:ext uri="{FF2B5EF4-FFF2-40B4-BE49-F238E27FC236}">
                    <a16:creationId xmlns:a16="http://schemas.microsoft.com/office/drawing/2014/main" id="{A9703C2B-26C9-5F06-3CA4-4E3C88425B71}"/>
                  </a:ext>
                </a:extLst>
              </p:cNvPr>
              <p:cNvSpPr/>
              <p:nvPr/>
            </p:nvSpPr>
            <p:spPr>
              <a:xfrm>
                <a:off x="3232138"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39">
                <a:extLst>
                  <a:ext uri="{FF2B5EF4-FFF2-40B4-BE49-F238E27FC236}">
                    <a16:creationId xmlns:a16="http://schemas.microsoft.com/office/drawing/2014/main" id="{CB9DC54D-8E88-B60A-737B-0D34BB29FA8D}"/>
                  </a:ext>
                </a:extLst>
              </p:cNvPr>
              <p:cNvSpPr/>
              <p:nvPr/>
            </p:nvSpPr>
            <p:spPr>
              <a:xfrm>
                <a:off x="3503389" y="3817847"/>
                <a:ext cx="153384" cy="181579"/>
              </a:xfrm>
              <a:custGeom>
                <a:avLst/>
                <a:gdLst/>
                <a:ahLst/>
                <a:cxnLst/>
                <a:rect l="l" t="t" r="r" b="b"/>
                <a:pathLst>
                  <a:path w="963" h="1140" extrusionOk="0">
                    <a:moveTo>
                      <a:pt x="1" y="1"/>
                    </a:moveTo>
                    <a:lnTo>
                      <a:pt x="1" y="786"/>
                    </a:lnTo>
                    <a:cubicBezTo>
                      <a:pt x="1" y="985"/>
                      <a:pt x="155" y="1140"/>
                      <a:pt x="36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39">
                <a:extLst>
                  <a:ext uri="{FF2B5EF4-FFF2-40B4-BE49-F238E27FC236}">
                    <a16:creationId xmlns:a16="http://schemas.microsoft.com/office/drawing/2014/main" id="{6F0BEDBD-2B39-E6FA-C7E0-FDA241231804}"/>
                  </a:ext>
                </a:extLst>
              </p:cNvPr>
              <p:cNvSpPr/>
              <p:nvPr/>
            </p:nvSpPr>
            <p:spPr>
              <a:xfrm>
                <a:off x="3293779" y="3999265"/>
                <a:ext cx="209768" cy="95249"/>
              </a:xfrm>
              <a:custGeom>
                <a:avLst/>
                <a:gdLst/>
                <a:ahLst/>
                <a:cxnLst/>
                <a:rect l="l" t="t" r="r" b="b"/>
                <a:pathLst>
                  <a:path w="1317" h="598" extrusionOk="0">
                    <a:moveTo>
                      <a:pt x="1" y="1"/>
                    </a:moveTo>
                    <a:lnTo>
                      <a:pt x="1" y="598"/>
                    </a:lnTo>
                    <a:lnTo>
                      <a:pt x="1317" y="598"/>
                    </a:lnTo>
                    <a:lnTo>
                      <a:pt x="13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39">
                <a:extLst>
                  <a:ext uri="{FF2B5EF4-FFF2-40B4-BE49-F238E27FC236}">
                    <a16:creationId xmlns:a16="http://schemas.microsoft.com/office/drawing/2014/main" id="{CCE2CABD-4C54-784C-48DC-F817D9EB5623}"/>
                  </a:ext>
                </a:extLst>
              </p:cNvPr>
              <p:cNvSpPr/>
              <p:nvPr/>
            </p:nvSpPr>
            <p:spPr>
              <a:xfrm>
                <a:off x="3503389"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39">
                <a:extLst>
                  <a:ext uri="{FF2B5EF4-FFF2-40B4-BE49-F238E27FC236}">
                    <a16:creationId xmlns:a16="http://schemas.microsoft.com/office/drawing/2014/main" id="{9166988D-DDEF-D5C3-DCF8-013054A130FB}"/>
                  </a:ext>
                </a:extLst>
              </p:cNvPr>
              <p:cNvSpPr/>
              <p:nvPr/>
            </p:nvSpPr>
            <p:spPr>
              <a:xfrm>
                <a:off x="3293779" y="4094355"/>
                <a:ext cx="209768" cy="583124"/>
              </a:xfrm>
              <a:custGeom>
                <a:avLst/>
                <a:gdLst/>
                <a:ahLst/>
                <a:cxnLst/>
                <a:rect l="l" t="t" r="r" b="b"/>
                <a:pathLst>
                  <a:path w="1317" h="3661" extrusionOk="0">
                    <a:moveTo>
                      <a:pt x="1" y="1"/>
                    </a:moveTo>
                    <a:lnTo>
                      <a:pt x="1" y="3661"/>
                    </a:lnTo>
                    <a:lnTo>
                      <a:pt x="1317" y="3661"/>
                    </a:lnTo>
                    <a:lnTo>
                      <a:pt x="13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39">
                <a:extLst>
                  <a:ext uri="{FF2B5EF4-FFF2-40B4-BE49-F238E27FC236}">
                    <a16:creationId xmlns:a16="http://schemas.microsoft.com/office/drawing/2014/main" id="{32D86E68-9953-B27A-2338-51C6C0DF2609}"/>
                  </a:ext>
                </a:extLst>
              </p:cNvPr>
              <p:cNvSpPr/>
              <p:nvPr/>
            </p:nvSpPr>
            <p:spPr>
              <a:xfrm>
                <a:off x="3503389"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39">
                <a:extLst>
                  <a:ext uri="{FF2B5EF4-FFF2-40B4-BE49-F238E27FC236}">
                    <a16:creationId xmlns:a16="http://schemas.microsoft.com/office/drawing/2014/main" id="{7B4148C0-9A40-0409-1409-6F4B3B477D78}"/>
                  </a:ext>
                </a:extLst>
              </p:cNvPr>
              <p:cNvSpPr/>
              <p:nvPr/>
            </p:nvSpPr>
            <p:spPr>
              <a:xfrm>
                <a:off x="414378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39">
                <a:extLst>
                  <a:ext uri="{FF2B5EF4-FFF2-40B4-BE49-F238E27FC236}">
                    <a16:creationId xmlns:a16="http://schemas.microsoft.com/office/drawing/2014/main" id="{12ED3576-8F97-CA9A-E18E-8DD4E0D5FEEA}"/>
                  </a:ext>
                </a:extLst>
              </p:cNvPr>
              <p:cNvSpPr/>
              <p:nvPr/>
            </p:nvSpPr>
            <p:spPr>
              <a:xfrm>
                <a:off x="225043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39">
                <a:extLst>
                  <a:ext uri="{FF2B5EF4-FFF2-40B4-BE49-F238E27FC236}">
                    <a16:creationId xmlns:a16="http://schemas.microsoft.com/office/drawing/2014/main" id="{D1CA323D-0C07-F66E-7A15-C4BEB4547AE6}"/>
                  </a:ext>
                </a:extLst>
              </p:cNvPr>
              <p:cNvSpPr/>
              <p:nvPr/>
            </p:nvSpPr>
            <p:spPr>
              <a:xfrm>
                <a:off x="225043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39">
                <a:extLst>
                  <a:ext uri="{FF2B5EF4-FFF2-40B4-BE49-F238E27FC236}">
                    <a16:creationId xmlns:a16="http://schemas.microsoft.com/office/drawing/2014/main" id="{317B789C-D910-8AAB-3F99-841EDD1F3F24}"/>
                  </a:ext>
                </a:extLst>
              </p:cNvPr>
              <p:cNvSpPr/>
              <p:nvPr/>
            </p:nvSpPr>
            <p:spPr>
              <a:xfrm>
                <a:off x="256580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39">
                <a:extLst>
                  <a:ext uri="{FF2B5EF4-FFF2-40B4-BE49-F238E27FC236}">
                    <a16:creationId xmlns:a16="http://schemas.microsoft.com/office/drawing/2014/main" id="{FEBABDF2-4C97-54E2-5199-9BF21A944FE3}"/>
                  </a:ext>
                </a:extLst>
              </p:cNvPr>
              <p:cNvSpPr/>
              <p:nvPr/>
            </p:nvSpPr>
            <p:spPr>
              <a:xfrm>
                <a:off x="254637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39">
                <a:extLst>
                  <a:ext uri="{FF2B5EF4-FFF2-40B4-BE49-F238E27FC236}">
                    <a16:creationId xmlns:a16="http://schemas.microsoft.com/office/drawing/2014/main" id="{75451394-95C5-0CB2-5E7E-FDDBD8AD183E}"/>
                  </a:ext>
                </a:extLst>
              </p:cNvPr>
              <p:cNvSpPr/>
              <p:nvPr/>
            </p:nvSpPr>
            <p:spPr>
              <a:xfrm>
                <a:off x="280886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39">
                <a:extLst>
                  <a:ext uri="{FF2B5EF4-FFF2-40B4-BE49-F238E27FC236}">
                    <a16:creationId xmlns:a16="http://schemas.microsoft.com/office/drawing/2014/main" id="{40383A16-0A6C-31F0-9C2E-F5A9C2CDFE84}"/>
                  </a:ext>
                </a:extLst>
              </p:cNvPr>
              <p:cNvSpPr/>
              <p:nvPr/>
            </p:nvSpPr>
            <p:spPr>
              <a:xfrm>
                <a:off x="278943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39">
                <a:extLst>
                  <a:ext uri="{FF2B5EF4-FFF2-40B4-BE49-F238E27FC236}">
                    <a16:creationId xmlns:a16="http://schemas.microsoft.com/office/drawing/2014/main" id="{DE739E36-D537-ED5A-655A-837F7DE6DF77}"/>
                  </a:ext>
                </a:extLst>
              </p:cNvPr>
              <p:cNvSpPr/>
              <p:nvPr/>
            </p:nvSpPr>
            <p:spPr>
              <a:xfrm>
                <a:off x="305192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39">
                <a:extLst>
                  <a:ext uri="{FF2B5EF4-FFF2-40B4-BE49-F238E27FC236}">
                    <a16:creationId xmlns:a16="http://schemas.microsoft.com/office/drawing/2014/main" id="{17202237-711B-C10F-9B6D-5FF6C97C19F1}"/>
                  </a:ext>
                </a:extLst>
              </p:cNvPr>
              <p:cNvSpPr/>
              <p:nvPr/>
            </p:nvSpPr>
            <p:spPr>
              <a:xfrm>
                <a:off x="303249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39">
                <a:extLst>
                  <a:ext uri="{FF2B5EF4-FFF2-40B4-BE49-F238E27FC236}">
                    <a16:creationId xmlns:a16="http://schemas.microsoft.com/office/drawing/2014/main" id="{C4285AF3-0A88-8748-4F76-117B9C55B934}"/>
                  </a:ext>
                </a:extLst>
              </p:cNvPr>
              <p:cNvSpPr/>
              <p:nvPr/>
            </p:nvSpPr>
            <p:spPr>
              <a:xfrm>
                <a:off x="329673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39">
                <a:extLst>
                  <a:ext uri="{FF2B5EF4-FFF2-40B4-BE49-F238E27FC236}">
                    <a16:creationId xmlns:a16="http://schemas.microsoft.com/office/drawing/2014/main" id="{2CC1D5AF-AFA0-D6D9-0EB5-DE2277FB1B94}"/>
                  </a:ext>
                </a:extLst>
              </p:cNvPr>
              <p:cNvSpPr/>
              <p:nvPr/>
            </p:nvSpPr>
            <p:spPr>
              <a:xfrm>
                <a:off x="327555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39">
                <a:extLst>
                  <a:ext uri="{FF2B5EF4-FFF2-40B4-BE49-F238E27FC236}">
                    <a16:creationId xmlns:a16="http://schemas.microsoft.com/office/drawing/2014/main" id="{9FC26552-57D4-4E77-4C94-A4A952D5AC55}"/>
                  </a:ext>
                </a:extLst>
              </p:cNvPr>
              <p:cNvSpPr/>
              <p:nvPr/>
            </p:nvSpPr>
            <p:spPr>
              <a:xfrm>
                <a:off x="353963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39">
                <a:extLst>
                  <a:ext uri="{FF2B5EF4-FFF2-40B4-BE49-F238E27FC236}">
                    <a16:creationId xmlns:a16="http://schemas.microsoft.com/office/drawing/2014/main" id="{A3BCC463-D640-F63B-05D6-2B30DBFD9DA0}"/>
                  </a:ext>
                </a:extLst>
              </p:cNvPr>
              <p:cNvSpPr/>
              <p:nvPr/>
            </p:nvSpPr>
            <p:spPr>
              <a:xfrm>
                <a:off x="351861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39">
                <a:extLst>
                  <a:ext uri="{FF2B5EF4-FFF2-40B4-BE49-F238E27FC236}">
                    <a16:creationId xmlns:a16="http://schemas.microsoft.com/office/drawing/2014/main" id="{B46F42F4-DD9E-9719-76BC-5610FB01E8B3}"/>
                  </a:ext>
                </a:extLst>
              </p:cNvPr>
              <p:cNvSpPr/>
              <p:nvPr/>
            </p:nvSpPr>
            <p:spPr>
              <a:xfrm>
                <a:off x="378269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39">
                <a:extLst>
                  <a:ext uri="{FF2B5EF4-FFF2-40B4-BE49-F238E27FC236}">
                    <a16:creationId xmlns:a16="http://schemas.microsoft.com/office/drawing/2014/main" id="{CDF4D85B-4616-A700-FD43-E439CE9D67BE}"/>
                  </a:ext>
                </a:extLst>
              </p:cNvPr>
              <p:cNvSpPr/>
              <p:nvPr/>
            </p:nvSpPr>
            <p:spPr>
              <a:xfrm>
                <a:off x="376342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39">
                <a:extLst>
                  <a:ext uri="{FF2B5EF4-FFF2-40B4-BE49-F238E27FC236}">
                    <a16:creationId xmlns:a16="http://schemas.microsoft.com/office/drawing/2014/main" id="{675FAB31-AD58-0317-6FB5-F7453F56ADD1}"/>
                  </a:ext>
                </a:extLst>
              </p:cNvPr>
              <p:cNvSpPr/>
              <p:nvPr/>
            </p:nvSpPr>
            <p:spPr>
              <a:xfrm>
                <a:off x="402575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39">
                <a:extLst>
                  <a:ext uri="{FF2B5EF4-FFF2-40B4-BE49-F238E27FC236}">
                    <a16:creationId xmlns:a16="http://schemas.microsoft.com/office/drawing/2014/main" id="{AD6BE8F8-3505-A14C-C1C2-A2DECADA6F49}"/>
                  </a:ext>
                </a:extLst>
              </p:cNvPr>
              <p:cNvSpPr/>
              <p:nvPr/>
            </p:nvSpPr>
            <p:spPr>
              <a:xfrm>
                <a:off x="400648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39">
                <a:extLst>
                  <a:ext uri="{FF2B5EF4-FFF2-40B4-BE49-F238E27FC236}">
                    <a16:creationId xmlns:a16="http://schemas.microsoft.com/office/drawing/2014/main" id="{E2A7CF59-2341-D316-66C8-B86D4EE0FAF1}"/>
                  </a:ext>
                </a:extLst>
              </p:cNvPr>
              <p:cNvSpPr/>
              <p:nvPr/>
            </p:nvSpPr>
            <p:spPr>
              <a:xfrm>
                <a:off x="414378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39">
                <a:extLst>
                  <a:ext uri="{FF2B5EF4-FFF2-40B4-BE49-F238E27FC236}">
                    <a16:creationId xmlns:a16="http://schemas.microsoft.com/office/drawing/2014/main" id="{C2F64125-4DC2-3446-77D6-9D1AA2BE8ADA}"/>
                  </a:ext>
                </a:extLst>
              </p:cNvPr>
              <p:cNvSpPr/>
              <p:nvPr/>
            </p:nvSpPr>
            <p:spPr>
              <a:xfrm>
                <a:off x="420191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39">
                <a:extLst>
                  <a:ext uri="{FF2B5EF4-FFF2-40B4-BE49-F238E27FC236}">
                    <a16:creationId xmlns:a16="http://schemas.microsoft.com/office/drawing/2014/main" id="{A67F0454-8C23-EBCB-EF8C-965F8BC7DD84}"/>
                  </a:ext>
                </a:extLst>
              </p:cNvPr>
              <p:cNvSpPr/>
              <p:nvPr/>
            </p:nvSpPr>
            <p:spPr>
              <a:xfrm>
                <a:off x="225043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76" name="Google Shape;1776;p39">
              <a:extLst>
                <a:ext uri="{FF2B5EF4-FFF2-40B4-BE49-F238E27FC236}">
                  <a16:creationId xmlns:a16="http://schemas.microsoft.com/office/drawing/2014/main" id="{98ABD168-A640-2CFD-470A-587FF2BD334F}"/>
                </a:ext>
              </a:extLst>
            </p:cNvPr>
            <p:cNvGrpSpPr/>
            <p:nvPr/>
          </p:nvGrpSpPr>
          <p:grpSpPr>
            <a:xfrm flipH="1">
              <a:off x="1671299" y="4445837"/>
              <a:ext cx="2988670" cy="1555435"/>
              <a:chOff x="247500" y="3377600"/>
              <a:chExt cx="2497635" cy="1299879"/>
            </a:xfrm>
          </p:grpSpPr>
          <p:sp>
            <p:nvSpPr>
              <p:cNvPr id="1777" name="Google Shape;1777;p39">
                <a:extLst>
                  <a:ext uri="{FF2B5EF4-FFF2-40B4-BE49-F238E27FC236}">
                    <a16:creationId xmlns:a16="http://schemas.microsoft.com/office/drawing/2014/main" id="{DE0AF231-7F58-E1D5-A9A6-F521179F7841}"/>
                  </a:ext>
                </a:extLst>
              </p:cNvPr>
              <p:cNvSpPr/>
              <p:nvPr/>
            </p:nvSpPr>
            <p:spPr>
              <a:xfrm>
                <a:off x="79350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39">
                <a:extLst>
                  <a:ext uri="{FF2B5EF4-FFF2-40B4-BE49-F238E27FC236}">
                    <a16:creationId xmlns:a16="http://schemas.microsoft.com/office/drawing/2014/main" id="{1E406F36-8D2E-F200-9729-78C1B3D68C54}"/>
                  </a:ext>
                </a:extLst>
              </p:cNvPr>
              <p:cNvSpPr/>
              <p:nvPr/>
            </p:nvSpPr>
            <p:spPr>
              <a:xfrm>
                <a:off x="30388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39">
                <a:extLst>
                  <a:ext uri="{FF2B5EF4-FFF2-40B4-BE49-F238E27FC236}">
                    <a16:creationId xmlns:a16="http://schemas.microsoft.com/office/drawing/2014/main" id="{B5679692-A3D3-7F00-9387-D07D3DA8F93B}"/>
                  </a:ext>
                </a:extLst>
              </p:cNvPr>
              <p:cNvSpPr/>
              <p:nvPr/>
            </p:nvSpPr>
            <p:spPr>
              <a:xfrm>
                <a:off x="24750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39">
                <a:extLst>
                  <a:ext uri="{FF2B5EF4-FFF2-40B4-BE49-F238E27FC236}">
                    <a16:creationId xmlns:a16="http://schemas.microsoft.com/office/drawing/2014/main" id="{36233571-A124-83CF-1495-9BA62590F662}"/>
                  </a:ext>
                </a:extLst>
              </p:cNvPr>
              <p:cNvSpPr/>
              <p:nvPr/>
            </p:nvSpPr>
            <p:spPr>
              <a:xfrm>
                <a:off x="24750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39">
                <a:extLst>
                  <a:ext uri="{FF2B5EF4-FFF2-40B4-BE49-F238E27FC236}">
                    <a16:creationId xmlns:a16="http://schemas.microsoft.com/office/drawing/2014/main" id="{ADCCF161-3FE0-3820-2A7D-0C0BF1F25BB2}"/>
                  </a:ext>
                </a:extLst>
              </p:cNvPr>
              <p:cNvSpPr/>
              <p:nvPr/>
            </p:nvSpPr>
            <p:spPr>
              <a:xfrm>
                <a:off x="1408159"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39">
                <a:extLst>
                  <a:ext uri="{FF2B5EF4-FFF2-40B4-BE49-F238E27FC236}">
                    <a16:creationId xmlns:a16="http://schemas.microsoft.com/office/drawing/2014/main" id="{0E6A4007-2FFA-B355-AE8E-890A7688F167}"/>
                  </a:ext>
                </a:extLst>
              </p:cNvPr>
              <p:cNvSpPr/>
              <p:nvPr/>
            </p:nvSpPr>
            <p:spPr>
              <a:xfrm>
                <a:off x="1679410" y="3817847"/>
                <a:ext cx="153384" cy="181579"/>
              </a:xfrm>
              <a:custGeom>
                <a:avLst/>
                <a:gdLst/>
                <a:ahLst/>
                <a:cxnLst/>
                <a:rect l="l" t="t" r="r" b="b"/>
                <a:pathLst>
                  <a:path w="963" h="1140" extrusionOk="0">
                    <a:moveTo>
                      <a:pt x="1" y="1"/>
                    </a:moveTo>
                    <a:lnTo>
                      <a:pt x="1" y="786"/>
                    </a:lnTo>
                    <a:cubicBezTo>
                      <a:pt x="1" y="985"/>
                      <a:pt x="155" y="1140"/>
                      <a:pt x="35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39">
                <a:extLst>
                  <a:ext uri="{FF2B5EF4-FFF2-40B4-BE49-F238E27FC236}">
                    <a16:creationId xmlns:a16="http://schemas.microsoft.com/office/drawing/2014/main" id="{F1B6F108-2EF3-57A3-B003-E493AD91DD48}"/>
                  </a:ext>
                </a:extLst>
              </p:cNvPr>
              <p:cNvSpPr/>
              <p:nvPr/>
            </p:nvSpPr>
            <p:spPr>
              <a:xfrm>
                <a:off x="1468047" y="3999265"/>
                <a:ext cx="211521" cy="95249"/>
              </a:xfrm>
              <a:custGeom>
                <a:avLst/>
                <a:gdLst/>
                <a:ahLst/>
                <a:cxnLst/>
                <a:rect l="l" t="t" r="r" b="b"/>
                <a:pathLst>
                  <a:path w="1328" h="598" extrusionOk="0">
                    <a:moveTo>
                      <a:pt x="1" y="1"/>
                    </a:moveTo>
                    <a:lnTo>
                      <a:pt x="1" y="598"/>
                    </a:lnTo>
                    <a:lnTo>
                      <a:pt x="1328" y="598"/>
                    </a:lnTo>
                    <a:lnTo>
                      <a:pt x="13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39">
                <a:extLst>
                  <a:ext uri="{FF2B5EF4-FFF2-40B4-BE49-F238E27FC236}">
                    <a16:creationId xmlns:a16="http://schemas.microsoft.com/office/drawing/2014/main" id="{48427CD9-4059-4BB4-A5E1-06B14F0C2C72}"/>
                  </a:ext>
                </a:extLst>
              </p:cNvPr>
              <p:cNvSpPr/>
              <p:nvPr/>
            </p:nvSpPr>
            <p:spPr>
              <a:xfrm>
                <a:off x="1679410"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39">
                <a:extLst>
                  <a:ext uri="{FF2B5EF4-FFF2-40B4-BE49-F238E27FC236}">
                    <a16:creationId xmlns:a16="http://schemas.microsoft.com/office/drawing/2014/main" id="{10D634DB-C701-D4D0-FDEE-8F9E95538EF4}"/>
                  </a:ext>
                </a:extLst>
              </p:cNvPr>
              <p:cNvSpPr/>
              <p:nvPr/>
            </p:nvSpPr>
            <p:spPr>
              <a:xfrm>
                <a:off x="1468047" y="4094355"/>
                <a:ext cx="211521" cy="583124"/>
              </a:xfrm>
              <a:custGeom>
                <a:avLst/>
                <a:gdLst/>
                <a:ahLst/>
                <a:cxnLst/>
                <a:rect l="l" t="t" r="r" b="b"/>
                <a:pathLst>
                  <a:path w="1328" h="3661" extrusionOk="0">
                    <a:moveTo>
                      <a:pt x="1" y="1"/>
                    </a:moveTo>
                    <a:lnTo>
                      <a:pt x="1" y="3661"/>
                    </a:lnTo>
                    <a:lnTo>
                      <a:pt x="1328" y="3661"/>
                    </a:lnTo>
                    <a:lnTo>
                      <a:pt x="13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39">
                <a:extLst>
                  <a:ext uri="{FF2B5EF4-FFF2-40B4-BE49-F238E27FC236}">
                    <a16:creationId xmlns:a16="http://schemas.microsoft.com/office/drawing/2014/main" id="{01832C0B-EBD5-FD2E-95EA-13DA299B2F09}"/>
                  </a:ext>
                </a:extLst>
              </p:cNvPr>
              <p:cNvSpPr/>
              <p:nvPr/>
            </p:nvSpPr>
            <p:spPr>
              <a:xfrm>
                <a:off x="1679410"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39">
                <a:extLst>
                  <a:ext uri="{FF2B5EF4-FFF2-40B4-BE49-F238E27FC236}">
                    <a16:creationId xmlns:a16="http://schemas.microsoft.com/office/drawing/2014/main" id="{A5D71B43-8E40-4910-DCBD-DA485101265D}"/>
                  </a:ext>
                </a:extLst>
              </p:cNvPr>
              <p:cNvSpPr/>
              <p:nvPr/>
            </p:nvSpPr>
            <p:spPr>
              <a:xfrm>
                <a:off x="219723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39">
                <a:extLst>
                  <a:ext uri="{FF2B5EF4-FFF2-40B4-BE49-F238E27FC236}">
                    <a16:creationId xmlns:a16="http://schemas.microsoft.com/office/drawing/2014/main" id="{5D959208-C067-0A30-4317-573A8087B3EF}"/>
                  </a:ext>
                </a:extLst>
              </p:cNvPr>
              <p:cNvSpPr/>
              <p:nvPr/>
            </p:nvSpPr>
            <p:spPr>
              <a:xfrm>
                <a:off x="30388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39">
                <a:extLst>
                  <a:ext uri="{FF2B5EF4-FFF2-40B4-BE49-F238E27FC236}">
                    <a16:creationId xmlns:a16="http://schemas.microsoft.com/office/drawing/2014/main" id="{66EC4EAA-241B-09A5-8A4C-611307B046D0}"/>
                  </a:ext>
                </a:extLst>
              </p:cNvPr>
              <p:cNvSpPr/>
              <p:nvPr/>
            </p:nvSpPr>
            <p:spPr>
              <a:xfrm>
                <a:off x="30388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39">
                <a:extLst>
                  <a:ext uri="{FF2B5EF4-FFF2-40B4-BE49-F238E27FC236}">
                    <a16:creationId xmlns:a16="http://schemas.microsoft.com/office/drawing/2014/main" id="{FF29814E-EE20-52EB-E7AF-D8FDB4AFDF5D}"/>
                  </a:ext>
                </a:extLst>
              </p:cNvPr>
              <p:cNvSpPr/>
              <p:nvPr/>
            </p:nvSpPr>
            <p:spPr>
              <a:xfrm>
                <a:off x="37619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39">
                <a:extLst>
                  <a:ext uri="{FF2B5EF4-FFF2-40B4-BE49-F238E27FC236}">
                    <a16:creationId xmlns:a16="http://schemas.microsoft.com/office/drawing/2014/main" id="{C5B02146-0325-F917-3FB7-E64EC7F3FB76}"/>
                  </a:ext>
                </a:extLst>
              </p:cNvPr>
              <p:cNvSpPr/>
              <p:nvPr/>
            </p:nvSpPr>
            <p:spPr>
              <a:xfrm>
                <a:off x="35676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39">
                <a:extLst>
                  <a:ext uri="{FF2B5EF4-FFF2-40B4-BE49-F238E27FC236}">
                    <a16:creationId xmlns:a16="http://schemas.microsoft.com/office/drawing/2014/main" id="{2DF67B11-D976-D2D7-2F59-8ECAA7EA95A6}"/>
                  </a:ext>
                </a:extLst>
              </p:cNvPr>
              <p:cNvSpPr/>
              <p:nvPr/>
            </p:nvSpPr>
            <p:spPr>
              <a:xfrm>
                <a:off x="61925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39">
                <a:extLst>
                  <a:ext uri="{FF2B5EF4-FFF2-40B4-BE49-F238E27FC236}">
                    <a16:creationId xmlns:a16="http://schemas.microsoft.com/office/drawing/2014/main" id="{F0121329-A059-F417-6329-93C28D2F07B3}"/>
                  </a:ext>
                </a:extLst>
              </p:cNvPr>
              <p:cNvSpPr/>
              <p:nvPr/>
            </p:nvSpPr>
            <p:spPr>
              <a:xfrm>
                <a:off x="59982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39">
                <a:extLst>
                  <a:ext uri="{FF2B5EF4-FFF2-40B4-BE49-F238E27FC236}">
                    <a16:creationId xmlns:a16="http://schemas.microsoft.com/office/drawing/2014/main" id="{97E5C6EE-88D3-9CCF-3BB4-A8DF84981D26}"/>
                  </a:ext>
                </a:extLst>
              </p:cNvPr>
              <p:cNvSpPr/>
              <p:nvPr/>
            </p:nvSpPr>
            <p:spPr>
              <a:xfrm>
                <a:off x="86231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39">
                <a:extLst>
                  <a:ext uri="{FF2B5EF4-FFF2-40B4-BE49-F238E27FC236}">
                    <a16:creationId xmlns:a16="http://schemas.microsoft.com/office/drawing/2014/main" id="{E72D9046-DD58-C0C2-77C7-CEA4DC2318EA}"/>
                  </a:ext>
                </a:extLst>
              </p:cNvPr>
              <p:cNvSpPr/>
              <p:nvPr/>
            </p:nvSpPr>
            <p:spPr>
              <a:xfrm>
                <a:off x="84288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39">
                <a:extLst>
                  <a:ext uri="{FF2B5EF4-FFF2-40B4-BE49-F238E27FC236}">
                    <a16:creationId xmlns:a16="http://schemas.microsoft.com/office/drawing/2014/main" id="{7E8D8BC5-A4FD-D268-A6B8-E5FE865FA684}"/>
                  </a:ext>
                </a:extLst>
              </p:cNvPr>
              <p:cNvSpPr/>
              <p:nvPr/>
            </p:nvSpPr>
            <p:spPr>
              <a:xfrm>
                <a:off x="110537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39">
                <a:extLst>
                  <a:ext uri="{FF2B5EF4-FFF2-40B4-BE49-F238E27FC236}">
                    <a16:creationId xmlns:a16="http://schemas.microsoft.com/office/drawing/2014/main" id="{E28F2649-9E48-7130-4734-817B27EBD4BB}"/>
                  </a:ext>
                </a:extLst>
              </p:cNvPr>
              <p:cNvSpPr/>
              <p:nvPr/>
            </p:nvSpPr>
            <p:spPr>
              <a:xfrm>
                <a:off x="108594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39">
                <a:extLst>
                  <a:ext uri="{FF2B5EF4-FFF2-40B4-BE49-F238E27FC236}">
                    <a16:creationId xmlns:a16="http://schemas.microsoft.com/office/drawing/2014/main" id="{E3F0FC4B-23AD-0FC2-D11A-23F1F7B5066A}"/>
                  </a:ext>
                </a:extLst>
              </p:cNvPr>
              <p:cNvSpPr/>
              <p:nvPr/>
            </p:nvSpPr>
            <p:spPr>
              <a:xfrm>
                <a:off x="135018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39">
                <a:extLst>
                  <a:ext uri="{FF2B5EF4-FFF2-40B4-BE49-F238E27FC236}">
                    <a16:creationId xmlns:a16="http://schemas.microsoft.com/office/drawing/2014/main" id="{E80C4512-C809-6CEB-8CB4-39D95A0DD235}"/>
                  </a:ext>
                </a:extLst>
              </p:cNvPr>
              <p:cNvSpPr/>
              <p:nvPr/>
            </p:nvSpPr>
            <p:spPr>
              <a:xfrm>
                <a:off x="132900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39">
                <a:extLst>
                  <a:ext uri="{FF2B5EF4-FFF2-40B4-BE49-F238E27FC236}">
                    <a16:creationId xmlns:a16="http://schemas.microsoft.com/office/drawing/2014/main" id="{A9211968-44FA-8372-FF0E-9773CB9E9E7F}"/>
                  </a:ext>
                </a:extLst>
              </p:cNvPr>
              <p:cNvSpPr/>
              <p:nvPr/>
            </p:nvSpPr>
            <p:spPr>
              <a:xfrm>
                <a:off x="159308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39">
                <a:extLst>
                  <a:ext uri="{FF2B5EF4-FFF2-40B4-BE49-F238E27FC236}">
                    <a16:creationId xmlns:a16="http://schemas.microsoft.com/office/drawing/2014/main" id="{F64A504B-6C3C-CF49-3F62-A8393D2F9F01}"/>
                  </a:ext>
                </a:extLst>
              </p:cNvPr>
              <p:cNvSpPr/>
              <p:nvPr/>
            </p:nvSpPr>
            <p:spPr>
              <a:xfrm>
                <a:off x="157206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39">
                <a:extLst>
                  <a:ext uri="{FF2B5EF4-FFF2-40B4-BE49-F238E27FC236}">
                    <a16:creationId xmlns:a16="http://schemas.microsoft.com/office/drawing/2014/main" id="{CB32F2AB-8278-2694-E127-765E4E49C81F}"/>
                  </a:ext>
                </a:extLst>
              </p:cNvPr>
              <p:cNvSpPr/>
              <p:nvPr/>
            </p:nvSpPr>
            <p:spPr>
              <a:xfrm>
                <a:off x="183614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39">
                <a:extLst>
                  <a:ext uri="{FF2B5EF4-FFF2-40B4-BE49-F238E27FC236}">
                    <a16:creationId xmlns:a16="http://schemas.microsoft.com/office/drawing/2014/main" id="{316FE18E-A4BE-5944-9FFA-C247FD4168BD}"/>
                  </a:ext>
                </a:extLst>
              </p:cNvPr>
              <p:cNvSpPr/>
              <p:nvPr/>
            </p:nvSpPr>
            <p:spPr>
              <a:xfrm>
                <a:off x="181687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39">
                <a:extLst>
                  <a:ext uri="{FF2B5EF4-FFF2-40B4-BE49-F238E27FC236}">
                    <a16:creationId xmlns:a16="http://schemas.microsoft.com/office/drawing/2014/main" id="{34C454E1-7EBD-75BE-BB6F-F32A4F5ACFF2}"/>
                  </a:ext>
                </a:extLst>
              </p:cNvPr>
              <p:cNvSpPr/>
              <p:nvPr/>
            </p:nvSpPr>
            <p:spPr>
              <a:xfrm>
                <a:off x="207920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39">
                <a:extLst>
                  <a:ext uri="{FF2B5EF4-FFF2-40B4-BE49-F238E27FC236}">
                    <a16:creationId xmlns:a16="http://schemas.microsoft.com/office/drawing/2014/main" id="{677C68D8-8765-6AB1-4678-FD8BF32D6FC0}"/>
                  </a:ext>
                </a:extLst>
              </p:cNvPr>
              <p:cNvSpPr/>
              <p:nvPr/>
            </p:nvSpPr>
            <p:spPr>
              <a:xfrm>
                <a:off x="205993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39">
                <a:extLst>
                  <a:ext uri="{FF2B5EF4-FFF2-40B4-BE49-F238E27FC236}">
                    <a16:creationId xmlns:a16="http://schemas.microsoft.com/office/drawing/2014/main" id="{6F3B1F76-F1DF-8ABF-5A0B-561E0ED7F895}"/>
                  </a:ext>
                </a:extLst>
              </p:cNvPr>
              <p:cNvSpPr/>
              <p:nvPr/>
            </p:nvSpPr>
            <p:spPr>
              <a:xfrm>
                <a:off x="219723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39">
                <a:extLst>
                  <a:ext uri="{FF2B5EF4-FFF2-40B4-BE49-F238E27FC236}">
                    <a16:creationId xmlns:a16="http://schemas.microsoft.com/office/drawing/2014/main" id="{F5D48C4A-B22D-6DFE-7253-799E8C0776C5}"/>
                  </a:ext>
                </a:extLst>
              </p:cNvPr>
              <p:cNvSpPr/>
              <p:nvPr/>
            </p:nvSpPr>
            <p:spPr>
              <a:xfrm>
                <a:off x="225536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39">
                <a:extLst>
                  <a:ext uri="{FF2B5EF4-FFF2-40B4-BE49-F238E27FC236}">
                    <a16:creationId xmlns:a16="http://schemas.microsoft.com/office/drawing/2014/main" id="{42F21E85-64B1-C09C-929D-4BE22711AF53}"/>
                  </a:ext>
                </a:extLst>
              </p:cNvPr>
              <p:cNvSpPr/>
              <p:nvPr/>
            </p:nvSpPr>
            <p:spPr>
              <a:xfrm>
                <a:off x="30388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39">
                <a:extLst>
                  <a:ext uri="{FF2B5EF4-FFF2-40B4-BE49-F238E27FC236}">
                    <a16:creationId xmlns:a16="http://schemas.microsoft.com/office/drawing/2014/main" id="{6693C012-D5E4-F1A1-6761-D1B2EF832190}"/>
                  </a:ext>
                </a:extLst>
              </p:cNvPr>
              <p:cNvSpPr/>
              <p:nvPr/>
            </p:nvSpPr>
            <p:spPr>
              <a:xfrm>
                <a:off x="230331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10" name="Google Shape;1810;p39">
              <a:extLst>
                <a:ext uri="{FF2B5EF4-FFF2-40B4-BE49-F238E27FC236}">
                  <a16:creationId xmlns:a16="http://schemas.microsoft.com/office/drawing/2014/main" id="{1B960E15-7A74-A3C8-D022-929C446C779D}"/>
                </a:ext>
              </a:extLst>
            </p:cNvPr>
            <p:cNvGrpSpPr/>
            <p:nvPr/>
          </p:nvGrpSpPr>
          <p:grpSpPr>
            <a:xfrm flipH="1">
              <a:off x="-657980" y="4445837"/>
              <a:ext cx="2988670" cy="1555435"/>
              <a:chOff x="247500" y="3377600"/>
              <a:chExt cx="2497635" cy="1299879"/>
            </a:xfrm>
          </p:grpSpPr>
          <p:sp>
            <p:nvSpPr>
              <p:cNvPr id="1811" name="Google Shape;1811;p39">
                <a:extLst>
                  <a:ext uri="{FF2B5EF4-FFF2-40B4-BE49-F238E27FC236}">
                    <a16:creationId xmlns:a16="http://schemas.microsoft.com/office/drawing/2014/main" id="{4505A7A7-1811-9C34-E096-A0735833642D}"/>
                  </a:ext>
                </a:extLst>
              </p:cNvPr>
              <p:cNvSpPr/>
              <p:nvPr/>
            </p:nvSpPr>
            <p:spPr>
              <a:xfrm>
                <a:off x="79350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39">
                <a:extLst>
                  <a:ext uri="{FF2B5EF4-FFF2-40B4-BE49-F238E27FC236}">
                    <a16:creationId xmlns:a16="http://schemas.microsoft.com/office/drawing/2014/main" id="{511F309C-3086-F8C8-A333-340FD54D3C05}"/>
                  </a:ext>
                </a:extLst>
              </p:cNvPr>
              <p:cNvSpPr/>
              <p:nvPr/>
            </p:nvSpPr>
            <p:spPr>
              <a:xfrm>
                <a:off x="30388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39">
                <a:extLst>
                  <a:ext uri="{FF2B5EF4-FFF2-40B4-BE49-F238E27FC236}">
                    <a16:creationId xmlns:a16="http://schemas.microsoft.com/office/drawing/2014/main" id="{4FB65EB9-16C7-1C16-9C7E-73A2495FC76C}"/>
                  </a:ext>
                </a:extLst>
              </p:cNvPr>
              <p:cNvSpPr/>
              <p:nvPr/>
            </p:nvSpPr>
            <p:spPr>
              <a:xfrm>
                <a:off x="24750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39">
                <a:extLst>
                  <a:ext uri="{FF2B5EF4-FFF2-40B4-BE49-F238E27FC236}">
                    <a16:creationId xmlns:a16="http://schemas.microsoft.com/office/drawing/2014/main" id="{A4183D80-536D-36E8-5B06-52E62ADA6A12}"/>
                  </a:ext>
                </a:extLst>
              </p:cNvPr>
              <p:cNvSpPr/>
              <p:nvPr/>
            </p:nvSpPr>
            <p:spPr>
              <a:xfrm>
                <a:off x="24750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39">
                <a:extLst>
                  <a:ext uri="{FF2B5EF4-FFF2-40B4-BE49-F238E27FC236}">
                    <a16:creationId xmlns:a16="http://schemas.microsoft.com/office/drawing/2014/main" id="{9897D3E5-BC7F-2D95-1AB6-BF0942634AD8}"/>
                  </a:ext>
                </a:extLst>
              </p:cNvPr>
              <p:cNvSpPr/>
              <p:nvPr/>
            </p:nvSpPr>
            <p:spPr>
              <a:xfrm>
                <a:off x="1408159"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39">
                <a:extLst>
                  <a:ext uri="{FF2B5EF4-FFF2-40B4-BE49-F238E27FC236}">
                    <a16:creationId xmlns:a16="http://schemas.microsoft.com/office/drawing/2014/main" id="{1EC81EC4-7BA0-8C2B-D1F2-8EDB0AC34570}"/>
                  </a:ext>
                </a:extLst>
              </p:cNvPr>
              <p:cNvSpPr/>
              <p:nvPr/>
            </p:nvSpPr>
            <p:spPr>
              <a:xfrm>
                <a:off x="1679410" y="3817847"/>
                <a:ext cx="153384" cy="181579"/>
              </a:xfrm>
              <a:custGeom>
                <a:avLst/>
                <a:gdLst/>
                <a:ahLst/>
                <a:cxnLst/>
                <a:rect l="l" t="t" r="r" b="b"/>
                <a:pathLst>
                  <a:path w="963" h="1140" extrusionOk="0">
                    <a:moveTo>
                      <a:pt x="1" y="1"/>
                    </a:moveTo>
                    <a:lnTo>
                      <a:pt x="1" y="786"/>
                    </a:lnTo>
                    <a:cubicBezTo>
                      <a:pt x="1" y="985"/>
                      <a:pt x="155" y="1140"/>
                      <a:pt x="35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39">
                <a:extLst>
                  <a:ext uri="{FF2B5EF4-FFF2-40B4-BE49-F238E27FC236}">
                    <a16:creationId xmlns:a16="http://schemas.microsoft.com/office/drawing/2014/main" id="{0D5CEC9A-DE05-F190-A0D2-B256590A6EE1}"/>
                  </a:ext>
                </a:extLst>
              </p:cNvPr>
              <p:cNvSpPr/>
              <p:nvPr/>
            </p:nvSpPr>
            <p:spPr>
              <a:xfrm>
                <a:off x="1468047" y="3999265"/>
                <a:ext cx="211521" cy="95249"/>
              </a:xfrm>
              <a:custGeom>
                <a:avLst/>
                <a:gdLst/>
                <a:ahLst/>
                <a:cxnLst/>
                <a:rect l="l" t="t" r="r" b="b"/>
                <a:pathLst>
                  <a:path w="1328" h="598" extrusionOk="0">
                    <a:moveTo>
                      <a:pt x="1" y="1"/>
                    </a:moveTo>
                    <a:lnTo>
                      <a:pt x="1" y="598"/>
                    </a:lnTo>
                    <a:lnTo>
                      <a:pt x="1328" y="598"/>
                    </a:lnTo>
                    <a:lnTo>
                      <a:pt x="13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39">
                <a:extLst>
                  <a:ext uri="{FF2B5EF4-FFF2-40B4-BE49-F238E27FC236}">
                    <a16:creationId xmlns:a16="http://schemas.microsoft.com/office/drawing/2014/main" id="{F03A9FD0-1F7C-537B-BBD6-CCC56E178130}"/>
                  </a:ext>
                </a:extLst>
              </p:cNvPr>
              <p:cNvSpPr/>
              <p:nvPr/>
            </p:nvSpPr>
            <p:spPr>
              <a:xfrm>
                <a:off x="1679410"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39">
                <a:extLst>
                  <a:ext uri="{FF2B5EF4-FFF2-40B4-BE49-F238E27FC236}">
                    <a16:creationId xmlns:a16="http://schemas.microsoft.com/office/drawing/2014/main" id="{E1497DD7-1FC5-46A8-C851-C9907662545D}"/>
                  </a:ext>
                </a:extLst>
              </p:cNvPr>
              <p:cNvSpPr/>
              <p:nvPr/>
            </p:nvSpPr>
            <p:spPr>
              <a:xfrm>
                <a:off x="1468047" y="4094355"/>
                <a:ext cx="211521" cy="583124"/>
              </a:xfrm>
              <a:custGeom>
                <a:avLst/>
                <a:gdLst/>
                <a:ahLst/>
                <a:cxnLst/>
                <a:rect l="l" t="t" r="r" b="b"/>
                <a:pathLst>
                  <a:path w="1328" h="3661" extrusionOk="0">
                    <a:moveTo>
                      <a:pt x="1" y="1"/>
                    </a:moveTo>
                    <a:lnTo>
                      <a:pt x="1" y="3661"/>
                    </a:lnTo>
                    <a:lnTo>
                      <a:pt x="1328" y="3661"/>
                    </a:lnTo>
                    <a:lnTo>
                      <a:pt x="13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39">
                <a:extLst>
                  <a:ext uri="{FF2B5EF4-FFF2-40B4-BE49-F238E27FC236}">
                    <a16:creationId xmlns:a16="http://schemas.microsoft.com/office/drawing/2014/main" id="{AF944828-9BA4-62DF-1994-32FE59F5FED0}"/>
                  </a:ext>
                </a:extLst>
              </p:cNvPr>
              <p:cNvSpPr/>
              <p:nvPr/>
            </p:nvSpPr>
            <p:spPr>
              <a:xfrm>
                <a:off x="1679410"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39">
                <a:extLst>
                  <a:ext uri="{FF2B5EF4-FFF2-40B4-BE49-F238E27FC236}">
                    <a16:creationId xmlns:a16="http://schemas.microsoft.com/office/drawing/2014/main" id="{7580EF8F-6BF0-D70D-8F38-0C9219A55A3F}"/>
                  </a:ext>
                </a:extLst>
              </p:cNvPr>
              <p:cNvSpPr/>
              <p:nvPr/>
            </p:nvSpPr>
            <p:spPr>
              <a:xfrm>
                <a:off x="219723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39">
                <a:extLst>
                  <a:ext uri="{FF2B5EF4-FFF2-40B4-BE49-F238E27FC236}">
                    <a16:creationId xmlns:a16="http://schemas.microsoft.com/office/drawing/2014/main" id="{5E9D7BE1-AE58-06F4-26C8-9F563F61196A}"/>
                  </a:ext>
                </a:extLst>
              </p:cNvPr>
              <p:cNvSpPr/>
              <p:nvPr/>
            </p:nvSpPr>
            <p:spPr>
              <a:xfrm>
                <a:off x="30388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39">
                <a:extLst>
                  <a:ext uri="{FF2B5EF4-FFF2-40B4-BE49-F238E27FC236}">
                    <a16:creationId xmlns:a16="http://schemas.microsoft.com/office/drawing/2014/main" id="{A6271505-0F5D-D29A-8925-165F2BF2A9ED}"/>
                  </a:ext>
                </a:extLst>
              </p:cNvPr>
              <p:cNvSpPr/>
              <p:nvPr/>
            </p:nvSpPr>
            <p:spPr>
              <a:xfrm>
                <a:off x="30388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39">
                <a:extLst>
                  <a:ext uri="{FF2B5EF4-FFF2-40B4-BE49-F238E27FC236}">
                    <a16:creationId xmlns:a16="http://schemas.microsoft.com/office/drawing/2014/main" id="{FD92538A-F378-1C7C-8B40-F8895B2C843E}"/>
                  </a:ext>
                </a:extLst>
              </p:cNvPr>
              <p:cNvSpPr/>
              <p:nvPr/>
            </p:nvSpPr>
            <p:spPr>
              <a:xfrm>
                <a:off x="37619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39">
                <a:extLst>
                  <a:ext uri="{FF2B5EF4-FFF2-40B4-BE49-F238E27FC236}">
                    <a16:creationId xmlns:a16="http://schemas.microsoft.com/office/drawing/2014/main" id="{97BC7985-568B-23D3-9A71-AEA9DE11015F}"/>
                  </a:ext>
                </a:extLst>
              </p:cNvPr>
              <p:cNvSpPr/>
              <p:nvPr/>
            </p:nvSpPr>
            <p:spPr>
              <a:xfrm>
                <a:off x="35676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39">
                <a:extLst>
                  <a:ext uri="{FF2B5EF4-FFF2-40B4-BE49-F238E27FC236}">
                    <a16:creationId xmlns:a16="http://schemas.microsoft.com/office/drawing/2014/main" id="{5929A2A7-797C-02F3-C38D-E55869839843}"/>
                  </a:ext>
                </a:extLst>
              </p:cNvPr>
              <p:cNvSpPr/>
              <p:nvPr/>
            </p:nvSpPr>
            <p:spPr>
              <a:xfrm>
                <a:off x="61925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39">
                <a:extLst>
                  <a:ext uri="{FF2B5EF4-FFF2-40B4-BE49-F238E27FC236}">
                    <a16:creationId xmlns:a16="http://schemas.microsoft.com/office/drawing/2014/main" id="{F4A971F8-5965-74E5-5263-D462D7D9D310}"/>
                  </a:ext>
                </a:extLst>
              </p:cNvPr>
              <p:cNvSpPr/>
              <p:nvPr/>
            </p:nvSpPr>
            <p:spPr>
              <a:xfrm>
                <a:off x="59982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39">
                <a:extLst>
                  <a:ext uri="{FF2B5EF4-FFF2-40B4-BE49-F238E27FC236}">
                    <a16:creationId xmlns:a16="http://schemas.microsoft.com/office/drawing/2014/main" id="{BC40608E-DFC3-695F-4F6D-F4923D5DF1A6}"/>
                  </a:ext>
                </a:extLst>
              </p:cNvPr>
              <p:cNvSpPr/>
              <p:nvPr/>
            </p:nvSpPr>
            <p:spPr>
              <a:xfrm>
                <a:off x="86231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39">
                <a:extLst>
                  <a:ext uri="{FF2B5EF4-FFF2-40B4-BE49-F238E27FC236}">
                    <a16:creationId xmlns:a16="http://schemas.microsoft.com/office/drawing/2014/main" id="{C89FEAE4-F261-6E6C-724A-55EB71768B19}"/>
                  </a:ext>
                </a:extLst>
              </p:cNvPr>
              <p:cNvSpPr/>
              <p:nvPr/>
            </p:nvSpPr>
            <p:spPr>
              <a:xfrm>
                <a:off x="84288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39">
                <a:extLst>
                  <a:ext uri="{FF2B5EF4-FFF2-40B4-BE49-F238E27FC236}">
                    <a16:creationId xmlns:a16="http://schemas.microsoft.com/office/drawing/2014/main" id="{1606006F-FC17-4583-6B5A-84946771EADD}"/>
                  </a:ext>
                </a:extLst>
              </p:cNvPr>
              <p:cNvSpPr/>
              <p:nvPr/>
            </p:nvSpPr>
            <p:spPr>
              <a:xfrm>
                <a:off x="110537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39">
                <a:extLst>
                  <a:ext uri="{FF2B5EF4-FFF2-40B4-BE49-F238E27FC236}">
                    <a16:creationId xmlns:a16="http://schemas.microsoft.com/office/drawing/2014/main" id="{ABDB063E-D283-D37E-1171-C5C770AC6081}"/>
                  </a:ext>
                </a:extLst>
              </p:cNvPr>
              <p:cNvSpPr/>
              <p:nvPr/>
            </p:nvSpPr>
            <p:spPr>
              <a:xfrm>
                <a:off x="108594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39">
                <a:extLst>
                  <a:ext uri="{FF2B5EF4-FFF2-40B4-BE49-F238E27FC236}">
                    <a16:creationId xmlns:a16="http://schemas.microsoft.com/office/drawing/2014/main" id="{28B1BF7C-2491-5DBB-9B7D-6932ACAE5364}"/>
                  </a:ext>
                </a:extLst>
              </p:cNvPr>
              <p:cNvSpPr/>
              <p:nvPr/>
            </p:nvSpPr>
            <p:spPr>
              <a:xfrm>
                <a:off x="135018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39">
                <a:extLst>
                  <a:ext uri="{FF2B5EF4-FFF2-40B4-BE49-F238E27FC236}">
                    <a16:creationId xmlns:a16="http://schemas.microsoft.com/office/drawing/2014/main" id="{271D239E-7387-E708-950F-57BC0CB85EC0}"/>
                  </a:ext>
                </a:extLst>
              </p:cNvPr>
              <p:cNvSpPr/>
              <p:nvPr/>
            </p:nvSpPr>
            <p:spPr>
              <a:xfrm>
                <a:off x="132900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39">
                <a:extLst>
                  <a:ext uri="{FF2B5EF4-FFF2-40B4-BE49-F238E27FC236}">
                    <a16:creationId xmlns:a16="http://schemas.microsoft.com/office/drawing/2014/main" id="{3EF36C69-F8A3-7383-9FD0-2E0040999165}"/>
                  </a:ext>
                </a:extLst>
              </p:cNvPr>
              <p:cNvSpPr/>
              <p:nvPr/>
            </p:nvSpPr>
            <p:spPr>
              <a:xfrm>
                <a:off x="159308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39">
                <a:extLst>
                  <a:ext uri="{FF2B5EF4-FFF2-40B4-BE49-F238E27FC236}">
                    <a16:creationId xmlns:a16="http://schemas.microsoft.com/office/drawing/2014/main" id="{E19C22F8-ABDA-882C-5A7C-21E134F46288}"/>
                  </a:ext>
                </a:extLst>
              </p:cNvPr>
              <p:cNvSpPr/>
              <p:nvPr/>
            </p:nvSpPr>
            <p:spPr>
              <a:xfrm>
                <a:off x="157206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39">
                <a:extLst>
                  <a:ext uri="{FF2B5EF4-FFF2-40B4-BE49-F238E27FC236}">
                    <a16:creationId xmlns:a16="http://schemas.microsoft.com/office/drawing/2014/main" id="{A026FE0B-20ED-FDA1-64D4-686E8BA39EEC}"/>
                  </a:ext>
                </a:extLst>
              </p:cNvPr>
              <p:cNvSpPr/>
              <p:nvPr/>
            </p:nvSpPr>
            <p:spPr>
              <a:xfrm>
                <a:off x="183614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39">
                <a:extLst>
                  <a:ext uri="{FF2B5EF4-FFF2-40B4-BE49-F238E27FC236}">
                    <a16:creationId xmlns:a16="http://schemas.microsoft.com/office/drawing/2014/main" id="{5D2D0EF1-EB41-D878-4B51-84FBC483CDD2}"/>
                  </a:ext>
                </a:extLst>
              </p:cNvPr>
              <p:cNvSpPr/>
              <p:nvPr/>
            </p:nvSpPr>
            <p:spPr>
              <a:xfrm>
                <a:off x="181687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39">
                <a:extLst>
                  <a:ext uri="{FF2B5EF4-FFF2-40B4-BE49-F238E27FC236}">
                    <a16:creationId xmlns:a16="http://schemas.microsoft.com/office/drawing/2014/main" id="{7E5E52DB-BDD7-2D97-C235-829DDA630DC3}"/>
                  </a:ext>
                </a:extLst>
              </p:cNvPr>
              <p:cNvSpPr/>
              <p:nvPr/>
            </p:nvSpPr>
            <p:spPr>
              <a:xfrm>
                <a:off x="207920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39">
                <a:extLst>
                  <a:ext uri="{FF2B5EF4-FFF2-40B4-BE49-F238E27FC236}">
                    <a16:creationId xmlns:a16="http://schemas.microsoft.com/office/drawing/2014/main" id="{DCFEAA11-9EF5-71D7-C39F-7D5161201C42}"/>
                  </a:ext>
                </a:extLst>
              </p:cNvPr>
              <p:cNvSpPr/>
              <p:nvPr/>
            </p:nvSpPr>
            <p:spPr>
              <a:xfrm>
                <a:off x="205993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39">
                <a:extLst>
                  <a:ext uri="{FF2B5EF4-FFF2-40B4-BE49-F238E27FC236}">
                    <a16:creationId xmlns:a16="http://schemas.microsoft.com/office/drawing/2014/main" id="{80555D65-208A-94D1-19C4-900A9439F93E}"/>
                  </a:ext>
                </a:extLst>
              </p:cNvPr>
              <p:cNvSpPr/>
              <p:nvPr/>
            </p:nvSpPr>
            <p:spPr>
              <a:xfrm>
                <a:off x="219723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39">
                <a:extLst>
                  <a:ext uri="{FF2B5EF4-FFF2-40B4-BE49-F238E27FC236}">
                    <a16:creationId xmlns:a16="http://schemas.microsoft.com/office/drawing/2014/main" id="{253B8385-85EF-6F25-1473-BF7EE930C3EA}"/>
                  </a:ext>
                </a:extLst>
              </p:cNvPr>
              <p:cNvSpPr/>
              <p:nvPr/>
            </p:nvSpPr>
            <p:spPr>
              <a:xfrm>
                <a:off x="225536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39">
                <a:extLst>
                  <a:ext uri="{FF2B5EF4-FFF2-40B4-BE49-F238E27FC236}">
                    <a16:creationId xmlns:a16="http://schemas.microsoft.com/office/drawing/2014/main" id="{040C2641-8FCE-5DB1-7E91-6B07C084D309}"/>
                  </a:ext>
                </a:extLst>
              </p:cNvPr>
              <p:cNvSpPr/>
              <p:nvPr/>
            </p:nvSpPr>
            <p:spPr>
              <a:xfrm>
                <a:off x="30388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39">
                <a:extLst>
                  <a:ext uri="{FF2B5EF4-FFF2-40B4-BE49-F238E27FC236}">
                    <a16:creationId xmlns:a16="http://schemas.microsoft.com/office/drawing/2014/main" id="{83F471EB-1BE5-AFE1-0722-2F4363EAC046}"/>
                  </a:ext>
                </a:extLst>
              </p:cNvPr>
              <p:cNvSpPr/>
              <p:nvPr/>
            </p:nvSpPr>
            <p:spPr>
              <a:xfrm>
                <a:off x="230331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 name="TextBox 2">
            <a:extLst>
              <a:ext uri="{FF2B5EF4-FFF2-40B4-BE49-F238E27FC236}">
                <a16:creationId xmlns:a16="http://schemas.microsoft.com/office/drawing/2014/main" id="{C0273803-47D2-7161-9DD6-78E167A763AE}"/>
              </a:ext>
            </a:extLst>
          </p:cNvPr>
          <p:cNvSpPr txBox="1"/>
          <p:nvPr/>
        </p:nvSpPr>
        <p:spPr>
          <a:xfrm>
            <a:off x="466165" y="1080585"/>
            <a:ext cx="2528047" cy="400110"/>
          </a:xfrm>
          <a:prstGeom prst="rect">
            <a:avLst/>
          </a:prstGeom>
          <a:noFill/>
        </p:spPr>
        <p:txBody>
          <a:bodyPr wrap="square">
            <a:spAutoFit/>
          </a:bodyPr>
          <a:lstStyle/>
          <a:p>
            <a:pPr algn="ctr"/>
            <a:r>
              <a:rPr lang="en-US" sz="2000" dirty="0">
                <a:solidFill>
                  <a:schemeClr val="tx1"/>
                </a:solidFill>
              </a:rPr>
              <a:t>Table of Contents:</a:t>
            </a:r>
          </a:p>
        </p:txBody>
      </p:sp>
      <p:sp>
        <p:nvSpPr>
          <p:cNvPr id="5" name="TextBox 4">
            <a:extLst>
              <a:ext uri="{FF2B5EF4-FFF2-40B4-BE49-F238E27FC236}">
                <a16:creationId xmlns:a16="http://schemas.microsoft.com/office/drawing/2014/main" id="{B117D012-CEE7-E140-2286-3E43B47457BD}"/>
              </a:ext>
            </a:extLst>
          </p:cNvPr>
          <p:cNvSpPr txBox="1"/>
          <p:nvPr/>
        </p:nvSpPr>
        <p:spPr>
          <a:xfrm>
            <a:off x="708213" y="1677134"/>
            <a:ext cx="3666564" cy="1985672"/>
          </a:xfrm>
          <a:prstGeom prst="rect">
            <a:avLst/>
          </a:prstGeom>
          <a:noFill/>
        </p:spPr>
        <p:txBody>
          <a:bodyPr wrap="square">
            <a:spAutoFit/>
          </a:bodyPr>
          <a:lstStyle/>
          <a:p>
            <a:pPr>
              <a:lnSpc>
                <a:spcPct val="200000"/>
              </a:lnSpc>
              <a:buFont typeface="Arial" panose="020B0604020202020204" pitchFamily="34" charset="0"/>
              <a:buChar char="•"/>
            </a:pPr>
            <a:r>
              <a:rPr lang="en-US" sz="1600" dirty="0"/>
              <a:t>Revenue &amp; Ticket Type Performance</a:t>
            </a:r>
          </a:p>
          <a:p>
            <a:pPr>
              <a:lnSpc>
                <a:spcPct val="200000"/>
              </a:lnSpc>
              <a:buFont typeface="Arial" panose="020B0604020202020204" pitchFamily="34" charset="0"/>
              <a:buChar char="•"/>
            </a:pPr>
            <a:r>
              <a:rPr lang="en-US" sz="1600" dirty="0"/>
              <a:t>Journey Status &amp; Delay Analysis</a:t>
            </a:r>
          </a:p>
          <a:p>
            <a:pPr>
              <a:lnSpc>
                <a:spcPct val="200000"/>
              </a:lnSpc>
              <a:buFont typeface="Arial" panose="020B0604020202020204" pitchFamily="34" charset="0"/>
              <a:buChar char="•"/>
            </a:pPr>
            <a:r>
              <a:rPr lang="en-US" sz="1600" dirty="0"/>
              <a:t>Regional &amp; Station Performance</a:t>
            </a:r>
          </a:p>
          <a:p>
            <a:pPr>
              <a:lnSpc>
                <a:spcPct val="200000"/>
              </a:lnSpc>
              <a:buFont typeface="Arial" panose="020B0604020202020204" pitchFamily="34" charset="0"/>
              <a:buChar char="•"/>
            </a:pPr>
            <a:r>
              <a:rPr lang="en-US" sz="1600" dirty="0"/>
              <a:t>Customer &amp; Payment Behavior</a:t>
            </a:r>
          </a:p>
        </p:txBody>
      </p:sp>
    </p:spTree>
    <p:extLst>
      <p:ext uri="{BB962C8B-B14F-4D97-AF65-F5344CB8AC3E}">
        <p14:creationId xmlns:p14="http://schemas.microsoft.com/office/powerpoint/2010/main" val="4015974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543"/>
                                        </p:tgtEl>
                                        <p:attrNameLst>
                                          <p:attrName>style.visibility</p:attrName>
                                        </p:attrNameLst>
                                      </p:cBhvr>
                                      <p:to>
                                        <p:strVal val="visible"/>
                                      </p:to>
                                    </p:set>
                                    <p:animEffect transition="in" filter="barn(inVertical)">
                                      <p:cBhvr>
                                        <p:cTn id="7" dur="500"/>
                                        <p:tgtEl>
                                          <p:spTgt spid="154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barn(inVertical)">
                                      <p:cBhvr>
                                        <p:cTn id="18" dur="500"/>
                                        <p:tgtEl>
                                          <p:spTgt spid="5">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nodeType="clickEffect">
                                  <p:stCondLst>
                                    <p:cond delay="0"/>
                                  </p:stCondLst>
                                  <p:childTnLst>
                                    <p:set>
                                      <p:cBhvr>
                                        <p:cTn id="22" dur="1" fill="hold">
                                          <p:stCondLst>
                                            <p:cond delay="0"/>
                                          </p:stCondLst>
                                        </p:cTn>
                                        <p:tgtEl>
                                          <p:spTgt spid="5">
                                            <p:txEl>
                                              <p:pRg st="1" end="1"/>
                                            </p:txEl>
                                          </p:spTgt>
                                        </p:tgtEl>
                                        <p:attrNameLst>
                                          <p:attrName>style.visibility</p:attrName>
                                        </p:attrNameLst>
                                      </p:cBhvr>
                                      <p:to>
                                        <p:strVal val="visible"/>
                                      </p:to>
                                    </p:set>
                                    <p:animEffect transition="in" filter="barn(inVertical)">
                                      <p:cBhvr>
                                        <p:cTn id="23" dur="500"/>
                                        <p:tgtEl>
                                          <p:spTgt spid="5">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nodeType="clickEffect">
                                  <p:stCondLst>
                                    <p:cond delay="0"/>
                                  </p:stCondLst>
                                  <p:childTnLst>
                                    <p:set>
                                      <p:cBhvr>
                                        <p:cTn id="27" dur="1" fill="hold">
                                          <p:stCondLst>
                                            <p:cond delay="0"/>
                                          </p:stCondLst>
                                        </p:cTn>
                                        <p:tgtEl>
                                          <p:spTgt spid="5">
                                            <p:txEl>
                                              <p:pRg st="2" end="2"/>
                                            </p:txEl>
                                          </p:spTgt>
                                        </p:tgtEl>
                                        <p:attrNameLst>
                                          <p:attrName>style.visibility</p:attrName>
                                        </p:attrNameLst>
                                      </p:cBhvr>
                                      <p:to>
                                        <p:strVal val="visible"/>
                                      </p:to>
                                    </p:set>
                                    <p:animEffect transition="in" filter="barn(inVertical)">
                                      <p:cBhvr>
                                        <p:cTn id="28" dur="500"/>
                                        <p:tgtEl>
                                          <p:spTgt spid="5">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nodeType="clickEffect">
                                  <p:stCondLst>
                                    <p:cond delay="0"/>
                                  </p:stCondLst>
                                  <p:childTnLst>
                                    <p:set>
                                      <p:cBhvr>
                                        <p:cTn id="32" dur="1" fill="hold">
                                          <p:stCondLst>
                                            <p:cond delay="0"/>
                                          </p:stCondLst>
                                        </p:cTn>
                                        <p:tgtEl>
                                          <p:spTgt spid="5">
                                            <p:txEl>
                                              <p:pRg st="3" end="3"/>
                                            </p:txEl>
                                          </p:spTgt>
                                        </p:tgtEl>
                                        <p:attrNameLst>
                                          <p:attrName>style.visibility</p:attrName>
                                        </p:attrNameLst>
                                      </p:cBhvr>
                                      <p:to>
                                        <p:strVal val="visible"/>
                                      </p:to>
                                    </p:set>
                                    <p:animEffect transition="in" filter="barn(inVertical)">
                                      <p:cBhvr>
                                        <p:cTn id="33"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3" grpId="0" animBg="1"/>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45">
          <a:extLst>
            <a:ext uri="{FF2B5EF4-FFF2-40B4-BE49-F238E27FC236}">
              <a16:creationId xmlns:a16="http://schemas.microsoft.com/office/drawing/2014/main" id="{7BE982C8-1D4F-A61F-B97B-D556308F293B}"/>
            </a:ext>
          </a:extLst>
        </p:cNvPr>
        <p:cNvGrpSpPr/>
        <p:nvPr/>
      </p:nvGrpSpPr>
      <p:grpSpPr>
        <a:xfrm>
          <a:off x="0" y="0"/>
          <a:ext cx="0" cy="0"/>
          <a:chOff x="0" y="0"/>
          <a:chExt cx="0" cy="0"/>
        </a:xfrm>
      </p:grpSpPr>
      <p:sp>
        <p:nvSpPr>
          <p:cNvPr id="1046" name="Google Shape;1046;p33">
            <a:extLst>
              <a:ext uri="{FF2B5EF4-FFF2-40B4-BE49-F238E27FC236}">
                <a16:creationId xmlns:a16="http://schemas.microsoft.com/office/drawing/2014/main" id="{4B96CDFC-234B-8A37-1E68-BA3D59B4E25F}"/>
              </a:ext>
            </a:extLst>
          </p:cNvPr>
          <p:cNvSpPr txBox="1">
            <a:spLocks noGrp="1"/>
          </p:cNvSpPr>
          <p:nvPr>
            <p:ph type="title"/>
          </p:nvPr>
        </p:nvSpPr>
        <p:spPr>
          <a:xfrm>
            <a:off x="1221281" y="42645"/>
            <a:ext cx="6901970" cy="683700"/>
          </a:xfrm>
          <a:prstGeom prst="rect">
            <a:avLst/>
          </a:prstGeom>
        </p:spPr>
        <p:txBody>
          <a:bodyPr spcFirstLastPara="1" wrap="square" lIns="91425" tIns="91425" rIns="91425" bIns="91425" anchor="t" anchorCtr="0">
            <a:noAutofit/>
          </a:bodyPr>
          <a:lstStyle/>
          <a:p>
            <a:pPr lvl="0"/>
            <a:r>
              <a:rPr lang="en-US" sz="3200" dirty="0"/>
              <a:t>Data Insights</a:t>
            </a:r>
            <a:endParaRPr sz="3200" dirty="0"/>
          </a:p>
        </p:txBody>
      </p:sp>
      <p:grpSp>
        <p:nvGrpSpPr>
          <p:cNvPr id="1079" name="Google Shape;1079;p33">
            <a:extLst>
              <a:ext uri="{FF2B5EF4-FFF2-40B4-BE49-F238E27FC236}">
                <a16:creationId xmlns:a16="http://schemas.microsoft.com/office/drawing/2014/main" id="{3462B04B-9C69-8273-22A6-8F8E8BC453F6}"/>
              </a:ext>
            </a:extLst>
          </p:cNvPr>
          <p:cNvGrpSpPr/>
          <p:nvPr/>
        </p:nvGrpSpPr>
        <p:grpSpPr>
          <a:xfrm>
            <a:off x="1857416" y="3406203"/>
            <a:ext cx="2077810" cy="1124355"/>
            <a:chOff x="6506625" y="3268575"/>
            <a:chExt cx="3047179" cy="1261001"/>
          </a:xfrm>
        </p:grpSpPr>
        <p:sp>
          <p:nvSpPr>
            <p:cNvPr id="1080" name="Google Shape;1080;p33">
              <a:extLst>
                <a:ext uri="{FF2B5EF4-FFF2-40B4-BE49-F238E27FC236}">
                  <a16:creationId xmlns:a16="http://schemas.microsoft.com/office/drawing/2014/main" id="{51A99B51-3A85-DD64-14AD-754B0A6F32DB}"/>
                </a:ext>
              </a:extLst>
            </p:cNvPr>
            <p:cNvSpPr/>
            <p:nvPr/>
          </p:nvSpPr>
          <p:spPr>
            <a:xfrm>
              <a:off x="8432597" y="3353998"/>
              <a:ext cx="710050" cy="79635"/>
            </a:xfrm>
            <a:custGeom>
              <a:avLst/>
              <a:gdLst/>
              <a:ahLst/>
              <a:cxnLst/>
              <a:rect l="l" t="t" r="r" b="b"/>
              <a:pathLst>
                <a:path w="4048" h="454" extrusionOk="0">
                  <a:moveTo>
                    <a:pt x="1" y="0"/>
                  </a:moveTo>
                  <a:lnTo>
                    <a:pt x="1" y="453"/>
                  </a:lnTo>
                  <a:lnTo>
                    <a:pt x="4048" y="453"/>
                  </a:lnTo>
                  <a:lnTo>
                    <a:pt x="404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33">
              <a:extLst>
                <a:ext uri="{FF2B5EF4-FFF2-40B4-BE49-F238E27FC236}">
                  <a16:creationId xmlns:a16="http://schemas.microsoft.com/office/drawing/2014/main" id="{B91A45A1-1550-92D0-71CE-99D768AEEA2B}"/>
                </a:ext>
              </a:extLst>
            </p:cNvPr>
            <p:cNvSpPr/>
            <p:nvPr/>
          </p:nvSpPr>
          <p:spPr>
            <a:xfrm>
              <a:off x="6987592" y="4118070"/>
              <a:ext cx="2108574" cy="267847"/>
            </a:xfrm>
            <a:custGeom>
              <a:avLst/>
              <a:gdLst/>
              <a:ahLst/>
              <a:cxnLst/>
              <a:rect l="l" t="t" r="r" b="b"/>
              <a:pathLst>
                <a:path w="12021" h="1527" extrusionOk="0">
                  <a:moveTo>
                    <a:pt x="1" y="1"/>
                  </a:moveTo>
                  <a:lnTo>
                    <a:pt x="1" y="1527"/>
                  </a:lnTo>
                  <a:lnTo>
                    <a:pt x="12020" y="1527"/>
                  </a:lnTo>
                  <a:lnTo>
                    <a:pt x="120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33">
              <a:extLst>
                <a:ext uri="{FF2B5EF4-FFF2-40B4-BE49-F238E27FC236}">
                  <a16:creationId xmlns:a16="http://schemas.microsoft.com/office/drawing/2014/main" id="{EBB9309A-3102-5CCD-B94E-B49008682EC2}"/>
                </a:ext>
              </a:extLst>
            </p:cNvPr>
            <p:cNvSpPr/>
            <p:nvPr/>
          </p:nvSpPr>
          <p:spPr>
            <a:xfrm>
              <a:off x="6840250" y="3408199"/>
              <a:ext cx="2395540" cy="667426"/>
            </a:xfrm>
            <a:custGeom>
              <a:avLst/>
              <a:gdLst/>
              <a:ahLst/>
              <a:cxnLst/>
              <a:rect l="l" t="t" r="r" b="b"/>
              <a:pathLst>
                <a:path w="13657" h="3805" extrusionOk="0">
                  <a:moveTo>
                    <a:pt x="2566" y="1"/>
                  </a:moveTo>
                  <a:lnTo>
                    <a:pt x="34" y="2522"/>
                  </a:lnTo>
                  <a:lnTo>
                    <a:pt x="0" y="3804"/>
                  </a:lnTo>
                  <a:lnTo>
                    <a:pt x="13656" y="3804"/>
                  </a:lnTo>
                  <a:lnTo>
                    <a:pt x="136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33">
              <a:extLst>
                <a:ext uri="{FF2B5EF4-FFF2-40B4-BE49-F238E27FC236}">
                  <a16:creationId xmlns:a16="http://schemas.microsoft.com/office/drawing/2014/main" id="{375085B9-E64F-8CF9-2AD7-94BC6C98C539}"/>
                </a:ext>
              </a:extLst>
            </p:cNvPr>
            <p:cNvSpPr/>
            <p:nvPr/>
          </p:nvSpPr>
          <p:spPr>
            <a:xfrm>
              <a:off x="6995310" y="3365575"/>
              <a:ext cx="399754" cy="91387"/>
            </a:xfrm>
            <a:custGeom>
              <a:avLst/>
              <a:gdLst/>
              <a:ahLst/>
              <a:cxnLst/>
              <a:rect l="l" t="t" r="r" b="b"/>
              <a:pathLst>
                <a:path w="2279" h="521" extrusionOk="0">
                  <a:moveTo>
                    <a:pt x="1" y="0"/>
                  </a:moveTo>
                  <a:lnTo>
                    <a:pt x="1" y="520"/>
                  </a:lnTo>
                  <a:lnTo>
                    <a:pt x="2279" y="520"/>
                  </a:lnTo>
                  <a:lnTo>
                    <a:pt x="227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33">
              <a:extLst>
                <a:ext uri="{FF2B5EF4-FFF2-40B4-BE49-F238E27FC236}">
                  <a16:creationId xmlns:a16="http://schemas.microsoft.com/office/drawing/2014/main" id="{6D26B649-85DC-71B9-DE0B-EE95025C6181}"/>
                </a:ext>
              </a:extLst>
            </p:cNvPr>
            <p:cNvSpPr/>
            <p:nvPr/>
          </p:nvSpPr>
          <p:spPr>
            <a:xfrm>
              <a:off x="8203690" y="3365575"/>
              <a:ext cx="219435" cy="91387"/>
            </a:xfrm>
            <a:custGeom>
              <a:avLst/>
              <a:gdLst/>
              <a:ahLst/>
              <a:cxnLst/>
              <a:rect l="l" t="t" r="r" b="b"/>
              <a:pathLst>
                <a:path w="1251" h="521" extrusionOk="0">
                  <a:moveTo>
                    <a:pt x="1" y="0"/>
                  </a:moveTo>
                  <a:lnTo>
                    <a:pt x="1" y="520"/>
                  </a:lnTo>
                  <a:lnTo>
                    <a:pt x="1250" y="520"/>
                  </a:lnTo>
                  <a:lnTo>
                    <a:pt x="12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33">
              <a:extLst>
                <a:ext uri="{FF2B5EF4-FFF2-40B4-BE49-F238E27FC236}">
                  <a16:creationId xmlns:a16="http://schemas.microsoft.com/office/drawing/2014/main" id="{601D2528-598E-5DFA-E156-804876811EB4}"/>
                </a:ext>
              </a:extLst>
            </p:cNvPr>
            <p:cNvSpPr/>
            <p:nvPr/>
          </p:nvSpPr>
          <p:spPr>
            <a:xfrm>
              <a:off x="7697465" y="3365575"/>
              <a:ext cx="217505" cy="91387"/>
            </a:xfrm>
            <a:custGeom>
              <a:avLst/>
              <a:gdLst/>
              <a:ahLst/>
              <a:cxnLst/>
              <a:rect l="l" t="t" r="r" b="b"/>
              <a:pathLst>
                <a:path w="1240" h="521" extrusionOk="0">
                  <a:moveTo>
                    <a:pt x="1" y="0"/>
                  </a:moveTo>
                  <a:lnTo>
                    <a:pt x="1" y="520"/>
                  </a:lnTo>
                  <a:lnTo>
                    <a:pt x="1239" y="520"/>
                  </a:lnTo>
                  <a:lnTo>
                    <a:pt x="123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33">
              <a:extLst>
                <a:ext uri="{FF2B5EF4-FFF2-40B4-BE49-F238E27FC236}">
                  <a16:creationId xmlns:a16="http://schemas.microsoft.com/office/drawing/2014/main" id="{1268421A-5CC1-C394-E525-C04B98E2274A}"/>
                </a:ext>
              </a:extLst>
            </p:cNvPr>
            <p:cNvSpPr/>
            <p:nvPr/>
          </p:nvSpPr>
          <p:spPr>
            <a:xfrm>
              <a:off x="8607127" y="3268575"/>
              <a:ext cx="710050" cy="213471"/>
            </a:xfrm>
            <a:custGeom>
              <a:avLst/>
              <a:gdLst/>
              <a:ahLst/>
              <a:cxnLst/>
              <a:rect l="l" t="t" r="r" b="b"/>
              <a:pathLst>
                <a:path w="4048" h="1217" extrusionOk="0">
                  <a:moveTo>
                    <a:pt x="1" y="1"/>
                  </a:moveTo>
                  <a:lnTo>
                    <a:pt x="1" y="1217"/>
                  </a:lnTo>
                  <a:lnTo>
                    <a:pt x="4048" y="1217"/>
                  </a:lnTo>
                  <a:lnTo>
                    <a:pt x="404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33">
              <a:extLst>
                <a:ext uri="{FF2B5EF4-FFF2-40B4-BE49-F238E27FC236}">
                  <a16:creationId xmlns:a16="http://schemas.microsoft.com/office/drawing/2014/main" id="{925EB3D1-C2CB-C75F-E966-1E88C3D43156}"/>
                </a:ext>
              </a:extLst>
            </p:cNvPr>
            <p:cNvSpPr/>
            <p:nvPr/>
          </p:nvSpPr>
          <p:spPr>
            <a:xfrm>
              <a:off x="6506625" y="3823212"/>
              <a:ext cx="37011" cy="267847"/>
            </a:xfrm>
            <a:custGeom>
              <a:avLst/>
              <a:gdLst/>
              <a:ahLst/>
              <a:cxnLst/>
              <a:rect l="l" t="t" r="r" b="b"/>
              <a:pathLst>
                <a:path w="211" h="1527" extrusionOk="0">
                  <a:moveTo>
                    <a:pt x="0" y="1"/>
                  </a:moveTo>
                  <a:lnTo>
                    <a:pt x="0" y="1527"/>
                  </a:lnTo>
                  <a:lnTo>
                    <a:pt x="211" y="1527"/>
                  </a:lnTo>
                  <a:lnTo>
                    <a:pt x="2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33">
              <a:extLst>
                <a:ext uri="{FF2B5EF4-FFF2-40B4-BE49-F238E27FC236}">
                  <a16:creationId xmlns:a16="http://schemas.microsoft.com/office/drawing/2014/main" id="{4F3E7486-22FA-7BEA-B44D-D014B1E1BE9D}"/>
                </a:ext>
              </a:extLst>
            </p:cNvPr>
            <p:cNvSpPr/>
            <p:nvPr/>
          </p:nvSpPr>
          <p:spPr>
            <a:xfrm>
              <a:off x="9518719" y="3823212"/>
              <a:ext cx="35082" cy="267847"/>
            </a:xfrm>
            <a:custGeom>
              <a:avLst/>
              <a:gdLst/>
              <a:ahLst/>
              <a:cxnLst/>
              <a:rect l="l" t="t" r="r" b="b"/>
              <a:pathLst>
                <a:path w="200" h="1527" extrusionOk="0">
                  <a:moveTo>
                    <a:pt x="1" y="1"/>
                  </a:moveTo>
                  <a:lnTo>
                    <a:pt x="1" y="1527"/>
                  </a:lnTo>
                  <a:lnTo>
                    <a:pt x="200" y="1527"/>
                  </a:lnTo>
                  <a:lnTo>
                    <a:pt x="20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33">
              <a:extLst>
                <a:ext uri="{FF2B5EF4-FFF2-40B4-BE49-F238E27FC236}">
                  <a16:creationId xmlns:a16="http://schemas.microsoft.com/office/drawing/2014/main" id="{68B1F8DF-2787-80A1-EE26-82716BD7908D}"/>
                </a:ext>
              </a:extLst>
            </p:cNvPr>
            <p:cNvSpPr/>
            <p:nvPr/>
          </p:nvSpPr>
          <p:spPr>
            <a:xfrm>
              <a:off x="8360855" y="3848470"/>
              <a:ext cx="754603" cy="194176"/>
            </a:xfrm>
            <a:custGeom>
              <a:avLst/>
              <a:gdLst/>
              <a:ahLst/>
              <a:cxnLst/>
              <a:rect l="l" t="t" r="r" b="b"/>
              <a:pathLst>
                <a:path w="4302" h="1107" extrusionOk="0">
                  <a:moveTo>
                    <a:pt x="1" y="1"/>
                  </a:moveTo>
                  <a:lnTo>
                    <a:pt x="1" y="1106"/>
                  </a:lnTo>
                  <a:lnTo>
                    <a:pt x="4302" y="1106"/>
                  </a:lnTo>
                  <a:lnTo>
                    <a:pt x="430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33">
              <a:extLst>
                <a:ext uri="{FF2B5EF4-FFF2-40B4-BE49-F238E27FC236}">
                  <a16:creationId xmlns:a16="http://schemas.microsoft.com/office/drawing/2014/main" id="{E84912A2-F169-AA34-AC22-162282911C32}"/>
                </a:ext>
              </a:extLst>
            </p:cNvPr>
            <p:cNvSpPr/>
            <p:nvPr/>
          </p:nvSpPr>
          <p:spPr>
            <a:xfrm>
              <a:off x="7602570" y="3848470"/>
              <a:ext cx="723556" cy="194176"/>
            </a:xfrm>
            <a:custGeom>
              <a:avLst/>
              <a:gdLst/>
              <a:ahLst/>
              <a:cxnLst/>
              <a:rect l="l" t="t" r="r" b="b"/>
              <a:pathLst>
                <a:path w="4125" h="1107" extrusionOk="0">
                  <a:moveTo>
                    <a:pt x="0" y="1"/>
                  </a:moveTo>
                  <a:lnTo>
                    <a:pt x="0" y="1106"/>
                  </a:lnTo>
                  <a:lnTo>
                    <a:pt x="4124" y="1106"/>
                  </a:lnTo>
                  <a:lnTo>
                    <a:pt x="412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33">
              <a:extLst>
                <a:ext uri="{FF2B5EF4-FFF2-40B4-BE49-F238E27FC236}">
                  <a16:creationId xmlns:a16="http://schemas.microsoft.com/office/drawing/2014/main" id="{8FA44D08-5007-39F1-AF5A-5BCBD6EFE597}"/>
                </a:ext>
              </a:extLst>
            </p:cNvPr>
            <p:cNvSpPr/>
            <p:nvPr/>
          </p:nvSpPr>
          <p:spPr>
            <a:xfrm>
              <a:off x="6840250" y="3408199"/>
              <a:ext cx="2395540" cy="634449"/>
            </a:xfrm>
            <a:custGeom>
              <a:avLst/>
              <a:gdLst/>
              <a:ahLst/>
              <a:cxnLst/>
              <a:rect l="l" t="t" r="r" b="b"/>
              <a:pathLst>
                <a:path w="13657" h="3617" extrusionOk="0">
                  <a:moveTo>
                    <a:pt x="686" y="1"/>
                  </a:moveTo>
                  <a:cubicBezTo>
                    <a:pt x="310" y="1"/>
                    <a:pt x="0" y="299"/>
                    <a:pt x="0" y="686"/>
                  </a:cubicBezTo>
                  <a:lnTo>
                    <a:pt x="0" y="3616"/>
                  </a:lnTo>
                  <a:lnTo>
                    <a:pt x="4136" y="3616"/>
                  </a:lnTo>
                  <a:lnTo>
                    <a:pt x="4136" y="2312"/>
                  </a:lnTo>
                  <a:lnTo>
                    <a:pt x="13170" y="2312"/>
                  </a:lnTo>
                  <a:lnTo>
                    <a:pt x="13170" y="3616"/>
                  </a:lnTo>
                  <a:lnTo>
                    <a:pt x="13656" y="3616"/>
                  </a:lnTo>
                  <a:lnTo>
                    <a:pt x="13656" y="642"/>
                  </a:lnTo>
                  <a:lnTo>
                    <a:pt x="9897" y="642"/>
                  </a:lnTo>
                  <a:lnTo>
                    <a:pt x="989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33">
              <a:extLst>
                <a:ext uri="{FF2B5EF4-FFF2-40B4-BE49-F238E27FC236}">
                  <a16:creationId xmlns:a16="http://schemas.microsoft.com/office/drawing/2014/main" id="{DA35162D-9FE3-DDCC-89DC-34951FAA4482}"/>
                </a:ext>
              </a:extLst>
            </p:cNvPr>
            <p:cNvSpPr/>
            <p:nvPr/>
          </p:nvSpPr>
          <p:spPr>
            <a:xfrm>
              <a:off x="8574150" y="3520635"/>
              <a:ext cx="661637" cy="27364"/>
            </a:xfrm>
            <a:custGeom>
              <a:avLst/>
              <a:gdLst/>
              <a:ahLst/>
              <a:cxnLst/>
              <a:rect l="l" t="t" r="r" b="b"/>
              <a:pathLst>
                <a:path w="3772" h="156" extrusionOk="0">
                  <a:moveTo>
                    <a:pt x="1" y="1"/>
                  </a:moveTo>
                  <a:lnTo>
                    <a:pt x="1" y="156"/>
                  </a:lnTo>
                  <a:lnTo>
                    <a:pt x="3771" y="156"/>
                  </a:lnTo>
                  <a:lnTo>
                    <a:pt x="377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33">
              <a:extLst>
                <a:ext uri="{FF2B5EF4-FFF2-40B4-BE49-F238E27FC236}">
                  <a16:creationId xmlns:a16="http://schemas.microsoft.com/office/drawing/2014/main" id="{110CD193-7F9C-3341-114B-E3CF76640BE7}"/>
                </a:ext>
              </a:extLst>
            </p:cNvPr>
            <p:cNvSpPr/>
            <p:nvPr/>
          </p:nvSpPr>
          <p:spPr>
            <a:xfrm>
              <a:off x="6840250" y="3408199"/>
              <a:ext cx="1736008" cy="145588"/>
            </a:xfrm>
            <a:custGeom>
              <a:avLst/>
              <a:gdLst/>
              <a:ahLst/>
              <a:cxnLst/>
              <a:rect l="l" t="t" r="r" b="b"/>
              <a:pathLst>
                <a:path w="9897" h="830" extrusionOk="0">
                  <a:moveTo>
                    <a:pt x="686" y="1"/>
                  </a:moveTo>
                  <a:cubicBezTo>
                    <a:pt x="310" y="1"/>
                    <a:pt x="0" y="299"/>
                    <a:pt x="0" y="686"/>
                  </a:cubicBezTo>
                  <a:lnTo>
                    <a:pt x="0" y="830"/>
                  </a:lnTo>
                  <a:cubicBezTo>
                    <a:pt x="0" y="609"/>
                    <a:pt x="310" y="432"/>
                    <a:pt x="686" y="432"/>
                  </a:cubicBezTo>
                  <a:lnTo>
                    <a:pt x="9897" y="432"/>
                  </a:lnTo>
                  <a:lnTo>
                    <a:pt x="98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33">
              <a:extLst>
                <a:ext uri="{FF2B5EF4-FFF2-40B4-BE49-F238E27FC236}">
                  <a16:creationId xmlns:a16="http://schemas.microsoft.com/office/drawing/2014/main" id="{306E001C-7FB2-5A39-B551-395133421B45}"/>
                </a:ext>
              </a:extLst>
            </p:cNvPr>
            <p:cNvSpPr/>
            <p:nvPr/>
          </p:nvSpPr>
          <p:spPr>
            <a:xfrm>
              <a:off x="6995310" y="3573081"/>
              <a:ext cx="539378" cy="308542"/>
            </a:xfrm>
            <a:custGeom>
              <a:avLst/>
              <a:gdLst/>
              <a:ahLst/>
              <a:cxnLst/>
              <a:rect l="l" t="t" r="r" b="b"/>
              <a:pathLst>
                <a:path w="3075" h="1759" extrusionOk="0">
                  <a:moveTo>
                    <a:pt x="1" y="1"/>
                  </a:moveTo>
                  <a:lnTo>
                    <a:pt x="1" y="1759"/>
                  </a:lnTo>
                  <a:lnTo>
                    <a:pt x="3075" y="1759"/>
                  </a:lnTo>
                  <a:lnTo>
                    <a:pt x="307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33">
              <a:extLst>
                <a:ext uri="{FF2B5EF4-FFF2-40B4-BE49-F238E27FC236}">
                  <a16:creationId xmlns:a16="http://schemas.microsoft.com/office/drawing/2014/main" id="{B3F50E3C-D511-1E38-AC46-5C3B1035A9A5}"/>
                </a:ext>
              </a:extLst>
            </p:cNvPr>
            <p:cNvSpPr/>
            <p:nvPr/>
          </p:nvSpPr>
          <p:spPr>
            <a:xfrm>
              <a:off x="7140898" y="3557646"/>
              <a:ext cx="54376" cy="339589"/>
            </a:xfrm>
            <a:custGeom>
              <a:avLst/>
              <a:gdLst/>
              <a:ahLst/>
              <a:cxnLst/>
              <a:rect l="l" t="t" r="r" b="b"/>
              <a:pathLst>
                <a:path w="310" h="1936" extrusionOk="0">
                  <a:moveTo>
                    <a:pt x="0" y="0"/>
                  </a:moveTo>
                  <a:lnTo>
                    <a:pt x="0" y="1935"/>
                  </a:lnTo>
                  <a:lnTo>
                    <a:pt x="310" y="1935"/>
                  </a:lnTo>
                  <a:lnTo>
                    <a:pt x="3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33">
              <a:extLst>
                <a:ext uri="{FF2B5EF4-FFF2-40B4-BE49-F238E27FC236}">
                  <a16:creationId xmlns:a16="http://schemas.microsoft.com/office/drawing/2014/main" id="{328010CE-7682-0B4B-01FE-5EAE1AA11403}"/>
                </a:ext>
              </a:extLst>
            </p:cNvPr>
            <p:cNvSpPr/>
            <p:nvPr/>
          </p:nvSpPr>
          <p:spPr>
            <a:xfrm>
              <a:off x="7061263" y="3557646"/>
              <a:ext cx="54552" cy="339589"/>
            </a:xfrm>
            <a:custGeom>
              <a:avLst/>
              <a:gdLst/>
              <a:ahLst/>
              <a:cxnLst/>
              <a:rect l="l" t="t" r="r" b="b"/>
              <a:pathLst>
                <a:path w="311" h="1936" extrusionOk="0">
                  <a:moveTo>
                    <a:pt x="1" y="0"/>
                  </a:moveTo>
                  <a:lnTo>
                    <a:pt x="1" y="1935"/>
                  </a:lnTo>
                  <a:lnTo>
                    <a:pt x="311" y="1935"/>
                  </a:lnTo>
                  <a:lnTo>
                    <a:pt x="31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33">
              <a:extLst>
                <a:ext uri="{FF2B5EF4-FFF2-40B4-BE49-F238E27FC236}">
                  <a16:creationId xmlns:a16="http://schemas.microsoft.com/office/drawing/2014/main" id="{4A47CB6B-B744-9E01-90F6-44A305A2DD44}"/>
                </a:ext>
              </a:extLst>
            </p:cNvPr>
            <p:cNvSpPr/>
            <p:nvPr/>
          </p:nvSpPr>
          <p:spPr>
            <a:xfrm>
              <a:off x="7220357" y="3557646"/>
              <a:ext cx="52622" cy="339589"/>
            </a:xfrm>
            <a:custGeom>
              <a:avLst/>
              <a:gdLst/>
              <a:ahLst/>
              <a:cxnLst/>
              <a:rect l="l" t="t" r="r" b="b"/>
              <a:pathLst>
                <a:path w="300" h="1936" extrusionOk="0">
                  <a:moveTo>
                    <a:pt x="1" y="0"/>
                  </a:moveTo>
                  <a:lnTo>
                    <a:pt x="1" y="1935"/>
                  </a:lnTo>
                  <a:lnTo>
                    <a:pt x="299" y="1935"/>
                  </a:lnTo>
                  <a:lnTo>
                    <a:pt x="29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33">
              <a:extLst>
                <a:ext uri="{FF2B5EF4-FFF2-40B4-BE49-F238E27FC236}">
                  <a16:creationId xmlns:a16="http://schemas.microsoft.com/office/drawing/2014/main" id="{586D215A-E429-5C1F-0171-75B310ED536C}"/>
                </a:ext>
              </a:extLst>
            </p:cNvPr>
            <p:cNvSpPr/>
            <p:nvPr/>
          </p:nvSpPr>
          <p:spPr>
            <a:xfrm>
              <a:off x="7297887" y="3557646"/>
              <a:ext cx="54552" cy="339589"/>
            </a:xfrm>
            <a:custGeom>
              <a:avLst/>
              <a:gdLst/>
              <a:ahLst/>
              <a:cxnLst/>
              <a:rect l="l" t="t" r="r" b="b"/>
              <a:pathLst>
                <a:path w="311" h="1936" extrusionOk="0">
                  <a:moveTo>
                    <a:pt x="1" y="0"/>
                  </a:moveTo>
                  <a:lnTo>
                    <a:pt x="1" y="1935"/>
                  </a:lnTo>
                  <a:lnTo>
                    <a:pt x="311" y="1935"/>
                  </a:lnTo>
                  <a:lnTo>
                    <a:pt x="31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33">
              <a:extLst>
                <a:ext uri="{FF2B5EF4-FFF2-40B4-BE49-F238E27FC236}">
                  <a16:creationId xmlns:a16="http://schemas.microsoft.com/office/drawing/2014/main" id="{6FB71D22-4BD4-0B91-EE6F-75F9F0866434}"/>
                </a:ext>
              </a:extLst>
            </p:cNvPr>
            <p:cNvSpPr/>
            <p:nvPr/>
          </p:nvSpPr>
          <p:spPr>
            <a:xfrm>
              <a:off x="7377522" y="3557646"/>
              <a:ext cx="54376" cy="339589"/>
            </a:xfrm>
            <a:custGeom>
              <a:avLst/>
              <a:gdLst/>
              <a:ahLst/>
              <a:cxnLst/>
              <a:rect l="l" t="t" r="r" b="b"/>
              <a:pathLst>
                <a:path w="310" h="1936" extrusionOk="0">
                  <a:moveTo>
                    <a:pt x="0" y="0"/>
                  </a:moveTo>
                  <a:lnTo>
                    <a:pt x="0" y="1935"/>
                  </a:lnTo>
                  <a:lnTo>
                    <a:pt x="310" y="1935"/>
                  </a:lnTo>
                  <a:lnTo>
                    <a:pt x="3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33">
              <a:extLst>
                <a:ext uri="{FF2B5EF4-FFF2-40B4-BE49-F238E27FC236}">
                  <a16:creationId xmlns:a16="http://schemas.microsoft.com/office/drawing/2014/main" id="{7773BBFD-201F-1620-A792-FE421F1EA712}"/>
                </a:ext>
              </a:extLst>
            </p:cNvPr>
            <p:cNvSpPr/>
            <p:nvPr/>
          </p:nvSpPr>
          <p:spPr>
            <a:xfrm>
              <a:off x="6976015" y="3557646"/>
              <a:ext cx="60340" cy="339589"/>
            </a:xfrm>
            <a:custGeom>
              <a:avLst/>
              <a:gdLst/>
              <a:ahLst/>
              <a:cxnLst/>
              <a:rect l="l" t="t" r="r" b="b"/>
              <a:pathLst>
                <a:path w="344" h="1936" extrusionOk="0">
                  <a:moveTo>
                    <a:pt x="0" y="0"/>
                  </a:moveTo>
                  <a:lnTo>
                    <a:pt x="0" y="1935"/>
                  </a:lnTo>
                  <a:lnTo>
                    <a:pt x="343" y="1935"/>
                  </a:lnTo>
                  <a:lnTo>
                    <a:pt x="34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33">
              <a:extLst>
                <a:ext uri="{FF2B5EF4-FFF2-40B4-BE49-F238E27FC236}">
                  <a16:creationId xmlns:a16="http://schemas.microsoft.com/office/drawing/2014/main" id="{5A6AB3C6-167B-A213-7C73-D1DE295011AB}"/>
                </a:ext>
              </a:extLst>
            </p:cNvPr>
            <p:cNvSpPr/>
            <p:nvPr/>
          </p:nvSpPr>
          <p:spPr>
            <a:xfrm>
              <a:off x="7456982" y="3557646"/>
              <a:ext cx="54552" cy="339589"/>
            </a:xfrm>
            <a:custGeom>
              <a:avLst/>
              <a:gdLst/>
              <a:ahLst/>
              <a:cxnLst/>
              <a:rect l="l" t="t" r="r" b="b"/>
              <a:pathLst>
                <a:path w="311" h="1936" extrusionOk="0">
                  <a:moveTo>
                    <a:pt x="1" y="0"/>
                  </a:moveTo>
                  <a:lnTo>
                    <a:pt x="1" y="1935"/>
                  </a:lnTo>
                  <a:lnTo>
                    <a:pt x="310" y="1935"/>
                  </a:lnTo>
                  <a:lnTo>
                    <a:pt x="3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33">
              <a:extLst>
                <a:ext uri="{FF2B5EF4-FFF2-40B4-BE49-F238E27FC236}">
                  <a16:creationId xmlns:a16="http://schemas.microsoft.com/office/drawing/2014/main" id="{A699F79B-279C-596E-B9FB-8F2CF188178B}"/>
                </a:ext>
              </a:extLst>
            </p:cNvPr>
            <p:cNvSpPr/>
            <p:nvPr/>
          </p:nvSpPr>
          <p:spPr>
            <a:xfrm>
              <a:off x="7557841" y="3456787"/>
              <a:ext cx="139800" cy="46658"/>
            </a:xfrm>
            <a:custGeom>
              <a:avLst/>
              <a:gdLst/>
              <a:ahLst/>
              <a:cxnLst/>
              <a:rect l="l" t="t" r="r" b="b"/>
              <a:pathLst>
                <a:path w="797" h="266" extrusionOk="0">
                  <a:moveTo>
                    <a:pt x="1" y="0"/>
                  </a:moveTo>
                  <a:lnTo>
                    <a:pt x="1" y="265"/>
                  </a:lnTo>
                  <a:lnTo>
                    <a:pt x="797" y="265"/>
                  </a:lnTo>
                  <a:lnTo>
                    <a:pt x="79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33">
              <a:extLst>
                <a:ext uri="{FF2B5EF4-FFF2-40B4-BE49-F238E27FC236}">
                  <a16:creationId xmlns:a16="http://schemas.microsoft.com/office/drawing/2014/main" id="{DE0D14FF-4FA7-3217-0A0A-E67DC6A17595}"/>
                </a:ext>
              </a:extLst>
            </p:cNvPr>
            <p:cNvSpPr/>
            <p:nvPr/>
          </p:nvSpPr>
          <p:spPr>
            <a:xfrm>
              <a:off x="8632386" y="3575011"/>
              <a:ext cx="217505" cy="201894"/>
            </a:xfrm>
            <a:custGeom>
              <a:avLst/>
              <a:gdLst/>
              <a:ahLst/>
              <a:cxnLst/>
              <a:rect l="l" t="t" r="r" b="b"/>
              <a:pathLst>
                <a:path w="1240" h="1151" extrusionOk="0">
                  <a:moveTo>
                    <a:pt x="1" y="1"/>
                  </a:moveTo>
                  <a:lnTo>
                    <a:pt x="1" y="1151"/>
                  </a:lnTo>
                  <a:lnTo>
                    <a:pt x="1239" y="1151"/>
                  </a:lnTo>
                  <a:lnTo>
                    <a:pt x="123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33">
              <a:extLst>
                <a:ext uri="{FF2B5EF4-FFF2-40B4-BE49-F238E27FC236}">
                  <a16:creationId xmlns:a16="http://schemas.microsoft.com/office/drawing/2014/main" id="{C02DBBF6-80DE-2CE2-7C1A-F47491DF6007}"/>
                </a:ext>
              </a:extLst>
            </p:cNvPr>
            <p:cNvSpPr/>
            <p:nvPr/>
          </p:nvSpPr>
          <p:spPr>
            <a:xfrm>
              <a:off x="8622738" y="3565363"/>
              <a:ext cx="236800" cy="221189"/>
            </a:xfrm>
            <a:custGeom>
              <a:avLst/>
              <a:gdLst/>
              <a:ahLst/>
              <a:cxnLst/>
              <a:rect l="l" t="t" r="r" b="b"/>
              <a:pathLst>
                <a:path w="1350" h="1261" extrusionOk="0">
                  <a:moveTo>
                    <a:pt x="1239" y="111"/>
                  </a:moveTo>
                  <a:lnTo>
                    <a:pt x="1239" y="1150"/>
                  </a:lnTo>
                  <a:lnTo>
                    <a:pt x="100" y="1150"/>
                  </a:lnTo>
                  <a:lnTo>
                    <a:pt x="100" y="111"/>
                  </a:lnTo>
                  <a:close/>
                  <a:moveTo>
                    <a:pt x="0" y="0"/>
                  </a:moveTo>
                  <a:lnTo>
                    <a:pt x="0" y="1261"/>
                  </a:lnTo>
                  <a:lnTo>
                    <a:pt x="1349" y="1261"/>
                  </a:lnTo>
                  <a:lnTo>
                    <a:pt x="133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33">
              <a:extLst>
                <a:ext uri="{FF2B5EF4-FFF2-40B4-BE49-F238E27FC236}">
                  <a16:creationId xmlns:a16="http://schemas.microsoft.com/office/drawing/2014/main" id="{9C800872-6B05-A80F-84F5-3F1A84849D6A}"/>
                </a:ext>
              </a:extLst>
            </p:cNvPr>
            <p:cNvSpPr/>
            <p:nvPr/>
          </p:nvSpPr>
          <p:spPr>
            <a:xfrm>
              <a:off x="8936893" y="3575011"/>
              <a:ext cx="217505" cy="201894"/>
            </a:xfrm>
            <a:custGeom>
              <a:avLst/>
              <a:gdLst/>
              <a:ahLst/>
              <a:cxnLst/>
              <a:rect l="l" t="t" r="r" b="b"/>
              <a:pathLst>
                <a:path w="1240" h="1151" extrusionOk="0">
                  <a:moveTo>
                    <a:pt x="1" y="1"/>
                  </a:moveTo>
                  <a:lnTo>
                    <a:pt x="1" y="1151"/>
                  </a:lnTo>
                  <a:lnTo>
                    <a:pt x="1239" y="1151"/>
                  </a:lnTo>
                  <a:lnTo>
                    <a:pt x="123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33">
              <a:extLst>
                <a:ext uri="{FF2B5EF4-FFF2-40B4-BE49-F238E27FC236}">
                  <a16:creationId xmlns:a16="http://schemas.microsoft.com/office/drawing/2014/main" id="{9F44DFDF-6D1F-F9E3-D89E-2774DDF36635}"/>
                </a:ext>
              </a:extLst>
            </p:cNvPr>
            <p:cNvSpPr/>
            <p:nvPr/>
          </p:nvSpPr>
          <p:spPr>
            <a:xfrm>
              <a:off x="8927245" y="3565363"/>
              <a:ext cx="236800" cy="221189"/>
            </a:xfrm>
            <a:custGeom>
              <a:avLst/>
              <a:gdLst/>
              <a:ahLst/>
              <a:cxnLst/>
              <a:rect l="l" t="t" r="r" b="b"/>
              <a:pathLst>
                <a:path w="1350" h="1261" extrusionOk="0">
                  <a:moveTo>
                    <a:pt x="1239" y="111"/>
                  </a:moveTo>
                  <a:lnTo>
                    <a:pt x="1239" y="1150"/>
                  </a:lnTo>
                  <a:lnTo>
                    <a:pt x="100" y="1150"/>
                  </a:lnTo>
                  <a:lnTo>
                    <a:pt x="100" y="111"/>
                  </a:lnTo>
                  <a:close/>
                  <a:moveTo>
                    <a:pt x="0" y="0"/>
                  </a:moveTo>
                  <a:lnTo>
                    <a:pt x="0" y="1261"/>
                  </a:lnTo>
                  <a:lnTo>
                    <a:pt x="1349" y="1261"/>
                  </a:lnTo>
                  <a:lnTo>
                    <a:pt x="134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33">
              <a:extLst>
                <a:ext uri="{FF2B5EF4-FFF2-40B4-BE49-F238E27FC236}">
                  <a16:creationId xmlns:a16="http://schemas.microsoft.com/office/drawing/2014/main" id="{64774C3C-C3E8-E74D-AF4A-794F90599FAF}"/>
                </a:ext>
              </a:extLst>
            </p:cNvPr>
            <p:cNvSpPr/>
            <p:nvPr/>
          </p:nvSpPr>
          <p:spPr>
            <a:xfrm>
              <a:off x="7876030" y="4176306"/>
              <a:ext cx="329766" cy="155411"/>
            </a:xfrm>
            <a:custGeom>
              <a:avLst/>
              <a:gdLst/>
              <a:ahLst/>
              <a:cxnLst/>
              <a:rect l="l" t="t" r="r" b="b"/>
              <a:pathLst>
                <a:path w="1880" h="886" extrusionOk="0">
                  <a:moveTo>
                    <a:pt x="0" y="0"/>
                  </a:moveTo>
                  <a:lnTo>
                    <a:pt x="0" y="885"/>
                  </a:lnTo>
                  <a:lnTo>
                    <a:pt x="1880" y="885"/>
                  </a:lnTo>
                  <a:lnTo>
                    <a:pt x="188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33">
              <a:extLst>
                <a:ext uri="{FF2B5EF4-FFF2-40B4-BE49-F238E27FC236}">
                  <a16:creationId xmlns:a16="http://schemas.microsoft.com/office/drawing/2014/main" id="{8D784104-E78B-7AE8-552C-84FCB1AE9369}"/>
                </a:ext>
              </a:extLst>
            </p:cNvPr>
            <p:cNvSpPr/>
            <p:nvPr/>
          </p:nvSpPr>
          <p:spPr>
            <a:xfrm>
              <a:off x="7876030" y="4364517"/>
              <a:ext cx="329766" cy="77706"/>
            </a:xfrm>
            <a:custGeom>
              <a:avLst/>
              <a:gdLst/>
              <a:ahLst/>
              <a:cxnLst/>
              <a:rect l="l" t="t" r="r" b="b"/>
              <a:pathLst>
                <a:path w="1880" h="443" extrusionOk="0">
                  <a:moveTo>
                    <a:pt x="0" y="0"/>
                  </a:moveTo>
                  <a:lnTo>
                    <a:pt x="0" y="442"/>
                  </a:lnTo>
                  <a:lnTo>
                    <a:pt x="1880" y="442"/>
                  </a:lnTo>
                  <a:lnTo>
                    <a:pt x="188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33">
              <a:extLst>
                <a:ext uri="{FF2B5EF4-FFF2-40B4-BE49-F238E27FC236}">
                  <a16:creationId xmlns:a16="http://schemas.microsoft.com/office/drawing/2014/main" id="{C3DDA068-46EB-1EEB-1ADE-5C43B361BFD0}"/>
                </a:ext>
              </a:extLst>
            </p:cNvPr>
            <p:cNvSpPr/>
            <p:nvPr/>
          </p:nvSpPr>
          <p:spPr>
            <a:xfrm>
              <a:off x="7305780" y="4187882"/>
              <a:ext cx="147518" cy="38940"/>
            </a:xfrm>
            <a:custGeom>
              <a:avLst/>
              <a:gdLst/>
              <a:ahLst/>
              <a:cxnLst/>
              <a:rect l="l" t="t" r="r" b="b"/>
              <a:pathLst>
                <a:path w="841" h="222" extrusionOk="0">
                  <a:moveTo>
                    <a:pt x="111" y="1"/>
                  </a:moveTo>
                  <a:cubicBezTo>
                    <a:pt x="55" y="1"/>
                    <a:pt x="0" y="45"/>
                    <a:pt x="0" y="111"/>
                  </a:cubicBezTo>
                  <a:lnTo>
                    <a:pt x="11" y="111"/>
                  </a:lnTo>
                  <a:cubicBezTo>
                    <a:pt x="11" y="167"/>
                    <a:pt x="55" y="222"/>
                    <a:pt x="122" y="222"/>
                  </a:cubicBezTo>
                  <a:lnTo>
                    <a:pt x="730" y="222"/>
                  </a:lnTo>
                  <a:cubicBezTo>
                    <a:pt x="785" y="222"/>
                    <a:pt x="841" y="167"/>
                    <a:pt x="841" y="111"/>
                  </a:cubicBezTo>
                  <a:cubicBezTo>
                    <a:pt x="841" y="56"/>
                    <a:pt x="785" y="1"/>
                    <a:pt x="73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33">
              <a:extLst>
                <a:ext uri="{FF2B5EF4-FFF2-40B4-BE49-F238E27FC236}">
                  <a16:creationId xmlns:a16="http://schemas.microsoft.com/office/drawing/2014/main" id="{E08E4ECF-6294-13A4-AE7E-15933E894821}"/>
                </a:ext>
              </a:extLst>
            </p:cNvPr>
            <p:cNvSpPr/>
            <p:nvPr/>
          </p:nvSpPr>
          <p:spPr>
            <a:xfrm>
              <a:off x="7212639" y="4176306"/>
              <a:ext cx="79635" cy="58411"/>
            </a:xfrm>
            <a:custGeom>
              <a:avLst/>
              <a:gdLst/>
              <a:ahLst/>
              <a:cxnLst/>
              <a:rect l="l" t="t" r="r" b="b"/>
              <a:pathLst>
                <a:path w="454" h="333" extrusionOk="0">
                  <a:moveTo>
                    <a:pt x="0" y="0"/>
                  </a:moveTo>
                  <a:lnTo>
                    <a:pt x="0" y="332"/>
                  </a:lnTo>
                  <a:lnTo>
                    <a:pt x="454" y="332"/>
                  </a:lnTo>
                  <a:lnTo>
                    <a:pt x="45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33">
              <a:extLst>
                <a:ext uri="{FF2B5EF4-FFF2-40B4-BE49-F238E27FC236}">
                  <a16:creationId xmlns:a16="http://schemas.microsoft.com/office/drawing/2014/main" id="{2B10A037-9519-B34A-8E48-7C4A411E6B67}"/>
                </a:ext>
              </a:extLst>
            </p:cNvPr>
            <p:cNvSpPr/>
            <p:nvPr/>
          </p:nvSpPr>
          <p:spPr>
            <a:xfrm>
              <a:off x="7524864" y="4242259"/>
              <a:ext cx="333800" cy="287317"/>
            </a:xfrm>
            <a:custGeom>
              <a:avLst/>
              <a:gdLst/>
              <a:ahLst/>
              <a:cxnLst/>
              <a:rect l="l" t="t" r="r" b="b"/>
              <a:pathLst>
                <a:path w="1903" h="1638" extrusionOk="0">
                  <a:moveTo>
                    <a:pt x="819" y="0"/>
                  </a:moveTo>
                  <a:cubicBezTo>
                    <a:pt x="366" y="0"/>
                    <a:pt x="1" y="365"/>
                    <a:pt x="1" y="819"/>
                  </a:cubicBezTo>
                  <a:cubicBezTo>
                    <a:pt x="1" y="1311"/>
                    <a:pt x="399" y="1638"/>
                    <a:pt x="818" y="1638"/>
                  </a:cubicBezTo>
                  <a:cubicBezTo>
                    <a:pt x="1019" y="1638"/>
                    <a:pt x="1225" y="1562"/>
                    <a:pt x="1394" y="1394"/>
                  </a:cubicBezTo>
                  <a:cubicBezTo>
                    <a:pt x="1903" y="885"/>
                    <a:pt x="1538" y="0"/>
                    <a:pt x="8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33">
              <a:extLst>
                <a:ext uri="{FF2B5EF4-FFF2-40B4-BE49-F238E27FC236}">
                  <a16:creationId xmlns:a16="http://schemas.microsoft.com/office/drawing/2014/main" id="{452EA399-C70D-EA75-6382-300566C50B2E}"/>
                </a:ext>
              </a:extLst>
            </p:cNvPr>
            <p:cNvSpPr/>
            <p:nvPr/>
          </p:nvSpPr>
          <p:spPr>
            <a:xfrm>
              <a:off x="7579240" y="4297161"/>
              <a:ext cx="207682" cy="178039"/>
            </a:xfrm>
            <a:custGeom>
              <a:avLst/>
              <a:gdLst/>
              <a:ahLst/>
              <a:cxnLst/>
              <a:rect l="l" t="t" r="r" b="b"/>
              <a:pathLst>
                <a:path w="1184" h="1015" extrusionOk="0">
                  <a:moveTo>
                    <a:pt x="505" y="0"/>
                  </a:moveTo>
                  <a:cubicBezTo>
                    <a:pt x="246" y="0"/>
                    <a:pt x="0" y="200"/>
                    <a:pt x="0" y="506"/>
                  </a:cubicBezTo>
                  <a:cubicBezTo>
                    <a:pt x="0" y="782"/>
                    <a:pt x="221" y="1014"/>
                    <a:pt x="509" y="1014"/>
                  </a:cubicBezTo>
                  <a:cubicBezTo>
                    <a:pt x="962" y="1014"/>
                    <a:pt x="1183" y="472"/>
                    <a:pt x="863" y="152"/>
                  </a:cubicBezTo>
                  <a:cubicBezTo>
                    <a:pt x="758" y="47"/>
                    <a:pt x="630" y="0"/>
                    <a:pt x="50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33">
              <a:extLst>
                <a:ext uri="{FF2B5EF4-FFF2-40B4-BE49-F238E27FC236}">
                  <a16:creationId xmlns:a16="http://schemas.microsoft.com/office/drawing/2014/main" id="{F0289C7A-BB8B-3864-0B1E-565D6E8DB9F2}"/>
                </a:ext>
              </a:extLst>
            </p:cNvPr>
            <p:cNvSpPr/>
            <p:nvPr/>
          </p:nvSpPr>
          <p:spPr>
            <a:xfrm>
              <a:off x="6844109" y="4242259"/>
              <a:ext cx="333800" cy="287317"/>
            </a:xfrm>
            <a:custGeom>
              <a:avLst/>
              <a:gdLst/>
              <a:ahLst/>
              <a:cxnLst/>
              <a:rect l="l" t="t" r="r" b="b"/>
              <a:pathLst>
                <a:path w="1903" h="1638" extrusionOk="0">
                  <a:moveTo>
                    <a:pt x="819" y="0"/>
                  </a:moveTo>
                  <a:cubicBezTo>
                    <a:pt x="365" y="0"/>
                    <a:pt x="0" y="365"/>
                    <a:pt x="0" y="819"/>
                  </a:cubicBezTo>
                  <a:cubicBezTo>
                    <a:pt x="0" y="1311"/>
                    <a:pt x="399" y="1638"/>
                    <a:pt x="818" y="1638"/>
                  </a:cubicBezTo>
                  <a:cubicBezTo>
                    <a:pt x="1019" y="1638"/>
                    <a:pt x="1225" y="1562"/>
                    <a:pt x="1394" y="1394"/>
                  </a:cubicBezTo>
                  <a:cubicBezTo>
                    <a:pt x="1902" y="885"/>
                    <a:pt x="1537" y="0"/>
                    <a:pt x="8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33">
              <a:extLst>
                <a:ext uri="{FF2B5EF4-FFF2-40B4-BE49-F238E27FC236}">
                  <a16:creationId xmlns:a16="http://schemas.microsoft.com/office/drawing/2014/main" id="{17FDAD3D-4E82-D2FB-F5B8-5A3BC69EFCD7}"/>
                </a:ext>
              </a:extLst>
            </p:cNvPr>
            <p:cNvSpPr/>
            <p:nvPr/>
          </p:nvSpPr>
          <p:spPr>
            <a:xfrm>
              <a:off x="6898485" y="4297161"/>
              <a:ext cx="207682" cy="178039"/>
            </a:xfrm>
            <a:custGeom>
              <a:avLst/>
              <a:gdLst/>
              <a:ahLst/>
              <a:cxnLst/>
              <a:rect l="l" t="t" r="r" b="b"/>
              <a:pathLst>
                <a:path w="1184" h="1015" extrusionOk="0">
                  <a:moveTo>
                    <a:pt x="505" y="0"/>
                  </a:moveTo>
                  <a:cubicBezTo>
                    <a:pt x="246" y="0"/>
                    <a:pt x="0" y="200"/>
                    <a:pt x="0" y="506"/>
                  </a:cubicBezTo>
                  <a:cubicBezTo>
                    <a:pt x="0" y="782"/>
                    <a:pt x="221" y="1014"/>
                    <a:pt x="509" y="1014"/>
                  </a:cubicBezTo>
                  <a:cubicBezTo>
                    <a:pt x="951" y="1014"/>
                    <a:pt x="1183" y="472"/>
                    <a:pt x="863" y="152"/>
                  </a:cubicBezTo>
                  <a:cubicBezTo>
                    <a:pt x="758" y="47"/>
                    <a:pt x="630" y="0"/>
                    <a:pt x="50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33">
              <a:extLst>
                <a:ext uri="{FF2B5EF4-FFF2-40B4-BE49-F238E27FC236}">
                  <a16:creationId xmlns:a16="http://schemas.microsoft.com/office/drawing/2014/main" id="{28574ABD-A931-79FB-D1F4-98AB5419B9CD}"/>
                </a:ext>
              </a:extLst>
            </p:cNvPr>
            <p:cNvSpPr/>
            <p:nvPr/>
          </p:nvSpPr>
          <p:spPr>
            <a:xfrm>
              <a:off x="6933391" y="4331541"/>
              <a:ext cx="106823" cy="108753"/>
            </a:xfrm>
            <a:custGeom>
              <a:avLst/>
              <a:gdLst/>
              <a:ahLst/>
              <a:cxnLst/>
              <a:rect l="l" t="t" r="r" b="b"/>
              <a:pathLst>
                <a:path w="609" h="620" extrusionOk="0">
                  <a:moveTo>
                    <a:pt x="0" y="0"/>
                  </a:moveTo>
                  <a:lnTo>
                    <a:pt x="0" y="476"/>
                  </a:lnTo>
                  <a:cubicBezTo>
                    <a:pt x="0" y="553"/>
                    <a:pt x="66" y="608"/>
                    <a:pt x="133" y="619"/>
                  </a:cubicBezTo>
                  <a:lnTo>
                    <a:pt x="476" y="619"/>
                  </a:lnTo>
                  <a:cubicBezTo>
                    <a:pt x="553" y="619"/>
                    <a:pt x="608" y="553"/>
                    <a:pt x="608" y="476"/>
                  </a:cubicBezTo>
                  <a:lnTo>
                    <a:pt x="6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33">
              <a:extLst>
                <a:ext uri="{FF2B5EF4-FFF2-40B4-BE49-F238E27FC236}">
                  <a16:creationId xmlns:a16="http://schemas.microsoft.com/office/drawing/2014/main" id="{4D712227-F3EE-C25E-DCB7-937DDC50AB31}"/>
                </a:ext>
              </a:extLst>
            </p:cNvPr>
            <p:cNvSpPr/>
            <p:nvPr/>
          </p:nvSpPr>
          <p:spPr>
            <a:xfrm>
              <a:off x="7614146" y="4331541"/>
              <a:ext cx="106823" cy="108753"/>
            </a:xfrm>
            <a:custGeom>
              <a:avLst/>
              <a:gdLst/>
              <a:ahLst/>
              <a:cxnLst/>
              <a:rect l="l" t="t" r="r" b="b"/>
              <a:pathLst>
                <a:path w="609" h="620" extrusionOk="0">
                  <a:moveTo>
                    <a:pt x="0" y="0"/>
                  </a:moveTo>
                  <a:lnTo>
                    <a:pt x="0" y="476"/>
                  </a:lnTo>
                  <a:cubicBezTo>
                    <a:pt x="0" y="553"/>
                    <a:pt x="67" y="608"/>
                    <a:pt x="133" y="619"/>
                  </a:cubicBezTo>
                  <a:lnTo>
                    <a:pt x="476" y="619"/>
                  </a:lnTo>
                  <a:cubicBezTo>
                    <a:pt x="553" y="619"/>
                    <a:pt x="609" y="553"/>
                    <a:pt x="609" y="476"/>
                  </a:cubicBezTo>
                  <a:lnTo>
                    <a:pt x="6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33">
              <a:extLst>
                <a:ext uri="{FF2B5EF4-FFF2-40B4-BE49-F238E27FC236}">
                  <a16:creationId xmlns:a16="http://schemas.microsoft.com/office/drawing/2014/main" id="{1C5AD7A8-88DF-10B9-D56F-AB76D14C4CB8}"/>
                </a:ext>
              </a:extLst>
            </p:cNvPr>
            <p:cNvSpPr/>
            <p:nvPr/>
          </p:nvSpPr>
          <p:spPr>
            <a:xfrm>
              <a:off x="7641335" y="4360483"/>
              <a:ext cx="52447" cy="50693"/>
            </a:xfrm>
            <a:custGeom>
              <a:avLst/>
              <a:gdLst/>
              <a:ahLst/>
              <a:cxnLst/>
              <a:rect l="l" t="t" r="r" b="b"/>
              <a:pathLst>
                <a:path w="299" h="289" extrusionOk="0">
                  <a:moveTo>
                    <a:pt x="0" y="1"/>
                  </a:moveTo>
                  <a:lnTo>
                    <a:pt x="0" y="288"/>
                  </a:lnTo>
                  <a:lnTo>
                    <a:pt x="299" y="288"/>
                  </a:lnTo>
                  <a:lnTo>
                    <a:pt x="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33">
              <a:extLst>
                <a:ext uri="{FF2B5EF4-FFF2-40B4-BE49-F238E27FC236}">
                  <a16:creationId xmlns:a16="http://schemas.microsoft.com/office/drawing/2014/main" id="{6F56B8BF-D0EC-C5EB-A2FE-19D37C4580E5}"/>
                </a:ext>
              </a:extLst>
            </p:cNvPr>
            <p:cNvSpPr/>
            <p:nvPr/>
          </p:nvSpPr>
          <p:spPr>
            <a:xfrm>
              <a:off x="6962508" y="4360483"/>
              <a:ext cx="50517" cy="50693"/>
            </a:xfrm>
            <a:custGeom>
              <a:avLst/>
              <a:gdLst/>
              <a:ahLst/>
              <a:cxnLst/>
              <a:rect l="l" t="t" r="r" b="b"/>
              <a:pathLst>
                <a:path w="288" h="289" extrusionOk="0">
                  <a:moveTo>
                    <a:pt x="0" y="1"/>
                  </a:moveTo>
                  <a:lnTo>
                    <a:pt x="0" y="288"/>
                  </a:lnTo>
                  <a:lnTo>
                    <a:pt x="287" y="288"/>
                  </a:lnTo>
                  <a:lnTo>
                    <a:pt x="28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33">
              <a:extLst>
                <a:ext uri="{FF2B5EF4-FFF2-40B4-BE49-F238E27FC236}">
                  <a16:creationId xmlns:a16="http://schemas.microsoft.com/office/drawing/2014/main" id="{A7219FC2-41A6-EB6B-FB82-B93D38F668D5}"/>
                </a:ext>
              </a:extLst>
            </p:cNvPr>
            <p:cNvSpPr/>
            <p:nvPr/>
          </p:nvSpPr>
          <p:spPr>
            <a:xfrm>
              <a:off x="6933391" y="4308212"/>
              <a:ext cx="151377" cy="25434"/>
            </a:xfrm>
            <a:custGeom>
              <a:avLst/>
              <a:gdLst/>
              <a:ahLst/>
              <a:cxnLst/>
              <a:rect l="l" t="t" r="r" b="b"/>
              <a:pathLst>
                <a:path w="863" h="145" extrusionOk="0">
                  <a:moveTo>
                    <a:pt x="277" y="0"/>
                  </a:moveTo>
                  <a:lnTo>
                    <a:pt x="0" y="144"/>
                  </a:lnTo>
                  <a:lnTo>
                    <a:pt x="863" y="144"/>
                  </a:lnTo>
                  <a:lnTo>
                    <a:pt x="863" y="11"/>
                  </a:lnTo>
                  <a:cubicBezTo>
                    <a:pt x="863" y="11"/>
                    <a:pt x="863" y="0"/>
                    <a:pt x="86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33">
              <a:extLst>
                <a:ext uri="{FF2B5EF4-FFF2-40B4-BE49-F238E27FC236}">
                  <a16:creationId xmlns:a16="http://schemas.microsoft.com/office/drawing/2014/main" id="{184B6016-6A39-33C4-6CA4-47E497CFAACD}"/>
                </a:ext>
              </a:extLst>
            </p:cNvPr>
            <p:cNvSpPr/>
            <p:nvPr/>
          </p:nvSpPr>
          <p:spPr>
            <a:xfrm>
              <a:off x="7575381" y="4308212"/>
              <a:ext cx="145588" cy="25434"/>
            </a:xfrm>
            <a:custGeom>
              <a:avLst/>
              <a:gdLst/>
              <a:ahLst/>
              <a:cxnLst/>
              <a:rect l="l" t="t" r="r" b="b"/>
              <a:pathLst>
                <a:path w="830" h="145" extrusionOk="0">
                  <a:moveTo>
                    <a:pt x="0" y="0"/>
                  </a:moveTo>
                  <a:cubicBezTo>
                    <a:pt x="11" y="56"/>
                    <a:pt x="11" y="100"/>
                    <a:pt x="0" y="144"/>
                  </a:cubicBezTo>
                  <a:lnTo>
                    <a:pt x="830" y="144"/>
                  </a:lnTo>
                  <a:lnTo>
                    <a:pt x="55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33">
              <a:extLst>
                <a:ext uri="{FF2B5EF4-FFF2-40B4-BE49-F238E27FC236}">
                  <a16:creationId xmlns:a16="http://schemas.microsoft.com/office/drawing/2014/main" id="{090FEB98-E6B0-1D87-C0EB-801C2EEEDDBB}"/>
                </a:ext>
              </a:extLst>
            </p:cNvPr>
            <p:cNvSpPr/>
            <p:nvPr/>
          </p:nvSpPr>
          <p:spPr>
            <a:xfrm>
              <a:off x="6506625" y="4075447"/>
              <a:ext cx="3047179" cy="345377"/>
            </a:xfrm>
            <a:custGeom>
              <a:avLst/>
              <a:gdLst/>
              <a:ahLst/>
              <a:cxnLst/>
              <a:rect l="l" t="t" r="r" b="b"/>
              <a:pathLst>
                <a:path w="17372" h="1969" extrusionOk="0">
                  <a:moveTo>
                    <a:pt x="17129" y="244"/>
                  </a:moveTo>
                  <a:lnTo>
                    <a:pt x="17129" y="531"/>
                  </a:lnTo>
                  <a:lnTo>
                    <a:pt x="16310" y="531"/>
                  </a:lnTo>
                  <a:lnTo>
                    <a:pt x="16310" y="244"/>
                  </a:lnTo>
                  <a:close/>
                  <a:moveTo>
                    <a:pt x="1051" y="277"/>
                  </a:moveTo>
                  <a:lnTo>
                    <a:pt x="1051" y="553"/>
                  </a:lnTo>
                  <a:lnTo>
                    <a:pt x="233" y="553"/>
                  </a:lnTo>
                  <a:lnTo>
                    <a:pt x="233" y="277"/>
                  </a:lnTo>
                  <a:close/>
                  <a:moveTo>
                    <a:pt x="17129" y="852"/>
                  </a:moveTo>
                  <a:lnTo>
                    <a:pt x="17129" y="1128"/>
                  </a:lnTo>
                  <a:lnTo>
                    <a:pt x="16310" y="1128"/>
                  </a:lnTo>
                  <a:lnTo>
                    <a:pt x="16310" y="852"/>
                  </a:lnTo>
                  <a:close/>
                  <a:moveTo>
                    <a:pt x="1051" y="885"/>
                  </a:moveTo>
                  <a:lnTo>
                    <a:pt x="1051" y="1161"/>
                  </a:lnTo>
                  <a:lnTo>
                    <a:pt x="233" y="1161"/>
                  </a:lnTo>
                  <a:lnTo>
                    <a:pt x="233" y="885"/>
                  </a:lnTo>
                  <a:close/>
                  <a:moveTo>
                    <a:pt x="17129" y="1460"/>
                  </a:moveTo>
                  <a:lnTo>
                    <a:pt x="17129" y="1736"/>
                  </a:lnTo>
                  <a:lnTo>
                    <a:pt x="16310" y="1736"/>
                  </a:lnTo>
                  <a:lnTo>
                    <a:pt x="16310" y="1460"/>
                  </a:lnTo>
                  <a:close/>
                  <a:moveTo>
                    <a:pt x="1051" y="1493"/>
                  </a:moveTo>
                  <a:lnTo>
                    <a:pt x="1051" y="1770"/>
                  </a:lnTo>
                  <a:lnTo>
                    <a:pt x="233" y="1770"/>
                  </a:lnTo>
                  <a:lnTo>
                    <a:pt x="233" y="1493"/>
                  </a:lnTo>
                  <a:close/>
                  <a:moveTo>
                    <a:pt x="0" y="0"/>
                  </a:moveTo>
                  <a:lnTo>
                    <a:pt x="0" y="1969"/>
                  </a:lnTo>
                  <a:lnTo>
                    <a:pt x="1283" y="1969"/>
                  </a:lnTo>
                  <a:lnTo>
                    <a:pt x="1283" y="487"/>
                  </a:lnTo>
                  <a:lnTo>
                    <a:pt x="16089" y="487"/>
                  </a:lnTo>
                  <a:lnTo>
                    <a:pt x="16089" y="1969"/>
                  </a:lnTo>
                  <a:lnTo>
                    <a:pt x="17372" y="1969"/>
                  </a:lnTo>
                  <a:lnTo>
                    <a:pt x="1737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33">
              <a:extLst>
                <a:ext uri="{FF2B5EF4-FFF2-40B4-BE49-F238E27FC236}">
                  <a16:creationId xmlns:a16="http://schemas.microsoft.com/office/drawing/2014/main" id="{7E4C1163-9C2F-0F4B-A51F-802E4F4B2F5E}"/>
                </a:ext>
              </a:extLst>
            </p:cNvPr>
            <p:cNvSpPr/>
            <p:nvPr/>
          </p:nvSpPr>
          <p:spPr>
            <a:xfrm>
              <a:off x="7065297" y="4242259"/>
              <a:ext cx="523767" cy="192247"/>
            </a:xfrm>
            <a:custGeom>
              <a:avLst/>
              <a:gdLst/>
              <a:ahLst/>
              <a:cxnLst/>
              <a:rect l="l" t="t" r="r" b="b"/>
              <a:pathLst>
                <a:path w="2986" h="1096" extrusionOk="0">
                  <a:moveTo>
                    <a:pt x="0" y="0"/>
                  </a:moveTo>
                  <a:cubicBezTo>
                    <a:pt x="254" y="144"/>
                    <a:pt x="431" y="398"/>
                    <a:pt x="476" y="686"/>
                  </a:cubicBezTo>
                  <a:lnTo>
                    <a:pt x="553" y="686"/>
                  </a:lnTo>
                  <a:lnTo>
                    <a:pt x="553" y="752"/>
                  </a:lnTo>
                  <a:cubicBezTo>
                    <a:pt x="553" y="940"/>
                    <a:pt x="708" y="1095"/>
                    <a:pt x="896" y="1095"/>
                  </a:cubicBezTo>
                  <a:lnTo>
                    <a:pt x="2101" y="1095"/>
                  </a:lnTo>
                  <a:cubicBezTo>
                    <a:pt x="2289" y="1095"/>
                    <a:pt x="2433" y="940"/>
                    <a:pt x="2433" y="752"/>
                  </a:cubicBezTo>
                  <a:lnTo>
                    <a:pt x="2433" y="675"/>
                  </a:lnTo>
                  <a:lnTo>
                    <a:pt x="2510" y="675"/>
                  </a:lnTo>
                  <a:cubicBezTo>
                    <a:pt x="2554" y="387"/>
                    <a:pt x="2731" y="144"/>
                    <a:pt x="298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33">
              <a:extLst>
                <a:ext uri="{FF2B5EF4-FFF2-40B4-BE49-F238E27FC236}">
                  <a16:creationId xmlns:a16="http://schemas.microsoft.com/office/drawing/2014/main" id="{95E5062D-3E01-B11B-B35A-6A13983F8512}"/>
                </a:ext>
              </a:extLst>
            </p:cNvPr>
            <p:cNvSpPr/>
            <p:nvPr/>
          </p:nvSpPr>
          <p:spPr>
            <a:xfrm>
              <a:off x="7294028" y="4271376"/>
              <a:ext cx="66129" cy="33152"/>
            </a:xfrm>
            <a:custGeom>
              <a:avLst/>
              <a:gdLst/>
              <a:ahLst/>
              <a:cxnLst/>
              <a:rect l="l" t="t" r="r" b="b"/>
              <a:pathLst>
                <a:path w="377" h="189" extrusionOk="0">
                  <a:moveTo>
                    <a:pt x="1" y="0"/>
                  </a:moveTo>
                  <a:lnTo>
                    <a:pt x="1" y="188"/>
                  </a:lnTo>
                  <a:lnTo>
                    <a:pt x="377" y="188"/>
                  </a:lnTo>
                  <a:lnTo>
                    <a:pt x="37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33">
              <a:extLst>
                <a:ext uri="{FF2B5EF4-FFF2-40B4-BE49-F238E27FC236}">
                  <a16:creationId xmlns:a16="http://schemas.microsoft.com/office/drawing/2014/main" id="{62331627-A981-CA10-BCC5-3ABDFEC9B1B0}"/>
                </a:ext>
              </a:extLst>
            </p:cNvPr>
            <p:cNvSpPr/>
            <p:nvPr/>
          </p:nvSpPr>
          <p:spPr>
            <a:xfrm>
              <a:off x="7410499" y="4271376"/>
              <a:ext cx="68058" cy="33152"/>
            </a:xfrm>
            <a:custGeom>
              <a:avLst/>
              <a:gdLst/>
              <a:ahLst/>
              <a:cxnLst/>
              <a:rect l="l" t="t" r="r" b="b"/>
              <a:pathLst>
                <a:path w="388" h="189" extrusionOk="0">
                  <a:moveTo>
                    <a:pt x="0" y="0"/>
                  </a:moveTo>
                  <a:lnTo>
                    <a:pt x="0" y="188"/>
                  </a:lnTo>
                  <a:lnTo>
                    <a:pt x="387" y="188"/>
                  </a:lnTo>
                  <a:lnTo>
                    <a:pt x="38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33">
              <a:extLst>
                <a:ext uri="{FF2B5EF4-FFF2-40B4-BE49-F238E27FC236}">
                  <a16:creationId xmlns:a16="http://schemas.microsoft.com/office/drawing/2014/main" id="{5DCE9F2F-3D85-B4A9-7780-F8BD922BC607}"/>
                </a:ext>
              </a:extLst>
            </p:cNvPr>
            <p:cNvSpPr/>
            <p:nvPr/>
          </p:nvSpPr>
          <p:spPr>
            <a:xfrm>
              <a:off x="7222287" y="4362412"/>
              <a:ext cx="209612" cy="44904"/>
            </a:xfrm>
            <a:custGeom>
              <a:avLst/>
              <a:gdLst/>
              <a:ahLst/>
              <a:cxnLst/>
              <a:rect l="l" t="t" r="r" b="b"/>
              <a:pathLst>
                <a:path w="1195" h="256" extrusionOk="0">
                  <a:moveTo>
                    <a:pt x="1" y="1"/>
                  </a:moveTo>
                  <a:lnTo>
                    <a:pt x="233" y="255"/>
                  </a:lnTo>
                  <a:lnTo>
                    <a:pt x="974" y="255"/>
                  </a:lnTo>
                  <a:lnTo>
                    <a:pt x="11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33">
              <a:extLst>
                <a:ext uri="{FF2B5EF4-FFF2-40B4-BE49-F238E27FC236}">
                  <a16:creationId xmlns:a16="http://schemas.microsoft.com/office/drawing/2014/main" id="{93185A44-98FB-4DE6-C732-024E432F1248}"/>
                </a:ext>
              </a:extLst>
            </p:cNvPr>
            <p:cNvSpPr/>
            <p:nvPr/>
          </p:nvSpPr>
          <p:spPr>
            <a:xfrm>
              <a:off x="7175804" y="4271376"/>
              <a:ext cx="68058" cy="33152"/>
            </a:xfrm>
            <a:custGeom>
              <a:avLst/>
              <a:gdLst/>
              <a:ahLst/>
              <a:cxnLst/>
              <a:rect l="l" t="t" r="r" b="b"/>
              <a:pathLst>
                <a:path w="388" h="189" extrusionOk="0">
                  <a:moveTo>
                    <a:pt x="0" y="0"/>
                  </a:moveTo>
                  <a:lnTo>
                    <a:pt x="0" y="188"/>
                  </a:lnTo>
                  <a:lnTo>
                    <a:pt x="387" y="188"/>
                  </a:lnTo>
                  <a:lnTo>
                    <a:pt x="38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33">
              <a:extLst>
                <a:ext uri="{FF2B5EF4-FFF2-40B4-BE49-F238E27FC236}">
                  <a16:creationId xmlns:a16="http://schemas.microsoft.com/office/drawing/2014/main" id="{C16C552E-D515-3DFA-3652-6C1790153363}"/>
                </a:ext>
              </a:extLst>
            </p:cNvPr>
            <p:cNvSpPr/>
            <p:nvPr/>
          </p:nvSpPr>
          <p:spPr>
            <a:xfrm>
              <a:off x="8735174" y="4185953"/>
              <a:ext cx="147518" cy="38940"/>
            </a:xfrm>
            <a:custGeom>
              <a:avLst/>
              <a:gdLst/>
              <a:ahLst/>
              <a:cxnLst/>
              <a:rect l="l" t="t" r="r" b="b"/>
              <a:pathLst>
                <a:path w="841" h="222" extrusionOk="0">
                  <a:moveTo>
                    <a:pt x="122" y="1"/>
                  </a:moveTo>
                  <a:cubicBezTo>
                    <a:pt x="56" y="1"/>
                    <a:pt x="12" y="45"/>
                    <a:pt x="12" y="111"/>
                  </a:cubicBezTo>
                  <a:lnTo>
                    <a:pt x="1" y="111"/>
                  </a:lnTo>
                  <a:cubicBezTo>
                    <a:pt x="1" y="167"/>
                    <a:pt x="56" y="211"/>
                    <a:pt x="111" y="222"/>
                  </a:cubicBezTo>
                  <a:lnTo>
                    <a:pt x="741" y="222"/>
                  </a:lnTo>
                  <a:cubicBezTo>
                    <a:pt x="797" y="211"/>
                    <a:pt x="841" y="167"/>
                    <a:pt x="841" y="111"/>
                  </a:cubicBezTo>
                  <a:cubicBezTo>
                    <a:pt x="841" y="45"/>
                    <a:pt x="797" y="1"/>
                    <a:pt x="74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33">
              <a:extLst>
                <a:ext uri="{FF2B5EF4-FFF2-40B4-BE49-F238E27FC236}">
                  <a16:creationId xmlns:a16="http://schemas.microsoft.com/office/drawing/2014/main" id="{2651DD1C-1AF9-FBBC-94E3-064083535399}"/>
                </a:ext>
              </a:extLst>
            </p:cNvPr>
            <p:cNvSpPr/>
            <p:nvPr/>
          </p:nvSpPr>
          <p:spPr>
            <a:xfrm>
              <a:off x="8640104" y="4172447"/>
              <a:ext cx="81740" cy="58411"/>
            </a:xfrm>
            <a:custGeom>
              <a:avLst/>
              <a:gdLst/>
              <a:ahLst/>
              <a:cxnLst/>
              <a:rect l="l" t="t" r="r" b="b"/>
              <a:pathLst>
                <a:path w="466" h="333" extrusionOk="0">
                  <a:moveTo>
                    <a:pt x="1" y="0"/>
                  </a:moveTo>
                  <a:lnTo>
                    <a:pt x="1" y="332"/>
                  </a:lnTo>
                  <a:lnTo>
                    <a:pt x="465" y="332"/>
                  </a:lnTo>
                  <a:lnTo>
                    <a:pt x="46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33">
              <a:extLst>
                <a:ext uri="{FF2B5EF4-FFF2-40B4-BE49-F238E27FC236}">
                  <a16:creationId xmlns:a16="http://schemas.microsoft.com/office/drawing/2014/main" id="{0CA0C153-FD34-1A3F-1F14-6761F26E417E}"/>
                </a:ext>
              </a:extLst>
            </p:cNvPr>
            <p:cNvSpPr/>
            <p:nvPr/>
          </p:nvSpPr>
          <p:spPr>
            <a:xfrm>
              <a:off x="8952504" y="4240329"/>
              <a:ext cx="335730" cy="286090"/>
            </a:xfrm>
            <a:custGeom>
              <a:avLst/>
              <a:gdLst/>
              <a:ahLst/>
              <a:cxnLst/>
              <a:rect l="l" t="t" r="r" b="b"/>
              <a:pathLst>
                <a:path w="1914" h="1631" extrusionOk="0">
                  <a:moveTo>
                    <a:pt x="818" y="0"/>
                  </a:moveTo>
                  <a:cubicBezTo>
                    <a:pt x="365" y="0"/>
                    <a:pt x="0" y="365"/>
                    <a:pt x="0" y="819"/>
                  </a:cubicBezTo>
                  <a:cubicBezTo>
                    <a:pt x="0" y="1306"/>
                    <a:pt x="407" y="1631"/>
                    <a:pt x="827" y="1631"/>
                  </a:cubicBezTo>
                  <a:cubicBezTo>
                    <a:pt x="1027" y="1631"/>
                    <a:pt x="1230" y="1557"/>
                    <a:pt x="1393" y="1394"/>
                  </a:cubicBezTo>
                  <a:cubicBezTo>
                    <a:pt x="1913" y="874"/>
                    <a:pt x="1548" y="0"/>
                    <a:pt x="81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33">
              <a:extLst>
                <a:ext uri="{FF2B5EF4-FFF2-40B4-BE49-F238E27FC236}">
                  <a16:creationId xmlns:a16="http://schemas.microsoft.com/office/drawing/2014/main" id="{6C09F87A-478C-7547-E063-83DB1A63A590}"/>
                </a:ext>
              </a:extLst>
            </p:cNvPr>
            <p:cNvSpPr/>
            <p:nvPr/>
          </p:nvSpPr>
          <p:spPr>
            <a:xfrm>
              <a:off x="9006705" y="4293653"/>
              <a:ext cx="207682" cy="177688"/>
            </a:xfrm>
            <a:custGeom>
              <a:avLst/>
              <a:gdLst/>
              <a:ahLst/>
              <a:cxnLst/>
              <a:rect l="l" t="t" r="r" b="b"/>
              <a:pathLst>
                <a:path w="1184" h="1013" extrusionOk="0">
                  <a:moveTo>
                    <a:pt x="516" y="1"/>
                  </a:moveTo>
                  <a:cubicBezTo>
                    <a:pt x="256" y="1"/>
                    <a:pt x="1" y="207"/>
                    <a:pt x="1" y="515"/>
                  </a:cubicBezTo>
                  <a:cubicBezTo>
                    <a:pt x="1" y="791"/>
                    <a:pt x="233" y="1012"/>
                    <a:pt x="509" y="1012"/>
                  </a:cubicBezTo>
                  <a:cubicBezTo>
                    <a:pt x="963" y="1012"/>
                    <a:pt x="1184" y="470"/>
                    <a:pt x="863" y="150"/>
                  </a:cubicBezTo>
                  <a:cubicBezTo>
                    <a:pt x="764" y="47"/>
                    <a:pt x="639" y="1"/>
                    <a:pt x="51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33">
              <a:extLst>
                <a:ext uri="{FF2B5EF4-FFF2-40B4-BE49-F238E27FC236}">
                  <a16:creationId xmlns:a16="http://schemas.microsoft.com/office/drawing/2014/main" id="{4598F0D8-C235-AF38-0075-4561613492D0}"/>
                </a:ext>
              </a:extLst>
            </p:cNvPr>
            <p:cNvSpPr/>
            <p:nvPr/>
          </p:nvSpPr>
          <p:spPr>
            <a:xfrm>
              <a:off x="8271573" y="4240329"/>
              <a:ext cx="335730" cy="286090"/>
            </a:xfrm>
            <a:custGeom>
              <a:avLst/>
              <a:gdLst/>
              <a:ahLst/>
              <a:cxnLst/>
              <a:rect l="l" t="t" r="r" b="b"/>
              <a:pathLst>
                <a:path w="1914" h="1631" extrusionOk="0">
                  <a:moveTo>
                    <a:pt x="819" y="0"/>
                  </a:moveTo>
                  <a:cubicBezTo>
                    <a:pt x="366" y="0"/>
                    <a:pt x="1" y="365"/>
                    <a:pt x="1" y="819"/>
                  </a:cubicBezTo>
                  <a:cubicBezTo>
                    <a:pt x="1" y="1306"/>
                    <a:pt x="408" y="1631"/>
                    <a:pt x="828" y="1631"/>
                  </a:cubicBezTo>
                  <a:cubicBezTo>
                    <a:pt x="1028" y="1631"/>
                    <a:pt x="1230" y="1557"/>
                    <a:pt x="1394" y="1394"/>
                  </a:cubicBezTo>
                  <a:cubicBezTo>
                    <a:pt x="1914" y="874"/>
                    <a:pt x="1549" y="0"/>
                    <a:pt x="8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33">
              <a:extLst>
                <a:ext uri="{FF2B5EF4-FFF2-40B4-BE49-F238E27FC236}">
                  <a16:creationId xmlns:a16="http://schemas.microsoft.com/office/drawing/2014/main" id="{15C7EF7D-4D45-5C67-0F34-B1F1ECEB26FD}"/>
                </a:ext>
              </a:extLst>
            </p:cNvPr>
            <p:cNvSpPr/>
            <p:nvPr/>
          </p:nvSpPr>
          <p:spPr>
            <a:xfrm>
              <a:off x="8325949" y="4293653"/>
              <a:ext cx="207682" cy="177688"/>
            </a:xfrm>
            <a:custGeom>
              <a:avLst/>
              <a:gdLst/>
              <a:ahLst/>
              <a:cxnLst/>
              <a:rect l="l" t="t" r="r" b="b"/>
              <a:pathLst>
                <a:path w="1184" h="1013" extrusionOk="0">
                  <a:moveTo>
                    <a:pt x="520" y="1"/>
                  </a:moveTo>
                  <a:cubicBezTo>
                    <a:pt x="255" y="1"/>
                    <a:pt x="0" y="207"/>
                    <a:pt x="0" y="515"/>
                  </a:cubicBezTo>
                  <a:cubicBezTo>
                    <a:pt x="0" y="791"/>
                    <a:pt x="233" y="1012"/>
                    <a:pt x="509" y="1012"/>
                  </a:cubicBezTo>
                  <a:cubicBezTo>
                    <a:pt x="962" y="1012"/>
                    <a:pt x="1184" y="470"/>
                    <a:pt x="874" y="150"/>
                  </a:cubicBezTo>
                  <a:cubicBezTo>
                    <a:pt x="771" y="47"/>
                    <a:pt x="644" y="1"/>
                    <a:pt x="52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33">
              <a:extLst>
                <a:ext uri="{FF2B5EF4-FFF2-40B4-BE49-F238E27FC236}">
                  <a16:creationId xmlns:a16="http://schemas.microsoft.com/office/drawing/2014/main" id="{4F816E68-D612-2FB4-DA82-D490BD82186A}"/>
                </a:ext>
              </a:extLst>
            </p:cNvPr>
            <p:cNvSpPr/>
            <p:nvPr/>
          </p:nvSpPr>
          <p:spPr>
            <a:xfrm>
              <a:off x="8362785" y="4329436"/>
              <a:ext cx="106823" cy="106999"/>
            </a:xfrm>
            <a:custGeom>
              <a:avLst/>
              <a:gdLst/>
              <a:ahLst/>
              <a:cxnLst/>
              <a:rect l="l" t="t" r="r" b="b"/>
              <a:pathLst>
                <a:path w="609" h="610" extrusionOk="0">
                  <a:moveTo>
                    <a:pt x="1" y="1"/>
                  </a:moveTo>
                  <a:lnTo>
                    <a:pt x="1" y="476"/>
                  </a:lnTo>
                  <a:cubicBezTo>
                    <a:pt x="1" y="543"/>
                    <a:pt x="56" y="609"/>
                    <a:pt x="133" y="609"/>
                  </a:cubicBezTo>
                  <a:lnTo>
                    <a:pt x="465" y="609"/>
                  </a:lnTo>
                  <a:cubicBezTo>
                    <a:pt x="542" y="609"/>
                    <a:pt x="609" y="554"/>
                    <a:pt x="609" y="476"/>
                  </a:cubicBezTo>
                  <a:lnTo>
                    <a:pt x="60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33">
              <a:extLst>
                <a:ext uri="{FF2B5EF4-FFF2-40B4-BE49-F238E27FC236}">
                  <a16:creationId xmlns:a16="http://schemas.microsoft.com/office/drawing/2014/main" id="{A91E28DC-4087-5E22-2474-5A093ABAFCCB}"/>
                </a:ext>
              </a:extLst>
            </p:cNvPr>
            <p:cNvSpPr/>
            <p:nvPr/>
          </p:nvSpPr>
          <p:spPr>
            <a:xfrm>
              <a:off x="9043540" y="4329436"/>
              <a:ext cx="106823" cy="106999"/>
            </a:xfrm>
            <a:custGeom>
              <a:avLst/>
              <a:gdLst/>
              <a:ahLst/>
              <a:cxnLst/>
              <a:rect l="l" t="t" r="r" b="b"/>
              <a:pathLst>
                <a:path w="609" h="610" extrusionOk="0">
                  <a:moveTo>
                    <a:pt x="1" y="1"/>
                  </a:moveTo>
                  <a:lnTo>
                    <a:pt x="1" y="476"/>
                  </a:lnTo>
                  <a:cubicBezTo>
                    <a:pt x="1" y="543"/>
                    <a:pt x="56" y="609"/>
                    <a:pt x="133" y="609"/>
                  </a:cubicBezTo>
                  <a:lnTo>
                    <a:pt x="465" y="609"/>
                  </a:lnTo>
                  <a:cubicBezTo>
                    <a:pt x="543" y="609"/>
                    <a:pt x="609" y="554"/>
                    <a:pt x="609" y="476"/>
                  </a:cubicBezTo>
                  <a:lnTo>
                    <a:pt x="60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33">
              <a:extLst>
                <a:ext uri="{FF2B5EF4-FFF2-40B4-BE49-F238E27FC236}">
                  <a16:creationId xmlns:a16="http://schemas.microsoft.com/office/drawing/2014/main" id="{C87B1D82-10FE-5AE4-399D-912C2225604F}"/>
                </a:ext>
              </a:extLst>
            </p:cNvPr>
            <p:cNvSpPr/>
            <p:nvPr/>
          </p:nvSpPr>
          <p:spPr>
            <a:xfrm>
              <a:off x="9070728" y="4356624"/>
              <a:ext cx="50693" cy="52622"/>
            </a:xfrm>
            <a:custGeom>
              <a:avLst/>
              <a:gdLst/>
              <a:ahLst/>
              <a:cxnLst/>
              <a:rect l="l" t="t" r="r" b="b"/>
              <a:pathLst>
                <a:path w="289" h="300" extrusionOk="0">
                  <a:moveTo>
                    <a:pt x="1" y="1"/>
                  </a:moveTo>
                  <a:lnTo>
                    <a:pt x="1" y="299"/>
                  </a:lnTo>
                  <a:lnTo>
                    <a:pt x="288" y="299"/>
                  </a:lnTo>
                  <a:lnTo>
                    <a:pt x="28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33">
              <a:extLst>
                <a:ext uri="{FF2B5EF4-FFF2-40B4-BE49-F238E27FC236}">
                  <a16:creationId xmlns:a16="http://schemas.microsoft.com/office/drawing/2014/main" id="{114F5B6D-A4A8-21C0-EC68-F4479F9CDA0F}"/>
                </a:ext>
              </a:extLst>
            </p:cNvPr>
            <p:cNvSpPr/>
            <p:nvPr/>
          </p:nvSpPr>
          <p:spPr>
            <a:xfrm>
              <a:off x="8389973" y="4356624"/>
              <a:ext cx="50517" cy="52622"/>
            </a:xfrm>
            <a:custGeom>
              <a:avLst/>
              <a:gdLst/>
              <a:ahLst/>
              <a:cxnLst/>
              <a:rect l="l" t="t" r="r" b="b"/>
              <a:pathLst>
                <a:path w="288" h="300" extrusionOk="0">
                  <a:moveTo>
                    <a:pt x="0" y="1"/>
                  </a:moveTo>
                  <a:lnTo>
                    <a:pt x="0" y="299"/>
                  </a:lnTo>
                  <a:lnTo>
                    <a:pt x="288" y="299"/>
                  </a:lnTo>
                  <a:lnTo>
                    <a:pt x="28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33">
              <a:extLst>
                <a:ext uri="{FF2B5EF4-FFF2-40B4-BE49-F238E27FC236}">
                  <a16:creationId xmlns:a16="http://schemas.microsoft.com/office/drawing/2014/main" id="{C91C2B22-F974-230B-527F-1572F397C873}"/>
                </a:ext>
              </a:extLst>
            </p:cNvPr>
            <p:cNvSpPr/>
            <p:nvPr/>
          </p:nvSpPr>
          <p:spPr>
            <a:xfrm>
              <a:off x="8362785" y="4306282"/>
              <a:ext cx="151552" cy="23329"/>
            </a:xfrm>
            <a:custGeom>
              <a:avLst/>
              <a:gdLst/>
              <a:ahLst/>
              <a:cxnLst/>
              <a:rect l="l" t="t" r="r" b="b"/>
              <a:pathLst>
                <a:path w="864" h="133" extrusionOk="0">
                  <a:moveTo>
                    <a:pt x="277" y="0"/>
                  </a:moveTo>
                  <a:lnTo>
                    <a:pt x="1" y="133"/>
                  </a:lnTo>
                  <a:lnTo>
                    <a:pt x="852" y="133"/>
                  </a:lnTo>
                  <a:lnTo>
                    <a:pt x="852" y="11"/>
                  </a:lnTo>
                  <a:cubicBezTo>
                    <a:pt x="852" y="0"/>
                    <a:pt x="852" y="0"/>
                    <a:pt x="86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33">
              <a:extLst>
                <a:ext uri="{FF2B5EF4-FFF2-40B4-BE49-F238E27FC236}">
                  <a16:creationId xmlns:a16="http://schemas.microsoft.com/office/drawing/2014/main" id="{52858FE3-50C6-F822-0BC5-34A83ED8A051}"/>
                </a:ext>
              </a:extLst>
            </p:cNvPr>
            <p:cNvSpPr/>
            <p:nvPr/>
          </p:nvSpPr>
          <p:spPr>
            <a:xfrm>
              <a:off x="9004775" y="4306282"/>
              <a:ext cx="145588" cy="23329"/>
            </a:xfrm>
            <a:custGeom>
              <a:avLst/>
              <a:gdLst/>
              <a:ahLst/>
              <a:cxnLst/>
              <a:rect l="l" t="t" r="r" b="b"/>
              <a:pathLst>
                <a:path w="830" h="133" extrusionOk="0">
                  <a:moveTo>
                    <a:pt x="1" y="0"/>
                  </a:moveTo>
                  <a:cubicBezTo>
                    <a:pt x="1" y="45"/>
                    <a:pt x="1" y="89"/>
                    <a:pt x="1" y="133"/>
                  </a:cubicBezTo>
                  <a:lnTo>
                    <a:pt x="830" y="133"/>
                  </a:lnTo>
                  <a:lnTo>
                    <a:pt x="55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33">
              <a:extLst>
                <a:ext uri="{FF2B5EF4-FFF2-40B4-BE49-F238E27FC236}">
                  <a16:creationId xmlns:a16="http://schemas.microsoft.com/office/drawing/2014/main" id="{A7B8C35B-2C10-BFF3-4E9B-AA746A2AD80D}"/>
                </a:ext>
              </a:extLst>
            </p:cNvPr>
            <p:cNvSpPr/>
            <p:nvPr/>
          </p:nvSpPr>
          <p:spPr>
            <a:xfrm>
              <a:off x="8492761" y="4240329"/>
              <a:ext cx="525872" cy="190142"/>
            </a:xfrm>
            <a:custGeom>
              <a:avLst/>
              <a:gdLst/>
              <a:ahLst/>
              <a:cxnLst/>
              <a:rect l="l" t="t" r="r" b="b"/>
              <a:pathLst>
                <a:path w="2998" h="1084" extrusionOk="0">
                  <a:moveTo>
                    <a:pt x="0" y="0"/>
                  </a:moveTo>
                  <a:cubicBezTo>
                    <a:pt x="255" y="133"/>
                    <a:pt x="432" y="387"/>
                    <a:pt x="476" y="675"/>
                  </a:cubicBezTo>
                  <a:lnTo>
                    <a:pt x="564" y="675"/>
                  </a:lnTo>
                  <a:lnTo>
                    <a:pt x="564" y="752"/>
                  </a:lnTo>
                  <a:cubicBezTo>
                    <a:pt x="564" y="940"/>
                    <a:pt x="708" y="1084"/>
                    <a:pt x="896" y="1084"/>
                  </a:cubicBezTo>
                  <a:lnTo>
                    <a:pt x="2112" y="1084"/>
                  </a:lnTo>
                  <a:cubicBezTo>
                    <a:pt x="2289" y="1084"/>
                    <a:pt x="2444" y="940"/>
                    <a:pt x="2444" y="752"/>
                  </a:cubicBezTo>
                  <a:lnTo>
                    <a:pt x="2444" y="675"/>
                  </a:lnTo>
                  <a:lnTo>
                    <a:pt x="2522" y="675"/>
                  </a:lnTo>
                  <a:cubicBezTo>
                    <a:pt x="2566" y="387"/>
                    <a:pt x="2743" y="133"/>
                    <a:pt x="299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33">
              <a:extLst>
                <a:ext uri="{FF2B5EF4-FFF2-40B4-BE49-F238E27FC236}">
                  <a16:creationId xmlns:a16="http://schemas.microsoft.com/office/drawing/2014/main" id="{D81A4DC6-9FDC-B187-2B88-C31EC325C84D}"/>
                </a:ext>
              </a:extLst>
            </p:cNvPr>
            <p:cNvSpPr/>
            <p:nvPr/>
          </p:nvSpPr>
          <p:spPr>
            <a:xfrm>
              <a:off x="8721668" y="4267517"/>
              <a:ext cx="68058" cy="33152"/>
            </a:xfrm>
            <a:custGeom>
              <a:avLst/>
              <a:gdLst/>
              <a:ahLst/>
              <a:cxnLst/>
              <a:rect l="l" t="t" r="r" b="b"/>
              <a:pathLst>
                <a:path w="388" h="189" extrusionOk="0">
                  <a:moveTo>
                    <a:pt x="0" y="0"/>
                  </a:moveTo>
                  <a:lnTo>
                    <a:pt x="0" y="188"/>
                  </a:lnTo>
                  <a:lnTo>
                    <a:pt x="387" y="188"/>
                  </a:lnTo>
                  <a:lnTo>
                    <a:pt x="38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33">
              <a:extLst>
                <a:ext uri="{FF2B5EF4-FFF2-40B4-BE49-F238E27FC236}">
                  <a16:creationId xmlns:a16="http://schemas.microsoft.com/office/drawing/2014/main" id="{CF2588BC-F9B6-2E2B-3A85-B896C2DD85F4}"/>
                </a:ext>
              </a:extLst>
            </p:cNvPr>
            <p:cNvSpPr/>
            <p:nvPr/>
          </p:nvSpPr>
          <p:spPr>
            <a:xfrm>
              <a:off x="8839892" y="4267517"/>
              <a:ext cx="68058" cy="33152"/>
            </a:xfrm>
            <a:custGeom>
              <a:avLst/>
              <a:gdLst/>
              <a:ahLst/>
              <a:cxnLst/>
              <a:rect l="l" t="t" r="r" b="b"/>
              <a:pathLst>
                <a:path w="388" h="189" extrusionOk="0">
                  <a:moveTo>
                    <a:pt x="1" y="0"/>
                  </a:moveTo>
                  <a:lnTo>
                    <a:pt x="1" y="188"/>
                  </a:lnTo>
                  <a:lnTo>
                    <a:pt x="388" y="188"/>
                  </a:lnTo>
                  <a:lnTo>
                    <a:pt x="38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33">
              <a:extLst>
                <a:ext uri="{FF2B5EF4-FFF2-40B4-BE49-F238E27FC236}">
                  <a16:creationId xmlns:a16="http://schemas.microsoft.com/office/drawing/2014/main" id="{69FF5F22-C301-C12B-91A7-0232AA54458D}"/>
                </a:ext>
              </a:extLst>
            </p:cNvPr>
            <p:cNvSpPr/>
            <p:nvPr/>
          </p:nvSpPr>
          <p:spPr>
            <a:xfrm>
              <a:off x="8649926" y="4358553"/>
              <a:ext cx="211541" cy="46834"/>
            </a:xfrm>
            <a:custGeom>
              <a:avLst/>
              <a:gdLst/>
              <a:ahLst/>
              <a:cxnLst/>
              <a:rect l="l" t="t" r="r" b="b"/>
              <a:pathLst>
                <a:path w="1206" h="267" extrusionOk="0">
                  <a:moveTo>
                    <a:pt x="0" y="1"/>
                  </a:moveTo>
                  <a:lnTo>
                    <a:pt x="232" y="266"/>
                  </a:lnTo>
                  <a:lnTo>
                    <a:pt x="973" y="266"/>
                  </a:lnTo>
                  <a:lnTo>
                    <a:pt x="120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33">
              <a:extLst>
                <a:ext uri="{FF2B5EF4-FFF2-40B4-BE49-F238E27FC236}">
                  <a16:creationId xmlns:a16="http://schemas.microsoft.com/office/drawing/2014/main" id="{A35FB23E-BC50-2402-40FD-A20028847396}"/>
                </a:ext>
              </a:extLst>
            </p:cNvPr>
            <p:cNvSpPr/>
            <p:nvPr/>
          </p:nvSpPr>
          <p:spPr>
            <a:xfrm>
              <a:off x="8605198" y="4267517"/>
              <a:ext cx="66129" cy="33152"/>
            </a:xfrm>
            <a:custGeom>
              <a:avLst/>
              <a:gdLst/>
              <a:ahLst/>
              <a:cxnLst/>
              <a:rect l="l" t="t" r="r" b="b"/>
              <a:pathLst>
                <a:path w="377" h="189" extrusionOk="0">
                  <a:moveTo>
                    <a:pt x="1" y="0"/>
                  </a:moveTo>
                  <a:lnTo>
                    <a:pt x="1" y="188"/>
                  </a:lnTo>
                  <a:lnTo>
                    <a:pt x="377" y="188"/>
                  </a:lnTo>
                  <a:lnTo>
                    <a:pt x="37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extBox 2">
            <a:extLst>
              <a:ext uri="{FF2B5EF4-FFF2-40B4-BE49-F238E27FC236}">
                <a16:creationId xmlns:a16="http://schemas.microsoft.com/office/drawing/2014/main" id="{2489D834-A986-99C3-483C-C0D729954588}"/>
              </a:ext>
            </a:extLst>
          </p:cNvPr>
          <p:cNvSpPr txBox="1"/>
          <p:nvPr/>
        </p:nvSpPr>
        <p:spPr>
          <a:xfrm>
            <a:off x="309970" y="743330"/>
            <a:ext cx="4534533" cy="369332"/>
          </a:xfrm>
          <a:prstGeom prst="rect">
            <a:avLst/>
          </a:prstGeom>
          <a:noFill/>
        </p:spPr>
        <p:txBody>
          <a:bodyPr wrap="square">
            <a:spAutoFit/>
          </a:bodyPr>
          <a:lstStyle/>
          <a:p>
            <a:r>
              <a:rPr lang="en-US" sz="1800" dirty="0"/>
              <a:t>Revenue &amp; Ticket Type Performance</a:t>
            </a:r>
          </a:p>
        </p:txBody>
      </p:sp>
      <p:pic>
        <p:nvPicPr>
          <p:cNvPr id="5" name="Picture 4">
            <a:extLst>
              <a:ext uri="{FF2B5EF4-FFF2-40B4-BE49-F238E27FC236}">
                <a16:creationId xmlns:a16="http://schemas.microsoft.com/office/drawing/2014/main" id="{A913BE35-D8BD-D6C8-2787-89746285A1FC}"/>
              </a:ext>
            </a:extLst>
          </p:cNvPr>
          <p:cNvPicPr>
            <a:picLocks noChangeAspect="1"/>
          </p:cNvPicPr>
          <p:nvPr/>
        </p:nvPicPr>
        <p:blipFill>
          <a:blip r:embed="rId3"/>
          <a:stretch>
            <a:fillRect/>
          </a:stretch>
        </p:blipFill>
        <p:spPr>
          <a:xfrm>
            <a:off x="118911" y="2331265"/>
            <a:ext cx="3877406" cy="83831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Picture 6">
            <a:extLst>
              <a:ext uri="{FF2B5EF4-FFF2-40B4-BE49-F238E27FC236}">
                <a16:creationId xmlns:a16="http://schemas.microsoft.com/office/drawing/2014/main" id="{8C05618B-E877-061D-FA5D-C2BFD6177D3E}"/>
              </a:ext>
            </a:extLst>
          </p:cNvPr>
          <p:cNvPicPr>
            <a:picLocks noChangeAspect="1"/>
          </p:cNvPicPr>
          <p:nvPr/>
        </p:nvPicPr>
        <p:blipFill>
          <a:blip r:embed="rId4"/>
          <a:stretch>
            <a:fillRect/>
          </a:stretch>
        </p:blipFill>
        <p:spPr>
          <a:xfrm>
            <a:off x="2172010" y="1359664"/>
            <a:ext cx="1763216" cy="83831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Picture 8">
            <a:extLst>
              <a:ext uri="{FF2B5EF4-FFF2-40B4-BE49-F238E27FC236}">
                <a16:creationId xmlns:a16="http://schemas.microsoft.com/office/drawing/2014/main" id="{6906D950-D73B-7AFD-8AC1-6872E8153385}"/>
              </a:ext>
            </a:extLst>
          </p:cNvPr>
          <p:cNvPicPr>
            <a:picLocks noChangeAspect="1"/>
          </p:cNvPicPr>
          <p:nvPr/>
        </p:nvPicPr>
        <p:blipFill>
          <a:blip r:embed="rId5"/>
          <a:stretch>
            <a:fillRect/>
          </a:stretch>
        </p:blipFill>
        <p:spPr>
          <a:xfrm>
            <a:off x="118911" y="1320704"/>
            <a:ext cx="1763216" cy="86689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5" name="Picture 14">
            <a:extLst>
              <a:ext uri="{FF2B5EF4-FFF2-40B4-BE49-F238E27FC236}">
                <a16:creationId xmlns:a16="http://schemas.microsoft.com/office/drawing/2014/main" id="{03135034-226D-FCAF-1073-0555BD99A479}"/>
              </a:ext>
            </a:extLst>
          </p:cNvPr>
          <p:cNvPicPr>
            <a:picLocks noChangeAspect="1"/>
          </p:cNvPicPr>
          <p:nvPr/>
        </p:nvPicPr>
        <p:blipFill>
          <a:blip r:embed="rId6"/>
          <a:stretch>
            <a:fillRect/>
          </a:stretch>
        </p:blipFill>
        <p:spPr>
          <a:xfrm>
            <a:off x="106624" y="3307285"/>
            <a:ext cx="1632305" cy="64536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2" name="Picture 21">
            <a:extLst>
              <a:ext uri="{FF2B5EF4-FFF2-40B4-BE49-F238E27FC236}">
                <a16:creationId xmlns:a16="http://schemas.microsoft.com/office/drawing/2014/main" id="{83245124-8FEF-4047-EF35-35650B6BBAE6}"/>
              </a:ext>
            </a:extLst>
          </p:cNvPr>
          <p:cNvPicPr>
            <a:picLocks noChangeAspect="1"/>
          </p:cNvPicPr>
          <p:nvPr/>
        </p:nvPicPr>
        <p:blipFill>
          <a:blip r:embed="rId7"/>
          <a:srcRect/>
          <a:stretch/>
        </p:blipFill>
        <p:spPr>
          <a:xfrm>
            <a:off x="6624548" y="1308408"/>
            <a:ext cx="2431264" cy="114229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4" name="Picture 23">
            <a:extLst>
              <a:ext uri="{FF2B5EF4-FFF2-40B4-BE49-F238E27FC236}">
                <a16:creationId xmlns:a16="http://schemas.microsoft.com/office/drawing/2014/main" id="{4BB4FA17-BC29-9C91-6A8F-7447F5C33B69}"/>
              </a:ext>
            </a:extLst>
          </p:cNvPr>
          <p:cNvPicPr>
            <a:picLocks noChangeAspect="1"/>
          </p:cNvPicPr>
          <p:nvPr/>
        </p:nvPicPr>
        <p:blipFill>
          <a:blip r:embed="rId8"/>
          <a:srcRect/>
          <a:stretch/>
        </p:blipFill>
        <p:spPr>
          <a:xfrm>
            <a:off x="4158665" y="2809500"/>
            <a:ext cx="2350500" cy="156973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6" name="Picture 25">
            <a:extLst>
              <a:ext uri="{FF2B5EF4-FFF2-40B4-BE49-F238E27FC236}">
                <a16:creationId xmlns:a16="http://schemas.microsoft.com/office/drawing/2014/main" id="{7BE8DE6F-99B9-3567-B1E0-5D3523DA0C35}"/>
              </a:ext>
            </a:extLst>
          </p:cNvPr>
          <p:cNvPicPr>
            <a:picLocks noChangeAspect="1"/>
          </p:cNvPicPr>
          <p:nvPr/>
        </p:nvPicPr>
        <p:blipFill>
          <a:blip r:embed="rId9"/>
          <a:srcRect/>
          <a:stretch/>
        </p:blipFill>
        <p:spPr>
          <a:xfrm>
            <a:off x="6655609" y="2771180"/>
            <a:ext cx="2369143" cy="151816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4" name="Picture 3">
            <a:extLst>
              <a:ext uri="{FF2B5EF4-FFF2-40B4-BE49-F238E27FC236}">
                <a16:creationId xmlns:a16="http://schemas.microsoft.com/office/drawing/2014/main" id="{AE0AEB11-17E9-D684-C27C-6D48A2EF60DC}"/>
              </a:ext>
            </a:extLst>
          </p:cNvPr>
          <p:cNvPicPr>
            <a:picLocks noChangeAspect="1"/>
          </p:cNvPicPr>
          <p:nvPr/>
        </p:nvPicPr>
        <p:blipFill>
          <a:blip r:embed="rId10"/>
          <a:stretch>
            <a:fillRect/>
          </a:stretch>
        </p:blipFill>
        <p:spPr>
          <a:xfrm>
            <a:off x="4105830" y="1162751"/>
            <a:ext cx="2436654" cy="143360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934201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46"/>
                                        </p:tgtEl>
                                        <p:attrNameLst>
                                          <p:attrName>style.visibility</p:attrName>
                                        </p:attrNameLst>
                                      </p:cBhvr>
                                      <p:to>
                                        <p:strVal val="visible"/>
                                      </p:to>
                                    </p:set>
                                    <p:animEffect transition="in" filter="fade">
                                      <p:cBhvr>
                                        <p:cTn id="7" dur="1000"/>
                                        <p:tgtEl>
                                          <p:spTgt spid="1046"/>
                                        </p:tgtEl>
                                      </p:cBhvr>
                                    </p:animEffect>
                                    <p:anim calcmode="lin" valueType="num">
                                      <p:cBhvr>
                                        <p:cTn id="8" dur="1000" fill="hold"/>
                                        <p:tgtEl>
                                          <p:spTgt spid="1046"/>
                                        </p:tgtEl>
                                        <p:attrNameLst>
                                          <p:attrName>ppt_x</p:attrName>
                                        </p:attrNameLst>
                                      </p:cBhvr>
                                      <p:tavLst>
                                        <p:tav tm="0">
                                          <p:val>
                                            <p:strVal val="#ppt_x"/>
                                          </p:val>
                                        </p:tav>
                                        <p:tav tm="100000">
                                          <p:val>
                                            <p:strVal val="#ppt_x"/>
                                          </p:val>
                                        </p:tav>
                                      </p:tavLst>
                                    </p:anim>
                                    <p:anim calcmode="lin" valueType="num">
                                      <p:cBhvr>
                                        <p:cTn id="9" dur="1000" fill="hold"/>
                                        <p:tgtEl>
                                          <p:spTgt spid="104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barn(inVertical)">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 calcmode="lin" valueType="num">
                                      <p:cBhvr additive="base">
                                        <p:cTn id="37" dur="500" fill="hold"/>
                                        <p:tgtEl>
                                          <p:spTgt spid="15"/>
                                        </p:tgtEl>
                                        <p:attrNameLst>
                                          <p:attrName>ppt_x</p:attrName>
                                        </p:attrNameLst>
                                      </p:cBhvr>
                                      <p:tavLst>
                                        <p:tav tm="0">
                                          <p:val>
                                            <p:strVal val="#ppt_x"/>
                                          </p:val>
                                        </p:tav>
                                        <p:tav tm="100000">
                                          <p:val>
                                            <p:strVal val="#ppt_x"/>
                                          </p:val>
                                        </p:tav>
                                      </p:tavLst>
                                    </p:anim>
                                    <p:anim calcmode="lin" valueType="num">
                                      <p:cBhvr additive="base">
                                        <p:cTn id="3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22"/>
                                        </p:tgtEl>
                                        <p:attrNameLst>
                                          <p:attrName>style.visibility</p:attrName>
                                        </p:attrNameLst>
                                      </p:cBhvr>
                                      <p:to>
                                        <p:strVal val="visible"/>
                                      </p:to>
                                    </p:set>
                                    <p:anim calcmode="lin" valueType="num">
                                      <p:cBhvr additive="base">
                                        <p:cTn id="43" dur="500" fill="hold"/>
                                        <p:tgtEl>
                                          <p:spTgt spid="22"/>
                                        </p:tgtEl>
                                        <p:attrNameLst>
                                          <p:attrName>ppt_x</p:attrName>
                                        </p:attrNameLst>
                                      </p:cBhvr>
                                      <p:tavLst>
                                        <p:tav tm="0">
                                          <p:val>
                                            <p:strVal val="#ppt_x"/>
                                          </p:val>
                                        </p:tav>
                                        <p:tav tm="100000">
                                          <p:val>
                                            <p:strVal val="#ppt_x"/>
                                          </p:val>
                                        </p:tav>
                                      </p:tavLst>
                                    </p:anim>
                                    <p:anim calcmode="lin" valueType="num">
                                      <p:cBhvr additive="base">
                                        <p:cTn id="44"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6" presetClass="entr" presetSubtype="21" fill="hold" nodeType="clickEffect">
                                  <p:stCondLst>
                                    <p:cond delay="0"/>
                                  </p:stCondLst>
                                  <p:childTnLst>
                                    <p:set>
                                      <p:cBhvr>
                                        <p:cTn id="48" dur="1" fill="hold">
                                          <p:stCondLst>
                                            <p:cond delay="0"/>
                                          </p:stCondLst>
                                        </p:cTn>
                                        <p:tgtEl>
                                          <p:spTgt spid="4"/>
                                        </p:tgtEl>
                                        <p:attrNameLst>
                                          <p:attrName>style.visibility</p:attrName>
                                        </p:attrNameLst>
                                      </p:cBhvr>
                                      <p:to>
                                        <p:strVal val="visible"/>
                                      </p:to>
                                    </p:set>
                                    <p:animEffect transition="in" filter="barn(inVertical)">
                                      <p:cBhvr>
                                        <p:cTn id="49" dur="500"/>
                                        <p:tgtEl>
                                          <p:spTgt spid="4"/>
                                        </p:tgtEl>
                                      </p:cBhvr>
                                    </p:animEffect>
                                  </p:childTnLst>
                                </p:cTn>
                              </p:par>
                            </p:childTnLst>
                          </p:cTn>
                        </p:par>
                      </p:childTnLst>
                    </p:cTn>
                  </p:par>
                  <p:par>
                    <p:cTn id="50" fill="hold">
                      <p:stCondLst>
                        <p:cond delay="indefinite"/>
                      </p:stCondLst>
                      <p:childTnLst>
                        <p:par>
                          <p:cTn id="51" fill="hold">
                            <p:stCondLst>
                              <p:cond delay="0"/>
                            </p:stCondLst>
                            <p:childTnLst>
                              <p:par>
                                <p:cTn id="52" presetID="16" presetClass="entr" presetSubtype="21" fill="hold" nodeType="click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barn(inVertical)">
                                      <p:cBhvr>
                                        <p:cTn id="54" dur="500"/>
                                        <p:tgtEl>
                                          <p:spTgt spid="24"/>
                                        </p:tgtEl>
                                      </p:cBhvr>
                                    </p:animEffect>
                                  </p:childTnLst>
                                </p:cTn>
                              </p:par>
                            </p:childTnLst>
                          </p:cTn>
                        </p:par>
                      </p:childTnLst>
                    </p:cTn>
                  </p:par>
                  <p:par>
                    <p:cTn id="55" fill="hold">
                      <p:stCondLst>
                        <p:cond delay="indefinite"/>
                      </p:stCondLst>
                      <p:childTnLst>
                        <p:par>
                          <p:cTn id="56" fill="hold">
                            <p:stCondLst>
                              <p:cond delay="0"/>
                            </p:stCondLst>
                            <p:childTnLst>
                              <p:par>
                                <p:cTn id="57" presetID="16" presetClass="entr" presetSubtype="21" fill="hold" nodeType="click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barn(inVertical)">
                                      <p:cBhvr>
                                        <p:cTn id="59"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6" grpId="0"/>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47">
          <a:extLst>
            <a:ext uri="{FF2B5EF4-FFF2-40B4-BE49-F238E27FC236}">
              <a16:creationId xmlns:a16="http://schemas.microsoft.com/office/drawing/2014/main" id="{5CD60FE3-3C12-DC23-FA7B-4FCE234DB109}"/>
            </a:ext>
          </a:extLst>
        </p:cNvPr>
        <p:cNvGrpSpPr/>
        <p:nvPr/>
      </p:nvGrpSpPr>
      <p:grpSpPr>
        <a:xfrm>
          <a:off x="0" y="0"/>
          <a:ext cx="0" cy="0"/>
          <a:chOff x="0" y="0"/>
          <a:chExt cx="0" cy="0"/>
        </a:xfrm>
      </p:grpSpPr>
      <p:sp>
        <p:nvSpPr>
          <p:cNvPr id="1148" name="Google Shape;1148;p34">
            <a:extLst>
              <a:ext uri="{FF2B5EF4-FFF2-40B4-BE49-F238E27FC236}">
                <a16:creationId xmlns:a16="http://schemas.microsoft.com/office/drawing/2014/main" id="{CD12CCC8-E2FA-58CB-CDD9-E503B8385283}"/>
              </a:ext>
            </a:extLst>
          </p:cNvPr>
          <p:cNvSpPr txBox="1">
            <a:spLocks noGrp="1"/>
          </p:cNvSpPr>
          <p:nvPr>
            <p:ph type="title"/>
          </p:nvPr>
        </p:nvSpPr>
        <p:spPr>
          <a:xfrm>
            <a:off x="2132770" y="0"/>
            <a:ext cx="4878460" cy="908755"/>
          </a:xfrm>
          <a:prstGeom prst="rect">
            <a:avLst/>
          </a:prstGeom>
        </p:spPr>
        <p:txBody>
          <a:bodyPr spcFirstLastPara="1" wrap="square" lIns="91425" tIns="91425" rIns="91425" bIns="91425" anchor="t" anchorCtr="0">
            <a:noAutofit/>
          </a:bodyPr>
          <a:lstStyle/>
          <a:p>
            <a:r>
              <a:rPr lang="en-US" sz="3600" dirty="0"/>
              <a:t>Data Insights</a:t>
            </a:r>
            <a:endParaRPr dirty="0"/>
          </a:p>
        </p:txBody>
      </p:sp>
      <p:sp>
        <p:nvSpPr>
          <p:cNvPr id="1150" name="Google Shape;1150;p34">
            <a:extLst>
              <a:ext uri="{FF2B5EF4-FFF2-40B4-BE49-F238E27FC236}">
                <a16:creationId xmlns:a16="http://schemas.microsoft.com/office/drawing/2014/main" id="{108D68A7-C9A7-1392-80F4-A9FF6009127F}"/>
              </a:ext>
            </a:extLst>
          </p:cNvPr>
          <p:cNvSpPr/>
          <p:nvPr/>
        </p:nvSpPr>
        <p:spPr>
          <a:xfrm flipH="1">
            <a:off x="0" y="4629950"/>
            <a:ext cx="1852422" cy="513550"/>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extBox 1">
            <a:extLst>
              <a:ext uri="{FF2B5EF4-FFF2-40B4-BE49-F238E27FC236}">
                <a16:creationId xmlns:a16="http://schemas.microsoft.com/office/drawing/2014/main" id="{2FFEB90B-00C4-3F3A-3AFB-1465B5A5B757}"/>
              </a:ext>
            </a:extLst>
          </p:cNvPr>
          <p:cNvSpPr txBox="1"/>
          <p:nvPr/>
        </p:nvSpPr>
        <p:spPr>
          <a:xfrm>
            <a:off x="309970" y="743330"/>
            <a:ext cx="4534533" cy="369332"/>
          </a:xfrm>
          <a:prstGeom prst="rect">
            <a:avLst/>
          </a:prstGeom>
          <a:noFill/>
        </p:spPr>
        <p:txBody>
          <a:bodyPr wrap="square">
            <a:spAutoFit/>
          </a:bodyPr>
          <a:lstStyle/>
          <a:p>
            <a:r>
              <a:rPr lang="en-US" sz="1800" dirty="0"/>
              <a:t>Revenue &amp; Ticket Type Performance</a:t>
            </a:r>
          </a:p>
        </p:txBody>
      </p:sp>
      <p:sp>
        <p:nvSpPr>
          <p:cNvPr id="8" name="TextBox 7">
            <a:extLst>
              <a:ext uri="{FF2B5EF4-FFF2-40B4-BE49-F238E27FC236}">
                <a16:creationId xmlns:a16="http://schemas.microsoft.com/office/drawing/2014/main" id="{ADDA4DE5-AF61-AF06-AA83-40D0864A9990}"/>
              </a:ext>
            </a:extLst>
          </p:cNvPr>
          <p:cNvSpPr txBox="1"/>
          <p:nvPr/>
        </p:nvSpPr>
        <p:spPr>
          <a:xfrm>
            <a:off x="178966" y="1325763"/>
            <a:ext cx="5799623" cy="3000821"/>
          </a:xfrm>
          <a:prstGeom prst="rect">
            <a:avLst/>
          </a:prstGeom>
          <a:ln>
            <a:solidFill>
              <a:schemeClr val="accent4">
                <a:lumMod val="60000"/>
                <a:lumOff val="4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4"/>
          </a:lnRef>
          <a:fillRef idx="2">
            <a:schemeClr val="accent4"/>
          </a:fillRef>
          <a:effectRef idx="1">
            <a:schemeClr val="accent4"/>
          </a:effectRef>
          <a:fontRef idx="minor">
            <a:schemeClr val="dk1"/>
          </a:fontRef>
        </p:style>
        <p:txBody>
          <a:bodyPr wrap="square">
            <a:spAutoFit/>
          </a:bodyPr>
          <a:lstStyle/>
          <a:p>
            <a:r>
              <a:rPr lang="en-US" b="1" dirty="0"/>
              <a:t>Exploration:</a:t>
            </a:r>
            <a:endParaRPr lang="en-US" dirty="0"/>
          </a:p>
          <a:p>
            <a:pPr marL="285750" indent="-285750">
              <a:lnSpc>
                <a:spcPct val="150000"/>
              </a:lnSpc>
              <a:buFont typeface="Arial" panose="020B0604020202020204" pitchFamily="34" charset="0"/>
              <a:buChar char="•"/>
            </a:pPr>
            <a:r>
              <a:rPr lang="en-US" dirty="0"/>
              <a:t>Total Revenue: $741.92K</a:t>
            </a:r>
          </a:p>
          <a:p>
            <a:pPr marL="285750" indent="-285750">
              <a:lnSpc>
                <a:spcPct val="150000"/>
              </a:lnSpc>
              <a:buFont typeface="Arial" panose="020B0604020202020204" pitchFamily="34" charset="0"/>
              <a:buChar char="•"/>
            </a:pPr>
            <a:r>
              <a:rPr lang="en-US" dirty="0"/>
              <a:t>Advance tickets generate the highest revenue: $309.27K (41.7%)</a:t>
            </a:r>
          </a:p>
          <a:p>
            <a:pPr marL="285750" indent="-285750">
              <a:lnSpc>
                <a:spcPct val="150000"/>
              </a:lnSpc>
              <a:buFont typeface="Arial" panose="020B0604020202020204" pitchFamily="34" charset="0"/>
              <a:buChar char="•"/>
            </a:pPr>
            <a:r>
              <a:rPr lang="en-US" dirty="0"/>
              <a:t>Standard Class dominates: $592.52K (79.86%) vs First Class: $149.4K (20.14%)</a:t>
            </a:r>
          </a:p>
          <a:p>
            <a:pPr marL="285750" indent="-285750">
              <a:lnSpc>
                <a:spcPct val="150000"/>
              </a:lnSpc>
              <a:buFont typeface="Arial" panose="020B0604020202020204" pitchFamily="34" charset="0"/>
              <a:buChar char="•"/>
            </a:pPr>
            <a:r>
              <a:rPr lang="en-US" dirty="0"/>
              <a:t>Anytime tickets have the highest avg price: $39.2</a:t>
            </a:r>
          </a:p>
          <a:p>
            <a:pPr marL="285750" indent="-285750">
              <a:lnSpc>
                <a:spcPct val="150000"/>
              </a:lnSpc>
              <a:buFont typeface="Arial" panose="020B0604020202020204" pitchFamily="34" charset="0"/>
              <a:buChar char="•"/>
            </a:pPr>
            <a:r>
              <a:rPr lang="en-US" dirty="0"/>
              <a:t>Off-Peak: $25.5 | Advance: $17.6 (cheapest)</a:t>
            </a:r>
          </a:p>
          <a:p>
            <a:pPr marL="285750" indent="-285750">
              <a:lnSpc>
                <a:spcPct val="150000"/>
              </a:lnSpc>
              <a:buFont typeface="Arial" panose="020B0604020202020204" pitchFamily="34" charset="0"/>
              <a:buChar char="•"/>
            </a:pPr>
            <a:r>
              <a:rPr lang="en-US" dirty="0"/>
              <a:t>10.7K passengers hold a </a:t>
            </a:r>
            <a:r>
              <a:rPr lang="en-US" dirty="0" err="1"/>
              <a:t>Railcard</a:t>
            </a:r>
            <a:endParaRPr lang="en-US" dirty="0"/>
          </a:p>
          <a:p>
            <a:br>
              <a:rPr lang="en-US" dirty="0"/>
            </a:br>
            <a:endParaRPr lang="en-US" dirty="0"/>
          </a:p>
        </p:txBody>
      </p:sp>
      <p:pic>
        <p:nvPicPr>
          <p:cNvPr id="4" name="Picture 3" descr="Story pin image">
            <a:extLst>
              <a:ext uri="{FF2B5EF4-FFF2-40B4-BE49-F238E27FC236}">
                <a16:creationId xmlns:a16="http://schemas.microsoft.com/office/drawing/2014/main" id="{27414AE9-90C0-4C0B-DFB7-6E5BDE300C83}"/>
              </a:ext>
            </a:extLst>
          </p:cNvPr>
          <p:cNvPicPr>
            <a:picLocks noChangeAspect="1"/>
          </p:cNvPicPr>
          <p:nvPr/>
        </p:nvPicPr>
        <p:blipFill>
          <a:blip r:embed="rId3"/>
          <a:stretch>
            <a:fillRect/>
          </a:stretch>
        </p:blipFill>
        <p:spPr>
          <a:xfrm>
            <a:off x="6156113" y="1458732"/>
            <a:ext cx="2381071" cy="281223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grpSp>
        <p:nvGrpSpPr>
          <p:cNvPr id="5" name="Google Shape;1151;p34">
            <a:extLst>
              <a:ext uri="{FF2B5EF4-FFF2-40B4-BE49-F238E27FC236}">
                <a16:creationId xmlns:a16="http://schemas.microsoft.com/office/drawing/2014/main" id="{B44FD404-7A92-EE7E-505B-23D203AE3C66}"/>
              </a:ext>
            </a:extLst>
          </p:cNvPr>
          <p:cNvGrpSpPr/>
          <p:nvPr/>
        </p:nvGrpSpPr>
        <p:grpSpPr>
          <a:xfrm rot="5400000">
            <a:off x="8185373" y="4145304"/>
            <a:ext cx="1350007" cy="646386"/>
            <a:chOff x="7486078" y="1255168"/>
            <a:chExt cx="1686810" cy="795739"/>
          </a:xfrm>
        </p:grpSpPr>
        <p:sp>
          <p:nvSpPr>
            <p:cNvPr id="6" name="Google Shape;1152;p34">
              <a:extLst>
                <a:ext uri="{FF2B5EF4-FFF2-40B4-BE49-F238E27FC236}">
                  <a16:creationId xmlns:a16="http://schemas.microsoft.com/office/drawing/2014/main" id="{1ED7B48D-515C-52AC-76ED-B68126C0A5F4}"/>
                </a:ext>
              </a:extLst>
            </p:cNvPr>
            <p:cNvSpPr/>
            <p:nvPr/>
          </p:nvSpPr>
          <p:spPr>
            <a:xfrm rot="-5400000">
              <a:off x="8462831" y="1079222"/>
              <a:ext cx="85680" cy="1051573"/>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153;p34">
              <a:extLst>
                <a:ext uri="{FF2B5EF4-FFF2-40B4-BE49-F238E27FC236}">
                  <a16:creationId xmlns:a16="http://schemas.microsoft.com/office/drawing/2014/main" id="{F831EB40-93D4-E78C-36C9-8F03963D3039}"/>
                </a:ext>
              </a:extLst>
            </p:cNvPr>
            <p:cNvSpPr/>
            <p:nvPr/>
          </p:nvSpPr>
          <p:spPr>
            <a:xfrm rot="-5400000">
              <a:off x="8484190" y="1057862"/>
              <a:ext cx="42961" cy="1051573"/>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154;p34">
              <a:extLst>
                <a:ext uri="{FF2B5EF4-FFF2-40B4-BE49-F238E27FC236}">
                  <a16:creationId xmlns:a16="http://schemas.microsoft.com/office/drawing/2014/main" id="{AA281D48-3FE2-D61B-CA3D-1A562FC778F0}"/>
                </a:ext>
              </a:extLst>
            </p:cNvPr>
            <p:cNvSpPr/>
            <p:nvPr/>
          </p:nvSpPr>
          <p:spPr>
            <a:xfrm rot="-5400000">
              <a:off x="8136884" y="1575805"/>
              <a:ext cx="85680" cy="58407"/>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155;p34">
              <a:extLst>
                <a:ext uri="{FF2B5EF4-FFF2-40B4-BE49-F238E27FC236}">
                  <a16:creationId xmlns:a16="http://schemas.microsoft.com/office/drawing/2014/main" id="{C26809DB-6672-7A4D-7A9F-D68EEC530875}"/>
                </a:ext>
              </a:extLst>
            </p:cNvPr>
            <p:cNvSpPr/>
            <p:nvPr/>
          </p:nvSpPr>
          <p:spPr>
            <a:xfrm rot="-5400000">
              <a:off x="8803015" y="1534051"/>
              <a:ext cx="600726" cy="139019"/>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56;p34">
              <a:extLst>
                <a:ext uri="{FF2B5EF4-FFF2-40B4-BE49-F238E27FC236}">
                  <a16:creationId xmlns:a16="http://schemas.microsoft.com/office/drawing/2014/main" id="{F2107A64-4C3D-C481-2628-C65F5C7EF055}"/>
                </a:ext>
              </a:extLst>
            </p:cNvPr>
            <p:cNvSpPr/>
            <p:nvPr/>
          </p:nvSpPr>
          <p:spPr>
            <a:xfrm rot="-5400000">
              <a:off x="7430446" y="1310800"/>
              <a:ext cx="779569" cy="66830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157;p34">
              <a:extLst>
                <a:ext uri="{FF2B5EF4-FFF2-40B4-BE49-F238E27FC236}">
                  <a16:creationId xmlns:a16="http://schemas.microsoft.com/office/drawing/2014/main" id="{D583521E-4710-EAC1-F1AE-E1A52645395B}"/>
                </a:ext>
              </a:extLst>
            </p:cNvPr>
            <p:cNvSpPr/>
            <p:nvPr/>
          </p:nvSpPr>
          <p:spPr>
            <a:xfrm rot="-5400000">
              <a:off x="7461098" y="1349417"/>
              <a:ext cx="718265" cy="615208"/>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158;p34">
              <a:extLst>
                <a:ext uri="{FF2B5EF4-FFF2-40B4-BE49-F238E27FC236}">
                  <a16:creationId xmlns:a16="http://schemas.microsoft.com/office/drawing/2014/main" id="{7FBAD5EC-B717-2796-A34F-27307DC6BF42}"/>
                </a:ext>
              </a:extLst>
            </p:cNvPr>
            <p:cNvSpPr/>
            <p:nvPr/>
          </p:nvSpPr>
          <p:spPr>
            <a:xfrm rot="-5400000">
              <a:off x="7430688" y="1326729"/>
              <a:ext cx="779569" cy="668788"/>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159;p34">
              <a:extLst>
                <a:ext uri="{FF2B5EF4-FFF2-40B4-BE49-F238E27FC236}">
                  <a16:creationId xmlns:a16="http://schemas.microsoft.com/office/drawing/2014/main" id="{23E6996D-F801-BFD5-980B-AB2099EB2FDB}"/>
                </a:ext>
              </a:extLst>
            </p:cNvPr>
            <p:cNvSpPr/>
            <p:nvPr/>
          </p:nvSpPr>
          <p:spPr>
            <a:xfrm rot="5400000" flipH="1">
              <a:off x="7557667" y="1340997"/>
              <a:ext cx="525000" cy="525000"/>
            </a:xfrm>
            <a:prstGeom prst="mathMultiply">
              <a:avLst>
                <a:gd name="adj1" fmla="val 1275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567101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48"/>
                                        </p:tgtEl>
                                        <p:attrNameLst>
                                          <p:attrName>style.visibility</p:attrName>
                                        </p:attrNameLst>
                                      </p:cBhvr>
                                      <p:to>
                                        <p:strVal val="visible"/>
                                      </p:to>
                                    </p:set>
                                    <p:animEffect transition="in" filter="barn(inVertical)">
                                      <p:cBhvr>
                                        <p:cTn id="7" dur="500"/>
                                        <p:tgtEl>
                                          <p:spTgt spid="114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barn(inVertical)">
                                      <p:cBhvr>
                                        <p:cTn id="2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8" grpId="0"/>
      <p:bldP spid="2" grpId="0"/>
      <p:bldP spid="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47">
          <a:extLst>
            <a:ext uri="{FF2B5EF4-FFF2-40B4-BE49-F238E27FC236}">
              <a16:creationId xmlns:a16="http://schemas.microsoft.com/office/drawing/2014/main" id="{9FD8BF9F-1E89-D622-2BF2-C37F7DEE6F5A}"/>
            </a:ext>
          </a:extLst>
        </p:cNvPr>
        <p:cNvGrpSpPr/>
        <p:nvPr/>
      </p:nvGrpSpPr>
      <p:grpSpPr>
        <a:xfrm>
          <a:off x="0" y="0"/>
          <a:ext cx="0" cy="0"/>
          <a:chOff x="0" y="0"/>
          <a:chExt cx="0" cy="0"/>
        </a:xfrm>
      </p:grpSpPr>
      <p:sp>
        <p:nvSpPr>
          <p:cNvPr id="1148" name="Google Shape;1148;p34">
            <a:extLst>
              <a:ext uri="{FF2B5EF4-FFF2-40B4-BE49-F238E27FC236}">
                <a16:creationId xmlns:a16="http://schemas.microsoft.com/office/drawing/2014/main" id="{1567C462-BE28-54BE-41BA-E7B83CB34E3D}"/>
              </a:ext>
            </a:extLst>
          </p:cNvPr>
          <p:cNvSpPr txBox="1">
            <a:spLocks noGrp="1"/>
          </p:cNvSpPr>
          <p:nvPr>
            <p:ph type="title"/>
          </p:nvPr>
        </p:nvSpPr>
        <p:spPr>
          <a:xfrm>
            <a:off x="2132770" y="0"/>
            <a:ext cx="4878460" cy="908755"/>
          </a:xfrm>
          <a:prstGeom prst="rect">
            <a:avLst/>
          </a:prstGeom>
        </p:spPr>
        <p:txBody>
          <a:bodyPr spcFirstLastPara="1" wrap="square" lIns="91425" tIns="91425" rIns="91425" bIns="91425" anchor="t" anchorCtr="0">
            <a:noAutofit/>
          </a:bodyPr>
          <a:lstStyle/>
          <a:p>
            <a:r>
              <a:rPr lang="en-US" sz="3600" dirty="0"/>
              <a:t>Data Insights</a:t>
            </a:r>
            <a:endParaRPr dirty="0"/>
          </a:p>
        </p:txBody>
      </p:sp>
      <p:sp>
        <p:nvSpPr>
          <p:cNvPr id="1150" name="Google Shape;1150;p34">
            <a:extLst>
              <a:ext uri="{FF2B5EF4-FFF2-40B4-BE49-F238E27FC236}">
                <a16:creationId xmlns:a16="http://schemas.microsoft.com/office/drawing/2014/main" id="{60E2F835-161C-BC8D-9407-C1E87380D9AC}"/>
              </a:ext>
            </a:extLst>
          </p:cNvPr>
          <p:cNvSpPr/>
          <p:nvPr/>
        </p:nvSpPr>
        <p:spPr>
          <a:xfrm flipH="1">
            <a:off x="-4" y="4229738"/>
            <a:ext cx="2381070" cy="929910"/>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1" name="Google Shape;1151;p34">
            <a:extLst>
              <a:ext uri="{FF2B5EF4-FFF2-40B4-BE49-F238E27FC236}">
                <a16:creationId xmlns:a16="http://schemas.microsoft.com/office/drawing/2014/main" id="{BABA3054-FA5F-F0F8-85D9-66B55A5C6530}"/>
              </a:ext>
            </a:extLst>
          </p:cNvPr>
          <p:cNvGrpSpPr/>
          <p:nvPr/>
        </p:nvGrpSpPr>
        <p:grpSpPr>
          <a:xfrm rot="5400000">
            <a:off x="7940853" y="3977882"/>
            <a:ext cx="1586488" cy="819807"/>
            <a:chOff x="7486078" y="1255168"/>
            <a:chExt cx="1686810" cy="795739"/>
          </a:xfrm>
        </p:grpSpPr>
        <p:sp>
          <p:nvSpPr>
            <p:cNvPr id="1152" name="Google Shape;1152;p34">
              <a:extLst>
                <a:ext uri="{FF2B5EF4-FFF2-40B4-BE49-F238E27FC236}">
                  <a16:creationId xmlns:a16="http://schemas.microsoft.com/office/drawing/2014/main" id="{47B3D5E3-A053-140E-EBA0-2E574FEE4A01}"/>
                </a:ext>
              </a:extLst>
            </p:cNvPr>
            <p:cNvSpPr/>
            <p:nvPr/>
          </p:nvSpPr>
          <p:spPr>
            <a:xfrm rot="-5400000">
              <a:off x="8462831" y="1079222"/>
              <a:ext cx="85680" cy="1051573"/>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34">
              <a:extLst>
                <a:ext uri="{FF2B5EF4-FFF2-40B4-BE49-F238E27FC236}">
                  <a16:creationId xmlns:a16="http://schemas.microsoft.com/office/drawing/2014/main" id="{52FB5699-15E8-E684-0330-5D89150F68EF}"/>
                </a:ext>
              </a:extLst>
            </p:cNvPr>
            <p:cNvSpPr/>
            <p:nvPr/>
          </p:nvSpPr>
          <p:spPr>
            <a:xfrm rot="-5400000">
              <a:off x="8484190" y="1057862"/>
              <a:ext cx="42961" cy="1051573"/>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4">
              <a:extLst>
                <a:ext uri="{FF2B5EF4-FFF2-40B4-BE49-F238E27FC236}">
                  <a16:creationId xmlns:a16="http://schemas.microsoft.com/office/drawing/2014/main" id="{361E55E1-FFF7-C2B4-3EFA-552FF1BDE5B6}"/>
                </a:ext>
              </a:extLst>
            </p:cNvPr>
            <p:cNvSpPr/>
            <p:nvPr/>
          </p:nvSpPr>
          <p:spPr>
            <a:xfrm rot="-5400000">
              <a:off x="8136884" y="1575805"/>
              <a:ext cx="85680" cy="58407"/>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34">
              <a:extLst>
                <a:ext uri="{FF2B5EF4-FFF2-40B4-BE49-F238E27FC236}">
                  <a16:creationId xmlns:a16="http://schemas.microsoft.com/office/drawing/2014/main" id="{3811DA24-2A5B-B0E0-D4C1-F83B382F7588}"/>
                </a:ext>
              </a:extLst>
            </p:cNvPr>
            <p:cNvSpPr/>
            <p:nvPr/>
          </p:nvSpPr>
          <p:spPr>
            <a:xfrm rot="-5400000">
              <a:off x="8803015" y="1534051"/>
              <a:ext cx="600726" cy="139019"/>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34">
              <a:extLst>
                <a:ext uri="{FF2B5EF4-FFF2-40B4-BE49-F238E27FC236}">
                  <a16:creationId xmlns:a16="http://schemas.microsoft.com/office/drawing/2014/main" id="{5D8465F5-EE2B-8730-85FF-162C3D3C8223}"/>
                </a:ext>
              </a:extLst>
            </p:cNvPr>
            <p:cNvSpPr/>
            <p:nvPr/>
          </p:nvSpPr>
          <p:spPr>
            <a:xfrm rot="-5400000">
              <a:off x="7430446" y="1310800"/>
              <a:ext cx="779569" cy="66830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4">
              <a:extLst>
                <a:ext uri="{FF2B5EF4-FFF2-40B4-BE49-F238E27FC236}">
                  <a16:creationId xmlns:a16="http://schemas.microsoft.com/office/drawing/2014/main" id="{A97AA22B-EF3B-F901-AD1D-76AA6D926F3F}"/>
                </a:ext>
              </a:extLst>
            </p:cNvPr>
            <p:cNvSpPr/>
            <p:nvPr/>
          </p:nvSpPr>
          <p:spPr>
            <a:xfrm rot="-5400000">
              <a:off x="7461098" y="1349417"/>
              <a:ext cx="718265" cy="615208"/>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4">
              <a:extLst>
                <a:ext uri="{FF2B5EF4-FFF2-40B4-BE49-F238E27FC236}">
                  <a16:creationId xmlns:a16="http://schemas.microsoft.com/office/drawing/2014/main" id="{02F07175-B3D7-1247-BE2F-6DC1E2D7FDFA}"/>
                </a:ext>
              </a:extLst>
            </p:cNvPr>
            <p:cNvSpPr/>
            <p:nvPr/>
          </p:nvSpPr>
          <p:spPr>
            <a:xfrm rot="-5400000">
              <a:off x="7430688" y="1326729"/>
              <a:ext cx="779569" cy="668788"/>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34">
              <a:extLst>
                <a:ext uri="{FF2B5EF4-FFF2-40B4-BE49-F238E27FC236}">
                  <a16:creationId xmlns:a16="http://schemas.microsoft.com/office/drawing/2014/main" id="{9B2F8457-93C2-4CCE-B9CF-2E2FAA4D544B}"/>
                </a:ext>
              </a:extLst>
            </p:cNvPr>
            <p:cNvSpPr/>
            <p:nvPr/>
          </p:nvSpPr>
          <p:spPr>
            <a:xfrm rot="5400000" flipH="1">
              <a:off x="7557667" y="1340997"/>
              <a:ext cx="525000" cy="525000"/>
            </a:xfrm>
            <a:prstGeom prst="mathMultiply">
              <a:avLst>
                <a:gd name="adj1" fmla="val 1275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extBox 1">
            <a:extLst>
              <a:ext uri="{FF2B5EF4-FFF2-40B4-BE49-F238E27FC236}">
                <a16:creationId xmlns:a16="http://schemas.microsoft.com/office/drawing/2014/main" id="{70BF050D-15F3-7CEA-334D-BDA8834465EC}"/>
              </a:ext>
            </a:extLst>
          </p:cNvPr>
          <p:cNvSpPr txBox="1"/>
          <p:nvPr/>
        </p:nvSpPr>
        <p:spPr>
          <a:xfrm>
            <a:off x="309970" y="872984"/>
            <a:ext cx="4534533" cy="369332"/>
          </a:xfrm>
          <a:prstGeom prst="rect">
            <a:avLst/>
          </a:prstGeom>
          <a:noFill/>
        </p:spPr>
        <p:txBody>
          <a:bodyPr wrap="square">
            <a:spAutoFit/>
          </a:bodyPr>
          <a:lstStyle/>
          <a:p>
            <a:r>
              <a:rPr lang="en-US" sz="1800" dirty="0"/>
              <a:t>Revenue &amp; Ticket Type Performance</a:t>
            </a:r>
          </a:p>
        </p:txBody>
      </p:sp>
      <p:sp>
        <p:nvSpPr>
          <p:cNvPr id="4" name="TextBox 3">
            <a:extLst>
              <a:ext uri="{FF2B5EF4-FFF2-40B4-BE49-F238E27FC236}">
                <a16:creationId xmlns:a16="http://schemas.microsoft.com/office/drawing/2014/main" id="{1D4B496E-4961-FD93-A3FA-6F2A8949D045}"/>
              </a:ext>
            </a:extLst>
          </p:cNvPr>
          <p:cNvSpPr txBox="1"/>
          <p:nvPr/>
        </p:nvSpPr>
        <p:spPr>
          <a:xfrm>
            <a:off x="309970" y="1552060"/>
            <a:ext cx="5058189" cy="1021883"/>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4"/>
          </a:lnRef>
          <a:fillRef idx="2">
            <a:schemeClr val="accent4"/>
          </a:fillRef>
          <a:effectRef idx="1">
            <a:schemeClr val="accent4"/>
          </a:effectRef>
          <a:fontRef idx="minor">
            <a:schemeClr val="dk1"/>
          </a:fontRef>
        </p:style>
        <p:txBody>
          <a:bodyPr wrap="square">
            <a:spAutoFit/>
          </a:bodyPr>
          <a:lstStyle/>
          <a:p>
            <a:pPr>
              <a:lnSpc>
                <a:spcPct val="150000"/>
              </a:lnSpc>
            </a:pPr>
            <a:r>
              <a:rPr lang="en-US" b="1" dirty="0"/>
              <a:t>Exploration:</a:t>
            </a:r>
            <a:r>
              <a:rPr lang="en-US" dirty="0"/>
              <a:t> Advance tickets generate the most revenue despite being the cheapest, due to high volume of sales. Anytime tickets are the most expensive but least purchased.</a:t>
            </a:r>
          </a:p>
        </p:txBody>
      </p:sp>
      <p:sp>
        <p:nvSpPr>
          <p:cNvPr id="5" name="TextBox 4">
            <a:extLst>
              <a:ext uri="{FF2B5EF4-FFF2-40B4-BE49-F238E27FC236}">
                <a16:creationId xmlns:a16="http://schemas.microsoft.com/office/drawing/2014/main" id="{E9EB10C3-4D11-0005-8B4A-5AF8917AFAAF}"/>
              </a:ext>
            </a:extLst>
          </p:cNvPr>
          <p:cNvSpPr txBox="1"/>
          <p:nvPr/>
        </p:nvSpPr>
        <p:spPr>
          <a:xfrm>
            <a:off x="309970" y="2871183"/>
            <a:ext cx="5252425" cy="1021883"/>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4"/>
          </a:lnRef>
          <a:fillRef idx="2">
            <a:schemeClr val="accent4"/>
          </a:fillRef>
          <a:effectRef idx="1">
            <a:schemeClr val="accent4"/>
          </a:effectRef>
          <a:fontRef idx="minor">
            <a:schemeClr val="dk1"/>
          </a:fontRef>
        </p:style>
        <p:txBody>
          <a:bodyPr wrap="square">
            <a:spAutoFit/>
          </a:bodyPr>
          <a:lstStyle/>
          <a:p>
            <a:pPr>
              <a:lnSpc>
                <a:spcPct val="150000"/>
              </a:lnSpc>
            </a:pPr>
            <a:r>
              <a:rPr lang="en-US" b="1" dirty="0"/>
              <a:t>Suggested Explanation:</a:t>
            </a:r>
            <a:r>
              <a:rPr lang="en-US" dirty="0"/>
              <a:t> Passengers prefer to book in advance to get cheaper prices. Standard Class dominates revenue as it's more accessible and affordable compared to First Class.</a:t>
            </a:r>
          </a:p>
        </p:txBody>
      </p:sp>
      <p:pic>
        <p:nvPicPr>
          <p:cNvPr id="7" name="Picture 6" descr="This may contain: stacks of gold coins with an arrow going up on them in front of a dark background">
            <a:extLst>
              <a:ext uri="{FF2B5EF4-FFF2-40B4-BE49-F238E27FC236}">
                <a16:creationId xmlns:a16="http://schemas.microsoft.com/office/drawing/2014/main" id="{1584FCB2-FE24-8CA6-3ADA-2525EF104A87}"/>
              </a:ext>
            </a:extLst>
          </p:cNvPr>
          <p:cNvPicPr>
            <a:picLocks noChangeAspect="1"/>
          </p:cNvPicPr>
          <p:nvPr/>
        </p:nvPicPr>
        <p:blipFill>
          <a:blip r:embed="rId3"/>
          <a:stretch>
            <a:fillRect/>
          </a:stretch>
        </p:blipFill>
        <p:spPr>
          <a:xfrm>
            <a:off x="5882434" y="1450035"/>
            <a:ext cx="2381070" cy="284229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426470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48"/>
                                        </p:tgtEl>
                                        <p:attrNameLst>
                                          <p:attrName>style.visibility</p:attrName>
                                        </p:attrNameLst>
                                      </p:cBhvr>
                                      <p:to>
                                        <p:strVal val="visible"/>
                                      </p:to>
                                    </p:set>
                                    <p:animEffect transition="in" filter="fade">
                                      <p:cBhvr>
                                        <p:cTn id="7" dur="1000"/>
                                        <p:tgtEl>
                                          <p:spTgt spid="1148"/>
                                        </p:tgtEl>
                                      </p:cBhvr>
                                    </p:animEffect>
                                    <p:anim calcmode="lin" valueType="num">
                                      <p:cBhvr>
                                        <p:cTn id="8" dur="1000" fill="hold"/>
                                        <p:tgtEl>
                                          <p:spTgt spid="1148"/>
                                        </p:tgtEl>
                                        <p:attrNameLst>
                                          <p:attrName>ppt_x</p:attrName>
                                        </p:attrNameLst>
                                      </p:cBhvr>
                                      <p:tavLst>
                                        <p:tav tm="0">
                                          <p:val>
                                            <p:strVal val="#ppt_x"/>
                                          </p:val>
                                        </p:tav>
                                        <p:tav tm="100000">
                                          <p:val>
                                            <p:strVal val="#ppt_x"/>
                                          </p:val>
                                        </p:tav>
                                      </p:tavLst>
                                    </p:anim>
                                    <p:anim calcmode="lin" valueType="num">
                                      <p:cBhvr>
                                        <p:cTn id="9" dur="1000" fill="hold"/>
                                        <p:tgtEl>
                                          <p:spTgt spid="114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barn(inVertical)">
                                      <p:cBhvr>
                                        <p:cTn id="14" dur="5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barn(inVertical)">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barn(inVertical)">
                                      <p:cBhvr>
                                        <p:cTn id="24" dur="5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ppt_x"/>
                                          </p:val>
                                        </p:tav>
                                        <p:tav tm="100000">
                                          <p:val>
                                            <p:strVal val="#ppt_x"/>
                                          </p:val>
                                        </p:tav>
                                      </p:tavLst>
                                    </p:anim>
                                    <p:anim calcmode="lin" valueType="num">
                                      <p:cBhvr additive="base">
                                        <p:cTn id="3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8" grpId="0"/>
      <p:bldP spid="2" grpId="0"/>
      <p:bldP spid="4" grpId="0" animBg="1"/>
      <p:bldP spid="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45">
          <a:extLst>
            <a:ext uri="{FF2B5EF4-FFF2-40B4-BE49-F238E27FC236}">
              <a16:creationId xmlns:a16="http://schemas.microsoft.com/office/drawing/2014/main" id="{DED77A23-FAE5-48EC-A3C1-FA36D63B8CF8}"/>
            </a:ext>
          </a:extLst>
        </p:cNvPr>
        <p:cNvGrpSpPr/>
        <p:nvPr/>
      </p:nvGrpSpPr>
      <p:grpSpPr>
        <a:xfrm>
          <a:off x="0" y="0"/>
          <a:ext cx="0" cy="0"/>
          <a:chOff x="0" y="0"/>
          <a:chExt cx="0" cy="0"/>
        </a:xfrm>
      </p:grpSpPr>
      <p:sp>
        <p:nvSpPr>
          <p:cNvPr id="1046" name="Google Shape;1046;p33">
            <a:extLst>
              <a:ext uri="{FF2B5EF4-FFF2-40B4-BE49-F238E27FC236}">
                <a16:creationId xmlns:a16="http://schemas.microsoft.com/office/drawing/2014/main" id="{E70058D7-6566-86A8-C66B-458015BBDB65}"/>
              </a:ext>
            </a:extLst>
          </p:cNvPr>
          <p:cNvSpPr txBox="1">
            <a:spLocks noGrp="1"/>
          </p:cNvSpPr>
          <p:nvPr>
            <p:ph type="title"/>
          </p:nvPr>
        </p:nvSpPr>
        <p:spPr>
          <a:xfrm>
            <a:off x="1221281" y="42645"/>
            <a:ext cx="6901970" cy="683700"/>
          </a:xfrm>
          <a:prstGeom prst="rect">
            <a:avLst/>
          </a:prstGeom>
        </p:spPr>
        <p:txBody>
          <a:bodyPr spcFirstLastPara="1" wrap="square" lIns="91425" tIns="91425" rIns="91425" bIns="91425" anchor="t" anchorCtr="0">
            <a:noAutofit/>
          </a:bodyPr>
          <a:lstStyle/>
          <a:p>
            <a:pPr lvl="0"/>
            <a:r>
              <a:rPr lang="en-US" sz="3200" dirty="0"/>
              <a:t>Data Insights</a:t>
            </a:r>
            <a:endParaRPr sz="3200" dirty="0"/>
          </a:p>
        </p:txBody>
      </p:sp>
      <p:sp>
        <p:nvSpPr>
          <p:cNvPr id="3" name="TextBox 2">
            <a:extLst>
              <a:ext uri="{FF2B5EF4-FFF2-40B4-BE49-F238E27FC236}">
                <a16:creationId xmlns:a16="http://schemas.microsoft.com/office/drawing/2014/main" id="{9F050F7F-98E6-67D0-D74A-B1E121785ADC}"/>
              </a:ext>
            </a:extLst>
          </p:cNvPr>
          <p:cNvSpPr txBox="1"/>
          <p:nvPr/>
        </p:nvSpPr>
        <p:spPr>
          <a:xfrm>
            <a:off x="309970" y="743330"/>
            <a:ext cx="4534533" cy="369332"/>
          </a:xfrm>
          <a:prstGeom prst="rect">
            <a:avLst/>
          </a:prstGeom>
          <a:noFill/>
        </p:spPr>
        <p:txBody>
          <a:bodyPr wrap="square">
            <a:spAutoFit/>
          </a:bodyPr>
          <a:lstStyle/>
          <a:p>
            <a:r>
              <a:rPr lang="en-US" sz="1800" dirty="0"/>
              <a:t>Journey Status &amp; Delay Analysis</a:t>
            </a:r>
          </a:p>
        </p:txBody>
      </p:sp>
      <p:pic>
        <p:nvPicPr>
          <p:cNvPr id="4" name="Picture 3">
            <a:extLst>
              <a:ext uri="{FF2B5EF4-FFF2-40B4-BE49-F238E27FC236}">
                <a16:creationId xmlns:a16="http://schemas.microsoft.com/office/drawing/2014/main" id="{50406840-A855-884C-2DD5-9FEC78FA7B4D}"/>
              </a:ext>
            </a:extLst>
          </p:cNvPr>
          <p:cNvPicPr>
            <a:picLocks noChangeAspect="1"/>
          </p:cNvPicPr>
          <p:nvPr/>
        </p:nvPicPr>
        <p:blipFill>
          <a:blip r:embed="rId3"/>
          <a:srcRect/>
          <a:stretch/>
        </p:blipFill>
        <p:spPr>
          <a:xfrm>
            <a:off x="355252" y="1326911"/>
            <a:ext cx="8433496" cy="228943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1474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46"/>
                                        </p:tgtEl>
                                        <p:attrNameLst>
                                          <p:attrName>style.visibility</p:attrName>
                                        </p:attrNameLst>
                                      </p:cBhvr>
                                      <p:to>
                                        <p:strVal val="visible"/>
                                      </p:to>
                                    </p:set>
                                    <p:animEffect transition="in" filter="fade">
                                      <p:cBhvr>
                                        <p:cTn id="7" dur="1000"/>
                                        <p:tgtEl>
                                          <p:spTgt spid="1046"/>
                                        </p:tgtEl>
                                      </p:cBhvr>
                                    </p:animEffect>
                                    <p:anim calcmode="lin" valueType="num">
                                      <p:cBhvr>
                                        <p:cTn id="8" dur="1000" fill="hold"/>
                                        <p:tgtEl>
                                          <p:spTgt spid="1046"/>
                                        </p:tgtEl>
                                        <p:attrNameLst>
                                          <p:attrName>ppt_x</p:attrName>
                                        </p:attrNameLst>
                                      </p:cBhvr>
                                      <p:tavLst>
                                        <p:tav tm="0">
                                          <p:val>
                                            <p:strVal val="#ppt_x"/>
                                          </p:val>
                                        </p:tav>
                                        <p:tav tm="100000">
                                          <p:val>
                                            <p:strVal val="#ppt_x"/>
                                          </p:val>
                                        </p:tav>
                                      </p:tavLst>
                                    </p:anim>
                                    <p:anim calcmode="lin" valueType="num">
                                      <p:cBhvr>
                                        <p:cTn id="9" dur="1000" fill="hold"/>
                                        <p:tgtEl>
                                          <p:spTgt spid="104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barn(inVertical)">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barn(inVertical)">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6" grpId="0"/>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45">
          <a:extLst>
            <a:ext uri="{FF2B5EF4-FFF2-40B4-BE49-F238E27FC236}">
              <a16:creationId xmlns:a16="http://schemas.microsoft.com/office/drawing/2014/main" id="{DD504644-2D8B-54AA-1CCD-A99C21E60DD3}"/>
            </a:ext>
          </a:extLst>
        </p:cNvPr>
        <p:cNvGrpSpPr/>
        <p:nvPr/>
      </p:nvGrpSpPr>
      <p:grpSpPr>
        <a:xfrm>
          <a:off x="0" y="0"/>
          <a:ext cx="0" cy="0"/>
          <a:chOff x="0" y="0"/>
          <a:chExt cx="0" cy="0"/>
        </a:xfrm>
      </p:grpSpPr>
      <p:sp>
        <p:nvSpPr>
          <p:cNvPr id="1046" name="Google Shape;1046;p33">
            <a:extLst>
              <a:ext uri="{FF2B5EF4-FFF2-40B4-BE49-F238E27FC236}">
                <a16:creationId xmlns:a16="http://schemas.microsoft.com/office/drawing/2014/main" id="{42910978-B6BB-975D-FFA7-D155CE9BBCDA}"/>
              </a:ext>
            </a:extLst>
          </p:cNvPr>
          <p:cNvSpPr txBox="1">
            <a:spLocks noGrp="1"/>
          </p:cNvSpPr>
          <p:nvPr>
            <p:ph type="title"/>
          </p:nvPr>
        </p:nvSpPr>
        <p:spPr>
          <a:xfrm>
            <a:off x="1221281" y="42645"/>
            <a:ext cx="6901970" cy="683700"/>
          </a:xfrm>
          <a:prstGeom prst="rect">
            <a:avLst/>
          </a:prstGeom>
        </p:spPr>
        <p:txBody>
          <a:bodyPr spcFirstLastPara="1" wrap="square" lIns="91425" tIns="91425" rIns="91425" bIns="91425" anchor="t" anchorCtr="0">
            <a:noAutofit/>
          </a:bodyPr>
          <a:lstStyle/>
          <a:p>
            <a:pPr lvl="0"/>
            <a:r>
              <a:rPr lang="en-US" sz="3200" dirty="0"/>
              <a:t>Data Insights</a:t>
            </a:r>
            <a:endParaRPr sz="3200" dirty="0"/>
          </a:p>
        </p:txBody>
      </p:sp>
      <p:sp>
        <p:nvSpPr>
          <p:cNvPr id="3" name="TextBox 2">
            <a:extLst>
              <a:ext uri="{FF2B5EF4-FFF2-40B4-BE49-F238E27FC236}">
                <a16:creationId xmlns:a16="http://schemas.microsoft.com/office/drawing/2014/main" id="{404D27F5-91A2-ECCE-3136-A78F283FAA68}"/>
              </a:ext>
            </a:extLst>
          </p:cNvPr>
          <p:cNvSpPr txBox="1"/>
          <p:nvPr/>
        </p:nvSpPr>
        <p:spPr>
          <a:xfrm>
            <a:off x="309970" y="743330"/>
            <a:ext cx="4534533" cy="369332"/>
          </a:xfrm>
          <a:prstGeom prst="rect">
            <a:avLst/>
          </a:prstGeom>
          <a:noFill/>
        </p:spPr>
        <p:txBody>
          <a:bodyPr wrap="square">
            <a:spAutoFit/>
          </a:bodyPr>
          <a:lstStyle/>
          <a:p>
            <a:r>
              <a:rPr lang="en-US" sz="1800" dirty="0"/>
              <a:t>Journey Status &amp; Delay Analysis</a:t>
            </a:r>
          </a:p>
        </p:txBody>
      </p:sp>
      <p:pic>
        <p:nvPicPr>
          <p:cNvPr id="5" name="Picture 4">
            <a:extLst>
              <a:ext uri="{FF2B5EF4-FFF2-40B4-BE49-F238E27FC236}">
                <a16:creationId xmlns:a16="http://schemas.microsoft.com/office/drawing/2014/main" id="{3D9567FE-F659-974C-2A66-F2C96B2D26AA}"/>
              </a:ext>
            </a:extLst>
          </p:cNvPr>
          <p:cNvPicPr>
            <a:picLocks noChangeAspect="1"/>
          </p:cNvPicPr>
          <p:nvPr/>
        </p:nvPicPr>
        <p:blipFill>
          <a:blip r:embed="rId3"/>
          <a:srcRect t="4308"/>
          <a:stretch>
            <a:fillRect/>
          </a:stretch>
        </p:blipFill>
        <p:spPr>
          <a:xfrm>
            <a:off x="453347" y="1416288"/>
            <a:ext cx="3804907" cy="2138183"/>
          </a:xfrm>
          <a:prstGeom prst="rect">
            <a:avLst/>
          </a:prstGeom>
          <a:ln>
            <a:noFill/>
          </a:ln>
          <a:effectLst>
            <a:outerShdw blurRad="292100" dist="139700" dir="2700000" algn="tl" rotWithShape="0">
              <a:srgbClr val="333333">
                <a:alpha val="65000"/>
              </a:srgbClr>
            </a:outerShdw>
          </a:effectLst>
        </p:spPr>
      </p:pic>
      <p:pic>
        <p:nvPicPr>
          <p:cNvPr id="7" name="Picture 6">
            <a:extLst>
              <a:ext uri="{FF2B5EF4-FFF2-40B4-BE49-F238E27FC236}">
                <a16:creationId xmlns:a16="http://schemas.microsoft.com/office/drawing/2014/main" id="{014301DC-A1ED-44ED-D21B-5C574D38D9DC}"/>
              </a:ext>
            </a:extLst>
          </p:cNvPr>
          <p:cNvPicPr>
            <a:picLocks noChangeAspect="1"/>
          </p:cNvPicPr>
          <p:nvPr/>
        </p:nvPicPr>
        <p:blipFill>
          <a:blip r:embed="rId4"/>
          <a:srcRect t="5150" b="-1"/>
          <a:stretch>
            <a:fillRect/>
          </a:stretch>
        </p:blipFill>
        <p:spPr>
          <a:xfrm>
            <a:off x="4648618" y="1172634"/>
            <a:ext cx="4112258" cy="1466907"/>
          </a:xfrm>
          <a:prstGeom prst="rect">
            <a:avLst/>
          </a:prstGeom>
          <a:ln>
            <a:noFill/>
          </a:ln>
          <a:effectLst>
            <a:outerShdw blurRad="292100" dist="139700" dir="2700000" algn="tl" rotWithShape="0">
              <a:srgbClr val="333333">
                <a:alpha val="65000"/>
              </a:srgbClr>
            </a:outerShdw>
          </a:effectLst>
        </p:spPr>
      </p:pic>
      <p:pic>
        <p:nvPicPr>
          <p:cNvPr id="9" name="Picture 8">
            <a:extLst>
              <a:ext uri="{FF2B5EF4-FFF2-40B4-BE49-F238E27FC236}">
                <a16:creationId xmlns:a16="http://schemas.microsoft.com/office/drawing/2014/main" id="{C5CAF796-857B-6007-A02D-7F7BBC90C8E3}"/>
              </a:ext>
            </a:extLst>
          </p:cNvPr>
          <p:cNvPicPr>
            <a:picLocks noChangeAspect="1"/>
          </p:cNvPicPr>
          <p:nvPr/>
        </p:nvPicPr>
        <p:blipFill>
          <a:blip r:embed="rId5"/>
          <a:srcRect/>
          <a:stretch/>
        </p:blipFill>
        <p:spPr>
          <a:xfrm>
            <a:off x="4877400" y="2738655"/>
            <a:ext cx="3701989" cy="178604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868665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46"/>
                                        </p:tgtEl>
                                        <p:attrNameLst>
                                          <p:attrName>style.visibility</p:attrName>
                                        </p:attrNameLst>
                                      </p:cBhvr>
                                      <p:to>
                                        <p:strVal val="visible"/>
                                      </p:to>
                                    </p:set>
                                    <p:anim calcmode="lin" valueType="num">
                                      <p:cBhvr additive="base">
                                        <p:cTn id="7" dur="500" fill="hold"/>
                                        <p:tgtEl>
                                          <p:spTgt spid="1046"/>
                                        </p:tgtEl>
                                        <p:attrNameLst>
                                          <p:attrName>ppt_x</p:attrName>
                                        </p:attrNameLst>
                                      </p:cBhvr>
                                      <p:tavLst>
                                        <p:tav tm="0">
                                          <p:val>
                                            <p:strVal val="#ppt_x"/>
                                          </p:val>
                                        </p:tav>
                                        <p:tav tm="100000">
                                          <p:val>
                                            <p:strVal val="#ppt_x"/>
                                          </p:val>
                                        </p:tav>
                                      </p:tavLst>
                                    </p:anim>
                                    <p:anim calcmode="lin" valueType="num">
                                      <p:cBhvr additive="base">
                                        <p:cTn id="8" dur="500" fill="hold"/>
                                        <p:tgtEl>
                                          <p:spTgt spid="104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anim calcmode="lin" valueType="num">
                                      <p:cBhvr>
                                        <p:cTn id="14" dur="1000" fill="hold"/>
                                        <p:tgtEl>
                                          <p:spTgt spid="3"/>
                                        </p:tgtEl>
                                        <p:attrNameLst>
                                          <p:attrName>ppt_x</p:attrName>
                                        </p:attrNameLst>
                                      </p:cBhvr>
                                      <p:tavLst>
                                        <p:tav tm="0">
                                          <p:val>
                                            <p:strVal val="#ppt_x"/>
                                          </p:val>
                                        </p:tav>
                                        <p:tav tm="100000">
                                          <p:val>
                                            <p:strVal val="#ppt_x"/>
                                          </p:val>
                                        </p:tav>
                                      </p:tavLst>
                                    </p:anim>
                                    <p:anim calcmode="lin" valueType="num">
                                      <p:cBhvr>
                                        <p:cTn id="15"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additive="base">
                                        <p:cTn id="20" dur="500" fill="hold"/>
                                        <p:tgtEl>
                                          <p:spTgt spid="5"/>
                                        </p:tgtEl>
                                        <p:attrNameLst>
                                          <p:attrName>ppt_x</p:attrName>
                                        </p:attrNameLst>
                                      </p:cBhvr>
                                      <p:tavLst>
                                        <p:tav tm="0">
                                          <p:val>
                                            <p:strVal val="#ppt_x"/>
                                          </p:val>
                                        </p:tav>
                                        <p:tav tm="100000">
                                          <p:val>
                                            <p:strVal val="#ppt_x"/>
                                          </p:val>
                                        </p:tav>
                                      </p:tavLst>
                                    </p:anim>
                                    <p:anim calcmode="lin" valueType="num">
                                      <p:cBhvr additive="base">
                                        <p:cTn id="21"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 calcmode="lin" valueType="num">
                                      <p:cBhvr additive="base">
                                        <p:cTn id="26" dur="500" fill="hold"/>
                                        <p:tgtEl>
                                          <p:spTgt spid="7"/>
                                        </p:tgtEl>
                                        <p:attrNameLst>
                                          <p:attrName>ppt_x</p:attrName>
                                        </p:attrNameLst>
                                      </p:cBhvr>
                                      <p:tavLst>
                                        <p:tav tm="0">
                                          <p:val>
                                            <p:strVal val="#ppt_x"/>
                                          </p:val>
                                        </p:tav>
                                        <p:tav tm="100000">
                                          <p:val>
                                            <p:strVal val="#ppt_x"/>
                                          </p:val>
                                        </p:tav>
                                      </p:tavLst>
                                    </p:anim>
                                    <p:anim calcmode="lin" valueType="num">
                                      <p:cBhvr additive="base">
                                        <p:cTn id="27"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500" fill="hold"/>
                                        <p:tgtEl>
                                          <p:spTgt spid="9"/>
                                        </p:tgtEl>
                                        <p:attrNameLst>
                                          <p:attrName>ppt_x</p:attrName>
                                        </p:attrNameLst>
                                      </p:cBhvr>
                                      <p:tavLst>
                                        <p:tav tm="0">
                                          <p:val>
                                            <p:strVal val="#ppt_x"/>
                                          </p:val>
                                        </p:tav>
                                        <p:tav tm="100000">
                                          <p:val>
                                            <p:strVal val="#ppt_x"/>
                                          </p:val>
                                        </p:tav>
                                      </p:tavLst>
                                    </p:anim>
                                    <p:anim calcmode="lin" valueType="num">
                                      <p:cBhvr additive="base">
                                        <p:cTn id="3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6" grpId="0"/>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47">
          <a:extLst>
            <a:ext uri="{FF2B5EF4-FFF2-40B4-BE49-F238E27FC236}">
              <a16:creationId xmlns:a16="http://schemas.microsoft.com/office/drawing/2014/main" id="{B4829A09-470C-E0DD-FD5D-8724A3C95309}"/>
            </a:ext>
          </a:extLst>
        </p:cNvPr>
        <p:cNvGrpSpPr/>
        <p:nvPr/>
      </p:nvGrpSpPr>
      <p:grpSpPr>
        <a:xfrm>
          <a:off x="0" y="0"/>
          <a:ext cx="0" cy="0"/>
          <a:chOff x="0" y="0"/>
          <a:chExt cx="0" cy="0"/>
        </a:xfrm>
      </p:grpSpPr>
      <p:sp>
        <p:nvSpPr>
          <p:cNvPr id="1148" name="Google Shape;1148;p34">
            <a:extLst>
              <a:ext uri="{FF2B5EF4-FFF2-40B4-BE49-F238E27FC236}">
                <a16:creationId xmlns:a16="http://schemas.microsoft.com/office/drawing/2014/main" id="{C33DC6AF-93AE-0584-3310-6867B6715E82}"/>
              </a:ext>
            </a:extLst>
          </p:cNvPr>
          <p:cNvSpPr txBox="1">
            <a:spLocks noGrp="1"/>
          </p:cNvSpPr>
          <p:nvPr>
            <p:ph type="title"/>
          </p:nvPr>
        </p:nvSpPr>
        <p:spPr>
          <a:xfrm>
            <a:off x="2132770" y="0"/>
            <a:ext cx="4878460" cy="908755"/>
          </a:xfrm>
          <a:prstGeom prst="rect">
            <a:avLst/>
          </a:prstGeom>
        </p:spPr>
        <p:txBody>
          <a:bodyPr spcFirstLastPara="1" wrap="square" lIns="91425" tIns="91425" rIns="91425" bIns="91425" anchor="t" anchorCtr="0">
            <a:noAutofit/>
          </a:bodyPr>
          <a:lstStyle/>
          <a:p>
            <a:r>
              <a:rPr lang="en-US" sz="3600" dirty="0"/>
              <a:t>Data Insights</a:t>
            </a:r>
            <a:endParaRPr dirty="0"/>
          </a:p>
        </p:txBody>
      </p:sp>
      <p:sp>
        <p:nvSpPr>
          <p:cNvPr id="1150" name="Google Shape;1150;p34">
            <a:extLst>
              <a:ext uri="{FF2B5EF4-FFF2-40B4-BE49-F238E27FC236}">
                <a16:creationId xmlns:a16="http://schemas.microsoft.com/office/drawing/2014/main" id="{150D725A-A5C2-FB3F-C087-C820227B5475}"/>
              </a:ext>
            </a:extLst>
          </p:cNvPr>
          <p:cNvSpPr/>
          <p:nvPr/>
        </p:nvSpPr>
        <p:spPr>
          <a:xfrm flipH="1">
            <a:off x="0" y="4629950"/>
            <a:ext cx="1852422" cy="513550"/>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1" name="Google Shape;1151;p34">
            <a:extLst>
              <a:ext uri="{FF2B5EF4-FFF2-40B4-BE49-F238E27FC236}">
                <a16:creationId xmlns:a16="http://schemas.microsoft.com/office/drawing/2014/main" id="{AFDE5DBF-9A94-9265-DF57-30975A0EEFEC}"/>
              </a:ext>
            </a:extLst>
          </p:cNvPr>
          <p:cNvGrpSpPr/>
          <p:nvPr/>
        </p:nvGrpSpPr>
        <p:grpSpPr>
          <a:xfrm rot="5400000">
            <a:off x="7902727" y="3902217"/>
            <a:ext cx="1686810" cy="795739"/>
            <a:chOff x="7486078" y="1255168"/>
            <a:chExt cx="1686810" cy="795739"/>
          </a:xfrm>
        </p:grpSpPr>
        <p:sp>
          <p:nvSpPr>
            <p:cNvPr id="1152" name="Google Shape;1152;p34">
              <a:extLst>
                <a:ext uri="{FF2B5EF4-FFF2-40B4-BE49-F238E27FC236}">
                  <a16:creationId xmlns:a16="http://schemas.microsoft.com/office/drawing/2014/main" id="{EE315417-FB81-5EC5-CE86-A160C8E1A843}"/>
                </a:ext>
              </a:extLst>
            </p:cNvPr>
            <p:cNvSpPr/>
            <p:nvPr/>
          </p:nvSpPr>
          <p:spPr>
            <a:xfrm rot="-5400000">
              <a:off x="8462831" y="1079222"/>
              <a:ext cx="85680" cy="1051573"/>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34">
              <a:extLst>
                <a:ext uri="{FF2B5EF4-FFF2-40B4-BE49-F238E27FC236}">
                  <a16:creationId xmlns:a16="http://schemas.microsoft.com/office/drawing/2014/main" id="{5214081F-B3F6-05B8-2D1A-3EC5058B189F}"/>
                </a:ext>
              </a:extLst>
            </p:cNvPr>
            <p:cNvSpPr/>
            <p:nvPr/>
          </p:nvSpPr>
          <p:spPr>
            <a:xfrm rot="-5400000">
              <a:off x="8484190" y="1057862"/>
              <a:ext cx="42961" cy="1051573"/>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4">
              <a:extLst>
                <a:ext uri="{FF2B5EF4-FFF2-40B4-BE49-F238E27FC236}">
                  <a16:creationId xmlns:a16="http://schemas.microsoft.com/office/drawing/2014/main" id="{BD3B4BA9-9B51-30BB-F49A-00D14051A32D}"/>
                </a:ext>
              </a:extLst>
            </p:cNvPr>
            <p:cNvSpPr/>
            <p:nvPr/>
          </p:nvSpPr>
          <p:spPr>
            <a:xfrm rot="-5400000">
              <a:off x="8136884" y="1575805"/>
              <a:ext cx="85680" cy="58407"/>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34">
              <a:extLst>
                <a:ext uri="{FF2B5EF4-FFF2-40B4-BE49-F238E27FC236}">
                  <a16:creationId xmlns:a16="http://schemas.microsoft.com/office/drawing/2014/main" id="{6C4FD6F1-4839-7CE0-96E8-8523CCD5C36B}"/>
                </a:ext>
              </a:extLst>
            </p:cNvPr>
            <p:cNvSpPr/>
            <p:nvPr/>
          </p:nvSpPr>
          <p:spPr>
            <a:xfrm rot="-5400000">
              <a:off x="8803015" y="1534051"/>
              <a:ext cx="600726" cy="139019"/>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34">
              <a:extLst>
                <a:ext uri="{FF2B5EF4-FFF2-40B4-BE49-F238E27FC236}">
                  <a16:creationId xmlns:a16="http://schemas.microsoft.com/office/drawing/2014/main" id="{64684565-772D-5280-792D-EB7E023A0F21}"/>
                </a:ext>
              </a:extLst>
            </p:cNvPr>
            <p:cNvSpPr/>
            <p:nvPr/>
          </p:nvSpPr>
          <p:spPr>
            <a:xfrm rot="-5400000">
              <a:off x="7430446" y="1310800"/>
              <a:ext cx="779569" cy="66830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4">
              <a:extLst>
                <a:ext uri="{FF2B5EF4-FFF2-40B4-BE49-F238E27FC236}">
                  <a16:creationId xmlns:a16="http://schemas.microsoft.com/office/drawing/2014/main" id="{1533E6B3-369C-0571-CF44-23D58903F32D}"/>
                </a:ext>
              </a:extLst>
            </p:cNvPr>
            <p:cNvSpPr/>
            <p:nvPr/>
          </p:nvSpPr>
          <p:spPr>
            <a:xfrm rot="-5400000">
              <a:off x="7461098" y="1349417"/>
              <a:ext cx="718265" cy="615208"/>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4">
              <a:extLst>
                <a:ext uri="{FF2B5EF4-FFF2-40B4-BE49-F238E27FC236}">
                  <a16:creationId xmlns:a16="http://schemas.microsoft.com/office/drawing/2014/main" id="{60ADDFFF-631B-951D-D605-DAB8E567C816}"/>
                </a:ext>
              </a:extLst>
            </p:cNvPr>
            <p:cNvSpPr/>
            <p:nvPr/>
          </p:nvSpPr>
          <p:spPr>
            <a:xfrm rot="-5400000">
              <a:off x="7430688" y="1326729"/>
              <a:ext cx="779569" cy="668788"/>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34">
              <a:extLst>
                <a:ext uri="{FF2B5EF4-FFF2-40B4-BE49-F238E27FC236}">
                  <a16:creationId xmlns:a16="http://schemas.microsoft.com/office/drawing/2014/main" id="{A93E6B63-1820-03D7-D040-BE1BCC37CF70}"/>
                </a:ext>
              </a:extLst>
            </p:cNvPr>
            <p:cNvSpPr/>
            <p:nvPr/>
          </p:nvSpPr>
          <p:spPr>
            <a:xfrm rot="5400000" flipH="1">
              <a:off x="7557667" y="1340997"/>
              <a:ext cx="525000" cy="525000"/>
            </a:xfrm>
            <a:prstGeom prst="mathMultiply">
              <a:avLst>
                <a:gd name="adj1" fmla="val 1275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extBox 1">
            <a:extLst>
              <a:ext uri="{FF2B5EF4-FFF2-40B4-BE49-F238E27FC236}">
                <a16:creationId xmlns:a16="http://schemas.microsoft.com/office/drawing/2014/main" id="{84E16340-13CB-D4A4-B76A-9C64666AEF71}"/>
              </a:ext>
            </a:extLst>
          </p:cNvPr>
          <p:cNvSpPr txBox="1"/>
          <p:nvPr/>
        </p:nvSpPr>
        <p:spPr>
          <a:xfrm>
            <a:off x="309970" y="743330"/>
            <a:ext cx="4534533" cy="369332"/>
          </a:xfrm>
          <a:prstGeom prst="rect">
            <a:avLst/>
          </a:prstGeom>
          <a:noFill/>
        </p:spPr>
        <p:txBody>
          <a:bodyPr wrap="square">
            <a:spAutoFit/>
          </a:bodyPr>
          <a:lstStyle/>
          <a:p>
            <a:r>
              <a:rPr lang="en-US" sz="1800" dirty="0"/>
              <a:t>Journey Status &amp; Delay Analysis</a:t>
            </a:r>
          </a:p>
        </p:txBody>
      </p:sp>
      <p:pic>
        <p:nvPicPr>
          <p:cNvPr id="3" name="Picture 2" descr="Story pin image">
            <a:extLst>
              <a:ext uri="{FF2B5EF4-FFF2-40B4-BE49-F238E27FC236}">
                <a16:creationId xmlns:a16="http://schemas.microsoft.com/office/drawing/2014/main" id="{85BD5132-CCD2-8458-397B-392908AD14C6}"/>
              </a:ext>
            </a:extLst>
          </p:cNvPr>
          <p:cNvPicPr>
            <a:picLocks noChangeAspect="1"/>
          </p:cNvPicPr>
          <p:nvPr/>
        </p:nvPicPr>
        <p:blipFill>
          <a:blip r:embed="rId3"/>
          <a:stretch>
            <a:fillRect/>
          </a:stretch>
        </p:blipFill>
        <p:spPr>
          <a:xfrm>
            <a:off x="6154906" y="685801"/>
            <a:ext cx="2250230" cy="3815254"/>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sp>
        <p:nvSpPr>
          <p:cNvPr id="8" name="TextBox 7">
            <a:extLst>
              <a:ext uri="{FF2B5EF4-FFF2-40B4-BE49-F238E27FC236}">
                <a16:creationId xmlns:a16="http://schemas.microsoft.com/office/drawing/2014/main" id="{CADA816B-983E-4B14-27B6-719C4D72835B}"/>
              </a:ext>
            </a:extLst>
          </p:cNvPr>
          <p:cNvSpPr txBox="1"/>
          <p:nvPr/>
        </p:nvSpPr>
        <p:spPr>
          <a:xfrm>
            <a:off x="473772" y="1371297"/>
            <a:ext cx="4969279" cy="2785378"/>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4"/>
          </a:lnRef>
          <a:fillRef idx="2">
            <a:schemeClr val="accent4"/>
          </a:fillRef>
          <a:effectRef idx="1">
            <a:schemeClr val="accent4"/>
          </a:effectRef>
          <a:fontRef idx="minor">
            <a:schemeClr val="dk1"/>
          </a:fontRef>
        </p:style>
        <p:txBody>
          <a:bodyPr wrap="square">
            <a:spAutoFit/>
          </a:bodyPr>
          <a:lstStyle/>
          <a:p>
            <a:pPr>
              <a:lnSpc>
                <a:spcPct val="150000"/>
              </a:lnSpc>
              <a:buNone/>
            </a:pPr>
            <a:r>
              <a:rPr lang="en-US" b="1" dirty="0"/>
              <a:t>Exploration:</a:t>
            </a:r>
            <a:endParaRPr lang="en-US" dirty="0"/>
          </a:p>
          <a:p>
            <a:pPr>
              <a:lnSpc>
                <a:spcPct val="150000"/>
              </a:lnSpc>
              <a:buFont typeface="Arial" panose="020B0604020202020204" pitchFamily="34" charset="0"/>
              <a:buChar char="•"/>
            </a:pPr>
            <a:r>
              <a:rPr lang="en-US" dirty="0"/>
              <a:t>On-Time Journeys: 27,481 (86.82%)</a:t>
            </a:r>
          </a:p>
          <a:p>
            <a:pPr>
              <a:lnSpc>
                <a:spcPct val="150000"/>
              </a:lnSpc>
              <a:buFont typeface="Arial" panose="020B0604020202020204" pitchFamily="34" charset="0"/>
              <a:buChar char="•"/>
            </a:pPr>
            <a:r>
              <a:rPr lang="en-US" dirty="0"/>
              <a:t>Delayed Journeys: 2,292 (7.24%)</a:t>
            </a:r>
          </a:p>
          <a:p>
            <a:pPr>
              <a:lnSpc>
                <a:spcPct val="150000"/>
              </a:lnSpc>
              <a:buFont typeface="Arial" panose="020B0604020202020204" pitchFamily="34" charset="0"/>
              <a:buChar char="•"/>
            </a:pPr>
            <a:r>
              <a:rPr lang="en-US" dirty="0"/>
              <a:t>Cancelled Journeys: 1,880 (5.94%)</a:t>
            </a:r>
          </a:p>
          <a:p>
            <a:pPr>
              <a:lnSpc>
                <a:spcPct val="150000"/>
              </a:lnSpc>
              <a:buFont typeface="Arial" panose="020B0604020202020204" pitchFamily="34" charset="0"/>
              <a:buChar char="•"/>
            </a:pPr>
            <a:r>
              <a:rPr lang="en-US" dirty="0"/>
              <a:t>Peak month for delays: March 2024 (642 delayed journeys)</a:t>
            </a:r>
          </a:p>
          <a:p>
            <a:pPr>
              <a:lnSpc>
                <a:spcPct val="150000"/>
              </a:lnSpc>
              <a:buFont typeface="Arial" panose="020B0604020202020204" pitchFamily="34" charset="0"/>
              <a:buChar char="•"/>
            </a:pPr>
            <a:r>
              <a:rPr lang="en-US" dirty="0"/>
              <a:t>Top delay causes: Weather (995), Signal Failure (970), Technical Issue (707)</a:t>
            </a:r>
          </a:p>
          <a:p>
            <a:pPr>
              <a:buNone/>
            </a:pPr>
            <a:br>
              <a:rPr lang="en-US" dirty="0"/>
            </a:br>
            <a:endParaRPr lang="en-US" dirty="0"/>
          </a:p>
        </p:txBody>
      </p:sp>
    </p:spTree>
    <p:extLst>
      <p:ext uri="{BB962C8B-B14F-4D97-AF65-F5344CB8AC3E}">
        <p14:creationId xmlns:p14="http://schemas.microsoft.com/office/powerpoint/2010/main" val="1403740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48"/>
                                        </p:tgtEl>
                                        <p:attrNameLst>
                                          <p:attrName>style.visibility</p:attrName>
                                        </p:attrNameLst>
                                      </p:cBhvr>
                                      <p:to>
                                        <p:strVal val="visible"/>
                                      </p:to>
                                    </p:set>
                                    <p:animEffect transition="in" filter="barn(inVertical)">
                                      <p:cBhvr>
                                        <p:cTn id="7" dur="500"/>
                                        <p:tgtEl>
                                          <p:spTgt spid="114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arn(inVertic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additive="base">
                                        <p:cTn id="22" dur="500" fill="hold"/>
                                        <p:tgtEl>
                                          <p:spTgt spid="3"/>
                                        </p:tgtEl>
                                        <p:attrNameLst>
                                          <p:attrName>ppt_x</p:attrName>
                                        </p:attrNameLst>
                                      </p:cBhvr>
                                      <p:tavLst>
                                        <p:tav tm="0">
                                          <p:val>
                                            <p:strVal val="#ppt_x"/>
                                          </p:val>
                                        </p:tav>
                                        <p:tav tm="100000">
                                          <p:val>
                                            <p:strVal val="#ppt_x"/>
                                          </p:val>
                                        </p:tav>
                                      </p:tavLst>
                                    </p:anim>
                                    <p:anim calcmode="lin" valueType="num">
                                      <p:cBhvr additive="base">
                                        <p:cTn id="2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8" grpId="0"/>
      <p:bldP spid="2" grpId="0"/>
      <p:bldP spid="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47">
          <a:extLst>
            <a:ext uri="{FF2B5EF4-FFF2-40B4-BE49-F238E27FC236}">
              <a16:creationId xmlns:a16="http://schemas.microsoft.com/office/drawing/2014/main" id="{E4FC50D0-6EEC-4B5E-7C08-D1A77B1557FF}"/>
            </a:ext>
          </a:extLst>
        </p:cNvPr>
        <p:cNvGrpSpPr/>
        <p:nvPr/>
      </p:nvGrpSpPr>
      <p:grpSpPr>
        <a:xfrm>
          <a:off x="0" y="0"/>
          <a:ext cx="0" cy="0"/>
          <a:chOff x="0" y="0"/>
          <a:chExt cx="0" cy="0"/>
        </a:xfrm>
      </p:grpSpPr>
      <p:sp>
        <p:nvSpPr>
          <p:cNvPr id="1148" name="Google Shape;1148;p34">
            <a:extLst>
              <a:ext uri="{FF2B5EF4-FFF2-40B4-BE49-F238E27FC236}">
                <a16:creationId xmlns:a16="http://schemas.microsoft.com/office/drawing/2014/main" id="{72B9374E-50B5-6C0A-7A82-7CC933838D92}"/>
              </a:ext>
            </a:extLst>
          </p:cNvPr>
          <p:cNvSpPr txBox="1">
            <a:spLocks noGrp="1"/>
          </p:cNvSpPr>
          <p:nvPr>
            <p:ph type="title"/>
          </p:nvPr>
        </p:nvSpPr>
        <p:spPr>
          <a:xfrm>
            <a:off x="2132770" y="0"/>
            <a:ext cx="4878460" cy="908755"/>
          </a:xfrm>
          <a:prstGeom prst="rect">
            <a:avLst/>
          </a:prstGeom>
        </p:spPr>
        <p:txBody>
          <a:bodyPr spcFirstLastPara="1" wrap="square" lIns="91425" tIns="91425" rIns="91425" bIns="91425" anchor="t" anchorCtr="0">
            <a:noAutofit/>
          </a:bodyPr>
          <a:lstStyle/>
          <a:p>
            <a:r>
              <a:rPr lang="en-US" sz="3600" dirty="0"/>
              <a:t>Data Insights</a:t>
            </a:r>
            <a:endParaRPr dirty="0"/>
          </a:p>
        </p:txBody>
      </p:sp>
      <p:sp>
        <p:nvSpPr>
          <p:cNvPr id="1150" name="Google Shape;1150;p34">
            <a:extLst>
              <a:ext uri="{FF2B5EF4-FFF2-40B4-BE49-F238E27FC236}">
                <a16:creationId xmlns:a16="http://schemas.microsoft.com/office/drawing/2014/main" id="{F4B53667-90C6-FA01-26B0-8FC7E173079C}"/>
              </a:ext>
            </a:extLst>
          </p:cNvPr>
          <p:cNvSpPr/>
          <p:nvPr/>
        </p:nvSpPr>
        <p:spPr>
          <a:xfrm flipH="1">
            <a:off x="-2" y="4400170"/>
            <a:ext cx="2022321" cy="759478"/>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1" name="Google Shape;1151;p34">
            <a:extLst>
              <a:ext uri="{FF2B5EF4-FFF2-40B4-BE49-F238E27FC236}">
                <a16:creationId xmlns:a16="http://schemas.microsoft.com/office/drawing/2014/main" id="{FA9D9F66-2825-59E5-9A5C-71E9E53E461D}"/>
              </a:ext>
            </a:extLst>
          </p:cNvPr>
          <p:cNvGrpSpPr/>
          <p:nvPr/>
        </p:nvGrpSpPr>
        <p:grpSpPr>
          <a:xfrm rot="5400000">
            <a:off x="7994500" y="4010151"/>
            <a:ext cx="1503256" cy="795739"/>
            <a:chOff x="7486078" y="1255168"/>
            <a:chExt cx="1686810" cy="795739"/>
          </a:xfrm>
        </p:grpSpPr>
        <p:sp>
          <p:nvSpPr>
            <p:cNvPr id="1152" name="Google Shape;1152;p34">
              <a:extLst>
                <a:ext uri="{FF2B5EF4-FFF2-40B4-BE49-F238E27FC236}">
                  <a16:creationId xmlns:a16="http://schemas.microsoft.com/office/drawing/2014/main" id="{66F37940-8227-3BC3-A55C-F520482C1511}"/>
                </a:ext>
              </a:extLst>
            </p:cNvPr>
            <p:cNvSpPr/>
            <p:nvPr/>
          </p:nvSpPr>
          <p:spPr>
            <a:xfrm rot="-5400000">
              <a:off x="8462831" y="1079222"/>
              <a:ext cx="85680" cy="1051573"/>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34">
              <a:extLst>
                <a:ext uri="{FF2B5EF4-FFF2-40B4-BE49-F238E27FC236}">
                  <a16:creationId xmlns:a16="http://schemas.microsoft.com/office/drawing/2014/main" id="{81149069-4966-D9ED-42AD-37104010E05E}"/>
                </a:ext>
              </a:extLst>
            </p:cNvPr>
            <p:cNvSpPr/>
            <p:nvPr/>
          </p:nvSpPr>
          <p:spPr>
            <a:xfrm rot="-5400000">
              <a:off x="8484190" y="1057862"/>
              <a:ext cx="42961" cy="1051573"/>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4">
              <a:extLst>
                <a:ext uri="{FF2B5EF4-FFF2-40B4-BE49-F238E27FC236}">
                  <a16:creationId xmlns:a16="http://schemas.microsoft.com/office/drawing/2014/main" id="{ADCDB11C-CFE7-289D-8351-478959D9D9E0}"/>
                </a:ext>
              </a:extLst>
            </p:cNvPr>
            <p:cNvSpPr/>
            <p:nvPr/>
          </p:nvSpPr>
          <p:spPr>
            <a:xfrm rot="-5400000">
              <a:off x="8136884" y="1575805"/>
              <a:ext cx="85680" cy="58407"/>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34">
              <a:extLst>
                <a:ext uri="{FF2B5EF4-FFF2-40B4-BE49-F238E27FC236}">
                  <a16:creationId xmlns:a16="http://schemas.microsoft.com/office/drawing/2014/main" id="{1A8FD2CA-70C7-02B7-2AC3-9BD86C9A1F62}"/>
                </a:ext>
              </a:extLst>
            </p:cNvPr>
            <p:cNvSpPr/>
            <p:nvPr/>
          </p:nvSpPr>
          <p:spPr>
            <a:xfrm rot="-5400000">
              <a:off x="8803015" y="1534051"/>
              <a:ext cx="600726" cy="139019"/>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34">
              <a:extLst>
                <a:ext uri="{FF2B5EF4-FFF2-40B4-BE49-F238E27FC236}">
                  <a16:creationId xmlns:a16="http://schemas.microsoft.com/office/drawing/2014/main" id="{3C6542C7-7AE7-FEE0-B962-A91A043D815E}"/>
                </a:ext>
              </a:extLst>
            </p:cNvPr>
            <p:cNvSpPr/>
            <p:nvPr/>
          </p:nvSpPr>
          <p:spPr>
            <a:xfrm rot="-5400000">
              <a:off x="7430446" y="1310800"/>
              <a:ext cx="779569" cy="66830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4">
              <a:extLst>
                <a:ext uri="{FF2B5EF4-FFF2-40B4-BE49-F238E27FC236}">
                  <a16:creationId xmlns:a16="http://schemas.microsoft.com/office/drawing/2014/main" id="{3C9C5D49-67E7-F027-57A5-34B9145C2D83}"/>
                </a:ext>
              </a:extLst>
            </p:cNvPr>
            <p:cNvSpPr/>
            <p:nvPr/>
          </p:nvSpPr>
          <p:spPr>
            <a:xfrm rot="-5400000">
              <a:off x="7461098" y="1349417"/>
              <a:ext cx="718265" cy="615208"/>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4">
              <a:extLst>
                <a:ext uri="{FF2B5EF4-FFF2-40B4-BE49-F238E27FC236}">
                  <a16:creationId xmlns:a16="http://schemas.microsoft.com/office/drawing/2014/main" id="{7C22F24A-CE5E-BAD0-FF5B-EF40893257FE}"/>
                </a:ext>
              </a:extLst>
            </p:cNvPr>
            <p:cNvSpPr/>
            <p:nvPr/>
          </p:nvSpPr>
          <p:spPr>
            <a:xfrm rot="-5400000">
              <a:off x="7430688" y="1326729"/>
              <a:ext cx="779569" cy="668788"/>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34">
              <a:extLst>
                <a:ext uri="{FF2B5EF4-FFF2-40B4-BE49-F238E27FC236}">
                  <a16:creationId xmlns:a16="http://schemas.microsoft.com/office/drawing/2014/main" id="{378ACBF0-3B0D-F8EF-7229-559DE1E64A0F}"/>
                </a:ext>
              </a:extLst>
            </p:cNvPr>
            <p:cNvSpPr/>
            <p:nvPr/>
          </p:nvSpPr>
          <p:spPr>
            <a:xfrm rot="5400000" flipH="1">
              <a:off x="7557667" y="1340997"/>
              <a:ext cx="525000" cy="525000"/>
            </a:xfrm>
            <a:prstGeom prst="mathMultiply">
              <a:avLst>
                <a:gd name="adj1" fmla="val 1275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extBox 1">
            <a:extLst>
              <a:ext uri="{FF2B5EF4-FFF2-40B4-BE49-F238E27FC236}">
                <a16:creationId xmlns:a16="http://schemas.microsoft.com/office/drawing/2014/main" id="{3D841F2D-297A-C796-D314-9E83C7398C4E}"/>
              </a:ext>
            </a:extLst>
          </p:cNvPr>
          <p:cNvSpPr txBox="1"/>
          <p:nvPr/>
        </p:nvSpPr>
        <p:spPr>
          <a:xfrm>
            <a:off x="309970" y="743330"/>
            <a:ext cx="4534533" cy="369332"/>
          </a:xfrm>
          <a:prstGeom prst="rect">
            <a:avLst/>
          </a:prstGeom>
          <a:noFill/>
        </p:spPr>
        <p:txBody>
          <a:bodyPr wrap="square">
            <a:spAutoFit/>
          </a:bodyPr>
          <a:lstStyle/>
          <a:p>
            <a:r>
              <a:rPr lang="en-US" sz="1800" dirty="0"/>
              <a:t>Journey Status &amp; Delay Analysis</a:t>
            </a:r>
          </a:p>
        </p:txBody>
      </p:sp>
      <p:sp>
        <p:nvSpPr>
          <p:cNvPr id="4" name="TextBox 3">
            <a:extLst>
              <a:ext uri="{FF2B5EF4-FFF2-40B4-BE49-F238E27FC236}">
                <a16:creationId xmlns:a16="http://schemas.microsoft.com/office/drawing/2014/main" id="{76C809E9-5019-7F07-BE7C-65AB317AD215}"/>
              </a:ext>
            </a:extLst>
          </p:cNvPr>
          <p:cNvSpPr txBox="1"/>
          <p:nvPr/>
        </p:nvSpPr>
        <p:spPr>
          <a:xfrm>
            <a:off x="410713" y="1407640"/>
            <a:ext cx="4271649" cy="1345048"/>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4"/>
          </a:lnRef>
          <a:fillRef idx="2">
            <a:schemeClr val="accent4"/>
          </a:fillRef>
          <a:effectRef idx="1">
            <a:schemeClr val="accent4"/>
          </a:effectRef>
          <a:fontRef idx="minor">
            <a:schemeClr val="dk1"/>
          </a:fontRef>
        </p:style>
        <p:txBody>
          <a:bodyPr wrap="square">
            <a:spAutoFit/>
          </a:bodyPr>
          <a:lstStyle/>
          <a:p>
            <a:pPr>
              <a:lnSpc>
                <a:spcPct val="150000"/>
              </a:lnSpc>
              <a:buNone/>
            </a:pPr>
            <a:r>
              <a:rPr lang="en-US" b="1" dirty="0"/>
              <a:t>Exploration:</a:t>
            </a:r>
            <a:r>
              <a:rPr lang="en-US" dirty="0"/>
              <a:t> The highest number of delayed journeys happens in March 2024 at 642 delays, and the main causes are Weather, Signal Failure, and Technical Issues.</a:t>
            </a:r>
          </a:p>
        </p:txBody>
      </p:sp>
      <p:sp>
        <p:nvSpPr>
          <p:cNvPr id="5" name="TextBox 4">
            <a:extLst>
              <a:ext uri="{FF2B5EF4-FFF2-40B4-BE49-F238E27FC236}">
                <a16:creationId xmlns:a16="http://schemas.microsoft.com/office/drawing/2014/main" id="{260DFF0E-64E8-F2BB-C5D1-6F30EBE03328}"/>
              </a:ext>
            </a:extLst>
          </p:cNvPr>
          <p:cNvSpPr txBox="1"/>
          <p:nvPr/>
        </p:nvSpPr>
        <p:spPr>
          <a:xfrm>
            <a:off x="410713" y="2983869"/>
            <a:ext cx="5252425" cy="1345048"/>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4"/>
          </a:lnRef>
          <a:fillRef idx="2">
            <a:schemeClr val="accent4"/>
          </a:fillRef>
          <a:effectRef idx="1">
            <a:schemeClr val="accent4"/>
          </a:effectRef>
          <a:fontRef idx="minor">
            <a:schemeClr val="dk1"/>
          </a:fontRef>
        </p:style>
        <p:txBody>
          <a:bodyPr wrap="square">
            <a:spAutoFit/>
          </a:bodyPr>
          <a:lstStyle/>
          <a:p>
            <a:pPr>
              <a:lnSpc>
                <a:spcPct val="150000"/>
              </a:lnSpc>
              <a:buNone/>
            </a:pPr>
            <a:r>
              <a:rPr lang="en-US" b="1" dirty="0"/>
              <a:t>Suggested Explanation:</a:t>
            </a:r>
            <a:r>
              <a:rPr lang="en-US" dirty="0"/>
              <a:t> Some stations suffer from staff shortage, others from weather conditions and others from technical issues. This leads to delays which most likely affects the highest demand routes like London Kings Cross → York.</a:t>
            </a:r>
          </a:p>
        </p:txBody>
      </p:sp>
      <p:pic>
        <p:nvPicPr>
          <p:cNvPr id="6" name="Picture 5" descr="Story pin image">
            <a:extLst>
              <a:ext uri="{FF2B5EF4-FFF2-40B4-BE49-F238E27FC236}">
                <a16:creationId xmlns:a16="http://schemas.microsoft.com/office/drawing/2014/main" id="{BF73EA0C-B209-3BE1-C21F-5B112E6DC7C8}"/>
              </a:ext>
            </a:extLst>
          </p:cNvPr>
          <p:cNvPicPr>
            <a:picLocks noChangeAspect="1"/>
          </p:cNvPicPr>
          <p:nvPr/>
        </p:nvPicPr>
        <p:blipFill>
          <a:blip r:embed="rId3"/>
          <a:stretch>
            <a:fillRect/>
          </a:stretch>
        </p:blipFill>
        <p:spPr>
          <a:xfrm>
            <a:off x="6174793" y="657159"/>
            <a:ext cx="2198928" cy="3907877"/>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spTree>
    <p:extLst>
      <p:ext uri="{BB962C8B-B14F-4D97-AF65-F5344CB8AC3E}">
        <p14:creationId xmlns:p14="http://schemas.microsoft.com/office/powerpoint/2010/main" val="3512610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48"/>
                                        </p:tgtEl>
                                        <p:attrNameLst>
                                          <p:attrName>style.visibility</p:attrName>
                                        </p:attrNameLst>
                                      </p:cBhvr>
                                      <p:to>
                                        <p:strVal val="visible"/>
                                      </p:to>
                                    </p:set>
                                    <p:animEffect transition="in" filter="barn(inVertical)">
                                      <p:cBhvr>
                                        <p:cTn id="7" dur="500"/>
                                        <p:tgtEl>
                                          <p:spTgt spid="114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barn(inVertical)">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500" fill="hold"/>
                                        <p:tgtEl>
                                          <p:spTgt spid="5"/>
                                        </p:tgtEl>
                                        <p:attrNameLst>
                                          <p:attrName>ppt_x</p:attrName>
                                        </p:attrNameLst>
                                      </p:cBhvr>
                                      <p:tavLst>
                                        <p:tav tm="0">
                                          <p:val>
                                            <p:strVal val="#ppt_x"/>
                                          </p:val>
                                        </p:tav>
                                        <p:tav tm="100000">
                                          <p:val>
                                            <p:strVal val="#ppt_x"/>
                                          </p:val>
                                        </p:tav>
                                      </p:tavLst>
                                    </p:anim>
                                    <p:anim calcmode="lin" valueType="num">
                                      <p:cBhvr additive="base">
                                        <p:cTn id="2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barn(inVertical)">
                                      <p:cBhvr>
                                        <p:cTn id="2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8" grpId="0"/>
      <p:bldP spid="4" grpId="0" animBg="1"/>
      <p:bldP spid="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47">
          <a:extLst>
            <a:ext uri="{FF2B5EF4-FFF2-40B4-BE49-F238E27FC236}">
              <a16:creationId xmlns:a16="http://schemas.microsoft.com/office/drawing/2014/main" id="{31D87211-FBFA-93B7-B7EC-F26EA87800AD}"/>
            </a:ext>
          </a:extLst>
        </p:cNvPr>
        <p:cNvGrpSpPr/>
        <p:nvPr/>
      </p:nvGrpSpPr>
      <p:grpSpPr>
        <a:xfrm>
          <a:off x="0" y="0"/>
          <a:ext cx="0" cy="0"/>
          <a:chOff x="0" y="0"/>
          <a:chExt cx="0" cy="0"/>
        </a:xfrm>
      </p:grpSpPr>
      <p:sp>
        <p:nvSpPr>
          <p:cNvPr id="1148" name="Google Shape;1148;p34">
            <a:extLst>
              <a:ext uri="{FF2B5EF4-FFF2-40B4-BE49-F238E27FC236}">
                <a16:creationId xmlns:a16="http://schemas.microsoft.com/office/drawing/2014/main" id="{8D858E59-D2A4-CCCB-C574-6A34A8DDA1A8}"/>
              </a:ext>
            </a:extLst>
          </p:cNvPr>
          <p:cNvSpPr txBox="1">
            <a:spLocks noGrp="1"/>
          </p:cNvSpPr>
          <p:nvPr>
            <p:ph type="title"/>
          </p:nvPr>
        </p:nvSpPr>
        <p:spPr>
          <a:xfrm>
            <a:off x="2132770" y="0"/>
            <a:ext cx="4878460" cy="908755"/>
          </a:xfrm>
          <a:prstGeom prst="rect">
            <a:avLst/>
          </a:prstGeom>
        </p:spPr>
        <p:txBody>
          <a:bodyPr spcFirstLastPara="1" wrap="square" lIns="91425" tIns="91425" rIns="91425" bIns="91425" anchor="t" anchorCtr="0">
            <a:noAutofit/>
          </a:bodyPr>
          <a:lstStyle/>
          <a:p>
            <a:r>
              <a:rPr lang="en-US" sz="3600" dirty="0"/>
              <a:t>Data Insights</a:t>
            </a:r>
            <a:endParaRPr dirty="0"/>
          </a:p>
        </p:txBody>
      </p:sp>
      <p:sp>
        <p:nvSpPr>
          <p:cNvPr id="1150" name="Google Shape;1150;p34">
            <a:extLst>
              <a:ext uri="{FF2B5EF4-FFF2-40B4-BE49-F238E27FC236}">
                <a16:creationId xmlns:a16="http://schemas.microsoft.com/office/drawing/2014/main" id="{A02AE265-18A1-BE5F-867F-CD56B8125906}"/>
              </a:ext>
            </a:extLst>
          </p:cNvPr>
          <p:cNvSpPr/>
          <p:nvPr/>
        </p:nvSpPr>
        <p:spPr>
          <a:xfrm flipH="1">
            <a:off x="31456" y="4629484"/>
            <a:ext cx="1852422" cy="513550"/>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TextBox 1">
            <a:extLst>
              <a:ext uri="{FF2B5EF4-FFF2-40B4-BE49-F238E27FC236}">
                <a16:creationId xmlns:a16="http://schemas.microsoft.com/office/drawing/2014/main" id="{414DCBA4-9909-5F59-D285-E19A7B1528D3}"/>
              </a:ext>
            </a:extLst>
          </p:cNvPr>
          <p:cNvSpPr txBox="1"/>
          <p:nvPr/>
        </p:nvSpPr>
        <p:spPr>
          <a:xfrm>
            <a:off x="367819" y="514016"/>
            <a:ext cx="4534533" cy="560410"/>
          </a:xfrm>
          <a:prstGeom prst="rect">
            <a:avLst/>
          </a:prstGeom>
          <a:noFill/>
        </p:spPr>
        <p:txBody>
          <a:bodyPr wrap="square">
            <a:spAutoFit/>
          </a:bodyPr>
          <a:lstStyle/>
          <a:p>
            <a:pPr>
              <a:lnSpc>
                <a:spcPct val="200000"/>
              </a:lnSpc>
            </a:pPr>
            <a:r>
              <a:rPr lang="en-US" sz="1800" dirty="0"/>
              <a:t>Regional &amp; Station Performance</a:t>
            </a:r>
          </a:p>
        </p:txBody>
      </p:sp>
      <p:pic>
        <p:nvPicPr>
          <p:cNvPr id="9" name="Picture 8">
            <a:extLst>
              <a:ext uri="{FF2B5EF4-FFF2-40B4-BE49-F238E27FC236}">
                <a16:creationId xmlns:a16="http://schemas.microsoft.com/office/drawing/2014/main" id="{16748F96-D25A-BCD8-BDC9-F3DFCDA582EC}"/>
              </a:ext>
            </a:extLst>
          </p:cNvPr>
          <p:cNvPicPr>
            <a:picLocks noChangeAspect="1"/>
          </p:cNvPicPr>
          <p:nvPr/>
        </p:nvPicPr>
        <p:blipFill>
          <a:blip r:embed="rId3"/>
          <a:stretch>
            <a:fillRect/>
          </a:stretch>
        </p:blipFill>
        <p:spPr>
          <a:xfrm>
            <a:off x="4791437" y="1193154"/>
            <a:ext cx="1857375" cy="790575"/>
          </a:xfrm>
          <a:prstGeom prst="rect">
            <a:avLst/>
          </a:prstGeom>
        </p:spPr>
      </p:pic>
      <p:pic>
        <p:nvPicPr>
          <p:cNvPr id="11" name="Picture 10">
            <a:extLst>
              <a:ext uri="{FF2B5EF4-FFF2-40B4-BE49-F238E27FC236}">
                <a16:creationId xmlns:a16="http://schemas.microsoft.com/office/drawing/2014/main" id="{11C420E5-A1FF-676C-E945-86BCC62E25ED}"/>
              </a:ext>
            </a:extLst>
          </p:cNvPr>
          <p:cNvPicPr>
            <a:picLocks noChangeAspect="1"/>
          </p:cNvPicPr>
          <p:nvPr/>
        </p:nvPicPr>
        <p:blipFill>
          <a:blip r:embed="rId4"/>
          <a:stretch>
            <a:fillRect/>
          </a:stretch>
        </p:blipFill>
        <p:spPr>
          <a:xfrm>
            <a:off x="2657988" y="1230835"/>
            <a:ext cx="1952625" cy="762000"/>
          </a:xfrm>
          <a:prstGeom prst="rect">
            <a:avLst/>
          </a:prstGeom>
        </p:spPr>
      </p:pic>
      <p:pic>
        <p:nvPicPr>
          <p:cNvPr id="13" name="Picture 12">
            <a:extLst>
              <a:ext uri="{FF2B5EF4-FFF2-40B4-BE49-F238E27FC236}">
                <a16:creationId xmlns:a16="http://schemas.microsoft.com/office/drawing/2014/main" id="{D61C3BC8-BD49-C86C-BBA2-3335C239B876}"/>
              </a:ext>
            </a:extLst>
          </p:cNvPr>
          <p:cNvPicPr>
            <a:picLocks noChangeAspect="1"/>
          </p:cNvPicPr>
          <p:nvPr/>
        </p:nvPicPr>
        <p:blipFill>
          <a:blip r:embed="rId5"/>
          <a:stretch>
            <a:fillRect/>
          </a:stretch>
        </p:blipFill>
        <p:spPr>
          <a:xfrm>
            <a:off x="549110" y="1208400"/>
            <a:ext cx="1857375" cy="742950"/>
          </a:xfrm>
          <a:prstGeom prst="rect">
            <a:avLst/>
          </a:prstGeom>
        </p:spPr>
      </p:pic>
      <p:pic>
        <p:nvPicPr>
          <p:cNvPr id="15" name="Picture 14">
            <a:extLst>
              <a:ext uri="{FF2B5EF4-FFF2-40B4-BE49-F238E27FC236}">
                <a16:creationId xmlns:a16="http://schemas.microsoft.com/office/drawing/2014/main" id="{DFD872A2-467E-8E4D-F82F-85A9F0719665}"/>
              </a:ext>
            </a:extLst>
          </p:cNvPr>
          <p:cNvPicPr>
            <a:picLocks noChangeAspect="1"/>
          </p:cNvPicPr>
          <p:nvPr/>
        </p:nvPicPr>
        <p:blipFill>
          <a:blip r:embed="rId6"/>
          <a:stretch>
            <a:fillRect/>
          </a:stretch>
        </p:blipFill>
        <p:spPr>
          <a:xfrm>
            <a:off x="6848463" y="1207290"/>
            <a:ext cx="1962150" cy="742950"/>
          </a:xfrm>
          <a:prstGeom prst="rect">
            <a:avLst/>
          </a:prstGeom>
        </p:spPr>
      </p:pic>
      <p:pic>
        <p:nvPicPr>
          <p:cNvPr id="17" name="Picture 16">
            <a:extLst>
              <a:ext uri="{FF2B5EF4-FFF2-40B4-BE49-F238E27FC236}">
                <a16:creationId xmlns:a16="http://schemas.microsoft.com/office/drawing/2014/main" id="{56A93096-7669-CDF7-6B1D-EA89E9942F58}"/>
              </a:ext>
            </a:extLst>
          </p:cNvPr>
          <p:cNvPicPr>
            <a:picLocks noChangeAspect="1"/>
          </p:cNvPicPr>
          <p:nvPr/>
        </p:nvPicPr>
        <p:blipFill>
          <a:blip r:embed="rId7"/>
          <a:srcRect/>
          <a:stretch/>
        </p:blipFill>
        <p:spPr>
          <a:xfrm>
            <a:off x="762574" y="2658837"/>
            <a:ext cx="4023232" cy="1464261"/>
          </a:xfrm>
          <a:prstGeom prst="rect">
            <a:avLst/>
          </a:prstGeom>
          <a:ln>
            <a:noFill/>
          </a:ln>
          <a:effectLst>
            <a:outerShdw blurRad="292100" dist="139700" dir="2700000" algn="tl" rotWithShape="0">
              <a:srgbClr val="333333">
                <a:alpha val="65000"/>
              </a:srgbClr>
            </a:outerShdw>
          </a:effectLst>
        </p:spPr>
      </p:pic>
      <p:pic>
        <p:nvPicPr>
          <p:cNvPr id="19" name="Picture 18">
            <a:extLst>
              <a:ext uri="{FF2B5EF4-FFF2-40B4-BE49-F238E27FC236}">
                <a16:creationId xmlns:a16="http://schemas.microsoft.com/office/drawing/2014/main" id="{E7548C0C-6DBF-9E0D-3E92-A91F751CE281}"/>
              </a:ext>
            </a:extLst>
          </p:cNvPr>
          <p:cNvPicPr>
            <a:picLocks noChangeAspect="1"/>
          </p:cNvPicPr>
          <p:nvPr/>
        </p:nvPicPr>
        <p:blipFill>
          <a:blip r:embed="rId8"/>
          <a:srcRect/>
          <a:stretch/>
        </p:blipFill>
        <p:spPr>
          <a:xfrm>
            <a:off x="4969049" y="2173288"/>
            <a:ext cx="3604309" cy="279783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991277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48"/>
                                        </p:tgtEl>
                                        <p:attrNameLst>
                                          <p:attrName>style.visibility</p:attrName>
                                        </p:attrNameLst>
                                      </p:cBhvr>
                                      <p:to>
                                        <p:strVal val="visible"/>
                                      </p:to>
                                    </p:set>
                                    <p:animEffect transition="in" filter="barn(inVertical)">
                                      <p:cBhvr>
                                        <p:cTn id="7" dur="500"/>
                                        <p:tgtEl>
                                          <p:spTgt spid="114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fill="hold"/>
                                        <p:tgtEl>
                                          <p:spTgt spid="13"/>
                                        </p:tgtEl>
                                        <p:attrNameLst>
                                          <p:attrName>ppt_x</p:attrName>
                                        </p:attrNameLst>
                                      </p:cBhvr>
                                      <p:tavLst>
                                        <p:tav tm="0">
                                          <p:val>
                                            <p:strVal val="#ppt_x"/>
                                          </p:val>
                                        </p:tav>
                                        <p:tav tm="100000">
                                          <p:val>
                                            <p:strVal val="#ppt_x"/>
                                          </p:val>
                                        </p:tav>
                                      </p:tavLst>
                                    </p:anim>
                                    <p:anim calcmode="lin" valueType="num">
                                      <p:cBhvr additive="base">
                                        <p:cTn id="1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ppt_x"/>
                                          </p:val>
                                        </p:tav>
                                        <p:tav tm="100000">
                                          <p:val>
                                            <p:strVal val="#ppt_x"/>
                                          </p:val>
                                        </p:tav>
                                      </p:tavLst>
                                    </p:anim>
                                    <p:anim calcmode="lin" valueType="num">
                                      <p:cBhvr additive="base">
                                        <p:cTn id="2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ppt_x</p:attrName>
                                        </p:attrNameLst>
                                      </p:cBhvr>
                                      <p:tavLst>
                                        <p:tav tm="0">
                                          <p:val>
                                            <p:strVal val="#ppt_x"/>
                                          </p:val>
                                        </p:tav>
                                        <p:tav tm="100000">
                                          <p:val>
                                            <p:strVal val="#ppt_x"/>
                                          </p:val>
                                        </p:tav>
                                      </p:tavLst>
                                    </p:anim>
                                    <p:anim calcmode="lin" valueType="num">
                                      <p:cBhvr additive="base">
                                        <p:cTn id="3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anim calcmode="lin" valueType="num">
                                      <p:cBhvr additive="base">
                                        <p:cTn id="35" dur="500" fill="hold"/>
                                        <p:tgtEl>
                                          <p:spTgt spid="15"/>
                                        </p:tgtEl>
                                        <p:attrNameLst>
                                          <p:attrName>ppt_x</p:attrName>
                                        </p:attrNameLst>
                                      </p:cBhvr>
                                      <p:tavLst>
                                        <p:tav tm="0">
                                          <p:val>
                                            <p:strVal val="#ppt_x"/>
                                          </p:val>
                                        </p:tav>
                                        <p:tav tm="100000">
                                          <p:val>
                                            <p:strVal val="#ppt_x"/>
                                          </p:val>
                                        </p:tav>
                                      </p:tavLst>
                                    </p:anim>
                                    <p:anim calcmode="lin" valueType="num">
                                      <p:cBhvr additive="base">
                                        <p:cTn id="3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barn(inVertical)">
                                      <p:cBhvr>
                                        <p:cTn id="41" dur="500"/>
                                        <p:tgtEl>
                                          <p:spTgt spid="17"/>
                                        </p:tgtEl>
                                      </p:cBhvr>
                                    </p:animEffect>
                                  </p:childTnLst>
                                </p:cTn>
                              </p:par>
                            </p:childTnLst>
                          </p:cTn>
                        </p:par>
                      </p:childTnLst>
                    </p:cTn>
                  </p:par>
                  <p:par>
                    <p:cTn id="42" fill="hold">
                      <p:stCondLst>
                        <p:cond delay="indefinite"/>
                      </p:stCondLst>
                      <p:childTnLst>
                        <p:par>
                          <p:cTn id="43" fill="hold">
                            <p:stCondLst>
                              <p:cond delay="0"/>
                            </p:stCondLst>
                            <p:childTnLst>
                              <p:par>
                                <p:cTn id="44" presetID="16" presetClass="entr" presetSubtype="21" fill="hold" nodeType="click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barn(inVertical)">
                                      <p:cBhvr>
                                        <p:cTn id="4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8" grpId="0"/>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45">
          <a:extLst>
            <a:ext uri="{FF2B5EF4-FFF2-40B4-BE49-F238E27FC236}">
              <a16:creationId xmlns:a16="http://schemas.microsoft.com/office/drawing/2014/main" id="{735DF976-4834-86D3-1C46-72C88F3A81F8}"/>
            </a:ext>
          </a:extLst>
        </p:cNvPr>
        <p:cNvGrpSpPr/>
        <p:nvPr/>
      </p:nvGrpSpPr>
      <p:grpSpPr>
        <a:xfrm>
          <a:off x="0" y="0"/>
          <a:ext cx="0" cy="0"/>
          <a:chOff x="0" y="0"/>
          <a:chExt cx="0" cy="0"/>
        </a:xfrm>
      </p:grpSpPr>
      <p:sp>
        <p:nvSpPr>
          <p:cNvPr id="1046" name="Google Shape;1046;p33">
            <a:extLst>
              <a:ext uri="{FF2B5EF4-FFF2-40B4-BE49-F238E27FC236}">
                <a16:creationId xmlns:a16="http://schemas.microsoft.com/office/drawing/2014/main" id="{F854DF68-9FBA-B1E8-D532-0069C5802D23}"/>
              </a:ext>
            </a:extLst>
          </p:cNvPr>
          <p:cNvSpPr txBox="1">
            <a:spLocks noGrp="1"/>
          </p:cNvSpPr>
          <p:nvPr>
            <p:ph type="title"/>
          </p:nvPr>
        </p:nvSpPr>
        <p:spPr>
          <a:xfrm>
            <a:off x="1221281" y="42645"/>
            <a:ext cx="6901970" cy="683700"/>
          </a:xfrm>
          <a:prstGeom prst="rect">
            <a:avLst/>
          </a:prstGeom>
        </p:spPr>
        <p:txBody>
          <a:bodyPr spcFirstLastPara="1" wrap="square" lIns="91425" tIns="91425" rIns="91425" bIns="91425" anchor="t" anchorCtr="0">
            <a:noAutofit/>
          </a:bodyPr>
          <a:lstStyle/>
          <a:p>
            <a:pPr lvl="0"/>
            <a:r>
              <a:rPr lang="en-US" sz="3200" dirty="0"/>
              <a:t>Data Insights</a:t>
            </a:r>
            <a:endParaRPr sz="3200" dirty="0"/>
          </a:p>
        </p:txBody>
      </p:sp>
      <p:sp>
        <p:nvSpPr>
          <p:cNvPr id="3" name="TextBox 2">
            <a:extLst>
              <a:ext uri="{FF2B5EF4-FFF2-40B4-BE49-F238E27FC236}">
                <a16:creationId xmlns:a16="http://schemas.microsoft.com/office/drawing/2014/main" id="{7C11F1AE-3CFD-B883-823D-99DD7E2B3120}"/>
              </a:ext>
            </a:extLst>
          </p:cNvPr>
          <p:cNvSpPr txBox="1"/>
          <p:nvPr/>
        </p:nvSpPr>
        <p:spPr>
          <a:xfrm>
            <a:off x="244367" y="459462"/>
            <a:ext cx="3529320" cy="560410"/>
          </a:xfrm>
          <a:prstGeom prst="rect">
            <a:avLst/>
          </a:prstGeom>
          <a:noFill/>
        </p:spPr>
        <p:txBody>
          <a:bodyPr wrap="square">
            <a:spAutoFit/>
          </a:bodyPr>
          <a:lstStyle/>
          <a:p>
            <a:pPr>
              <a:lnSpc>
                <a:spcPct val="200000"/>
              </a:lnSpc>
            </a:pPr>
            <a:r>
              <a:rPr lang="en-US" sz="1800" dirty="0"/>
              <a:t>Regional &amp; Station Performance</a:t>
            </a:r>
          </a:p>
        </p:txBody>
      </p:sp>
      <p:pic>
        <p:nvPicPr>
          <p:cNvPr id="21" name="Picture 20">
            <a:extLst>
              <a:ext uri="{FF2B5EF4-FFF2-40B4-BE49-F238E27FC236}">
                <a16:creationId xmlns:a16="http://schemas.microsoft.com/office/drawing/2014/main" id="{08E8ABE0-1E6B-A64B-1738-AEE5CDD7205D}"/>
              </a:ext>
            </a:extLst>
          </p:cNvPr>
          <p:cNvPicPr>
            <a:picLocks noChangeAspect="1"/>
          </p:cNvPicPr>
          <p:nvPr/>
        </p:nvPicPr>
        <p:blipFill>
          <a:blip r:embed="rId3"/>
          <a:srcRect/>
          <a:stretch/>
        </p:blipFill>
        <p:spPr>
          <a:xfrm>
            <a:off x="1095703" y="1019872"/>
            <a:ext cx="7027548" cy="343388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130302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46"/>
                                        </p:tgtEl>
                                        <p:attrNameLst>
                                          <p:attrName>style.visibility</p:attrName>
                                        </p:attrNameLst>
                                      </p:cBhvr>
                                      <p:to>
                                        <p:strVal val="visible"/>
                                      </p:to>
                                    </p:set>
                                    <p:anim calcmode="lin" valueType="num">
                                      <p:cBhvr additive="base">
                                        <p:cTn id="7" dur="500" fill="hold"/>
                                        <p:tgtEl>
                                          <p:spTgt spid="1046"/>
                                        </p:tgtEl>
                                        <p:attrNameLst>
                                          <p:attrName>ppt_x</p:attrName>
                                        </p:attrNameLst>
                                      </p:cBhvr>
                                      <p:tavLst>
                                        <p:tav tm="0">
                                          <p:val>
                                            <p:strVal val="#ppt_x"/>
                                          </p:val>
                                        </p:tav>
                                        <p:tav tm="100000">
                                          <p:val>
                                            <p:strVal val="#ppt_x"/>
                                          </p:val>
                                        </p:tav>
                                      </p:tavLst>
                                    </p:anim>
                                    <p:anim calcmode="lin" valueType="num">
                                      <p:cBhvr additive="base">
                                        <p:cTn id="8" dur="500" fill="hold"/>
                                        <p:tgtEl>
                                          <p:spTgt spid="104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barn(inVertical)">
                                      <p:cBhvr>
                                        <p:cTn id="1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6" grpId="0"/>
      <p:bldP spid="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47">
          <a:extLst>
            <a:ext uri="{FF2B5EF4-FFF2-40B4-BE49-F238E27FC236}">
              <a16:creationId xmlns:a16="http://schemas.microsoft.com/office/drawing/2014/main" id="{D07469FE-C5CC-5B11-A3D4-B003649872AD}"/>
            </a:ext>
          </a:extLst>
        </p:cNvPr>
        <p:cNvGrpSpPr/>
        <p:nvPr/>
      </p:nvGrpSpPr>
      <p:grpSpPr>
        <a:xfrm>
          <a:off x="0" y="0"/>
          <a:ext cx="0" cy="0"/>
          <a:chOff x="0" y="0"/>
          <a:chExt cx="0" cy="0"/>
        </a:xfrm>
      </p:grpSpPr>
      <p:sp>
        <p:nvSpPr>
          <p:cNvPr id="1148" name="Google Shape;1148;p34">
            <a:extLst>
              <a:ext uri="{FF2B5EF4-FFF2-40B4-BE49-F238E27FC236}">
                <a16:creationId xmlns:a16="http://schemas.microsoft.com/office/drawing/2014/main" id="{DB653E81-330D-259F-A508-711EEB643F1D}"/>
              </a:ext>
            </a:extLst>
          </p:cNvPr>
          <p:cNvSpPr txBox="1">
            <a:spLocks noGrp="1"/>
          </p:cNvSpPr>
          <p:nvPr>
            <p:ph type="title"/>
          </p:nvPr>
        </p:nvSpPr>
        <p:spPr>
          <a:xfrm>
            <a:off x="2022319" y="84059"/>
            <a:ext cx="4878460" cy="908755"/>
          </a:xfrm>
          <a:prstGeom prst="rect">
            <a:avLst/>
          </a:prstGeom>
        </p:spPr>
        <p:txBody>
          <a:bodyPr spcFirstLastPara="1" wrap="square" lIns="91425" tIns="91425" rIns="91425" bIns="91425" anchor="t" anchorCtr="0">
            <a:noAutofit/>
          </a:bodyPr>
          <a:lstStyle/>
          <a:p>
            <a:r>
              <a:rPr lang="en-US" sz="3600" dirty="0"/>
              <a:t>Data Insights</a:t>
            </a:r>
            <a:endParaRPr dirty="0"/>
          </a:p>
        </p:txBody>
      </p:sp>
      <p:sp>
        <p:nvSpPr>
          <p:cNvPr id="2" name="TextBox 1">
            <a:extLst>
              <a:ext uri="{FF2B5EF4-FFF2-40B4-BE49-F238E27FC236}">
                <a16:creationId xmlns:a16="http://schemas.microsoft.com/office/drawing/2014/main" id="{F49DC35B-FD22-BAB2-3AAC-5D1E5888613A}"/>
              </a:ext>
            </a:extLst>
          </p:cNvPr>
          <p:cNvSpPr txBox="1"/>
          <p:nvPr/>
        </p:nvSpPr>
        <p:spPr>
          <a:xfrm>
            <a:off x="307002" y="628550"/>
            <a:ext cx="4534533" cy="560410"/>
          </a:xfrm>
          <a:prstGeom prst="rect">
            <a:avLst/>
          </a:prstGeom>
          <a:noFill/>
        </p:spPr>
        <p:txBody>
          <a:bodyPr wrap="square">
            <a:spAutoFit/>
          </a:bodyPr>
          <a:lstStyle/>
          <a:p>
            <a:pPr>
              <a:lnSpc>
                <a:spcPct val="200000"/>
              </a:lnSpc>
            </a:pPr>
            <a:r>
              <a:rPr lang="en-US" sz="1800" dirty="0"/>
              <a:t>Regional &amp; Station Performance</a:t>
            </a:r>
          </a:p>
        </p:txBody>
      </p:sp>
      <p:sp>
        <p:nvSpPr>
          <p:cNvPr id="4" name="TextBox 3">
            <a:extLst>
              <a:ext uri="{FF2B5EF4-FFF2-40B4-BE49-F238E27FC236}">
                <a16:creationId xmlns:a16="http://schemas.microsoft.com/office/drawing/2014/main" id="{7162EBAE-18F0-DCA1-3BEB-80D45F7D6D3D}"/>
              </a:ext>
            </a:extLst>
          </p:cNvPr>
          <p:cNvSpPr txBox="1"/>
          <p:nvPr/>
        </p:nvSpPr>
        <p:spPr>
          <a:xfrm>
            <a:off x="307002" y="1279072"/>
            <a:ext cx="5165454" cy="2206823"/>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4"/>
          </a:lnRef>
          <a:fillRef idx="2">
            <a:schemeClr val="accent4"/>
          </a:fillRef>
          <a:effectRef idx="1">
            <a:schemeClr val="accent4"/>
          </a:effectRef>
          <a:fontRef idx="minor">
            <a:schemeClr val="dk1"/>
          </a:fontRef>
        </p:style>
        <p:txBody>
          <a:bodyPr wrap="square">
            <a:spAutoFit/>
          </a:bodyPr>
          <a:lstStyle/>
          <a:p>
            <a:r>
              <a:rPr lang="en-US" b="1" dirty="0"/>
              <a:t>Exploration:</a:t>
            </a:r>
            <a:endParaRPr lang="en-US" dirty="0"/>
          </a:p>
          <a:p>
            <a:pPr marL="285750" indent="-285750">
              <a:lnSpc>
                <a:spcPct val="150000"/>
              </a:lnSpc>
              <a:buFont typeface="Arial" panose="020B0604020202020204" pitchFamily="34" charset="0"/>
              <a:buChar char="•"/>
            </a:pPr>
            <a:r>
              <a:rPr lang="en-US" dirty="0"/>
              <a:t>Best On-Time Station: Reading (95.12%)</a:t>
            </a:r>
          </a:p>
          <a:p>
            <a:pPr marL="285750" indent="-285750">
              <a:lnSpc>
                <a:spcPct val="150000"/>
              </a:lnSpc>
              <a:buFont typeface="Arial" panose="020B0604020202020204" pitchFamily="34" charset="0"/>
              <a:buChar char="•"/>
            </a:pPr>
            <a:r>
              <a:rPr lang="en-US" dirty="0"/>
              <a:t>Worst On-Time Station: Liverpool Lime Street (75.14%)</a:t>
            </a:r>
          </a:p>
          <a:p>
            <a:pPr marL="285750" indent="-285750">
              <a:lnSpc>
                <a:spcPct val="150000"/>
              </a:lnSpc>
              <a:buFont typeface="Arial" panose="020B0604020202020204" pitchFamily="34" charset="0"/>
              <a:buChar char="•"/>
            </a:pPr>
            <a:r>
              <a:rPr lang="en-US" dirty="0"/>
              <a:t>Top Departure Station by Revenue: London Kings Cross ($183,193)</a:t>
            </a:r>
          </a:p>
          <a:p>
            <a:pPr marL="285750" indent="-285750">
              <a:lnSpc>
                <a:spcPct val="150000"/>
              </a:lnSpc>
              <a:buFont typeface="Arial" panose="020B0604020202020204" pitchFamily="34" charset="0"/>
              <a:buChar char="•"/>
            </a:pPr>
            <a:r>
              <a:rPr lang="en-US" dirty="0"/>
              <a:t>Most Trips Station: Manchester Piccadilly</a:t>
            </a:r>
          </a:p>
          <a:p>
            <a:pPr marL="285750" indent="-285750">
              <a:lnSpc>
                <a:spcPct val="150000"/>
              </a:lnSpc>
              <a:buFont typeface="Arial" panose="020B0604020202020204" pitchFamily="34" charset="0"/>
              <a:buChar char="•"/>
            </a:pPr>
            <a:r>
              <a:rPr lang="en-US" dirty="0"/>
              <a:t>Top route: London Kings Cross → York (3,922 journeys)</a:t>
            </a:r>
          </a:p>
        </p:txBody>
      </p:sp>
      <p:sp>
        <p:nvSpPr>
          <p:cNvPr id="5" name="TextBox 4">
            <a:extLst>
              <a:ext uri="{FF2B5EF4-FFF2-40B4-BE49-F238E27FC236}">
                <a16:creationId xmlns:a16="http://schemas.microsoft.com/office/drawing/2014/main" id="{8D34251A-EFFB-B3F1-2CA9-57D5D96FE173}"/>
              </a:ext>
            </a:extLst>
          </p:cNvPr>
          <p:cNvSpPr txBox="1"/>
          <p:nvPr/>
        </p:nvSpPr>
        <p:spPr>
          <a:xfrm>
            <a:off x="307002" y="3576008"/>
            <a:ext cx="5252425" cy="1345048"/>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4"/>
          </a:lnRef>
          <a:fillRef idx="2">
            <a:schemeClr val="accent4"/>
          </a:fillRef>
          <a:effectRef idx="1">
            <a:schemeClr val="accent4"/>
          </a:effectRef>
          <a:fontRef idx="minor">
            <a:schemeClr val="dk1"/>
          </a:fontRef>
        </p:style>
        <p:txBody>
          <a:bodyPr wrap="square">
            <a:spAutoFit/>
          </a:bodyPr>
          <a:lstStyle/>
          <a:p>
            <a:pPr>
              <a:lnSpc>
                <a:spcPct val="150000"/>
              </a:lnSpc>
              <a:buNone/>
            </a:pPr>
            <a:r>
              <a:rPr lang="en-US" b="1" dirty="0"/>
              <a:t>Suggested Explanation:</a:t>
            </a:r>
            <a:r>
              <a:rPr lang="en-US" dirty="0"/>
              <a:t> High demand routes like London Kings Cross → York generate the most revenue due to high trip volume. Stations with staff shortage and technical issues like Liverpool Lime Street suffer from lower punctuality rates.</a:t>
            </a:r>
          </a:p>
        </p:txBody>
      </p:sp>
      <p:pic>
        <p:nvPicPr>
          <p:cNvPr id="8" name="Picture 7" descr="This may contain: an image of a server room with many servers and lights on the floor in front of them">
            <a:extLst>
              <a:ext uri="{FF2B5EF4-FFF2-40B4-BE49-F238E27FC236}">
                <a16:creationId xmlns:a16="http://schemas.microsoft.com/office/drawing/2014/main" id="{825B8E1D-8580-3353-3B14-0F817A0D06B8}"/>
              </a:ext>
            </a:extLst>
          </p:cNvPr>
          <p:cNvPicPr>
            <a:picLocks noChangeAspect="1"/>
          </p:cNvPicPr>
          <p:nvPr/>
        </p:nvPicPr>
        <p:blipFill>
          <a:blip r:embed="rId3"/>
          <a:stretch>
            <a:fillRect/>
          </a:stretch>
        </p:blipFill>
        <p:spPr>
          <a:xfrm>
            <a:off x="5990896" y="985344"/>
            <a:ext cx="2688021" cy="393571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073077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48"/>
                                        </p:tgtEl>
                                        <p:attrNameLst>
                                          <p:attrName>style.visibility</p:attrName>
                                        </p:attrNameLst>
                                      </p:cBhvr>
                                      <p:to>
                                        <p:strVal val="visible"/>
                                      </p:to>
                                    </p:set>
                                    <p:animEffect transition="in" filter="barn(inVertical)">
                                      <p:cBhvr>
                                        <p:cTn id="7" dur="500"/>
                                        <p:tgtEl>
                                          <p:spTgt spid="114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5">
                                            <p:txEl>
                                              <p:pRg st="0" end="0"/>
                                            </p:txEl>
                                          </p:spTgt>
                                        </p:tgtEl>
                                        <p:attrNameLst>
                                          <p:attrName>style.visibility</p:attrName>
                                        </p:attrNameLst>
                                      </p:cBhvr>
                                      <p:to>
                                        <p:strVal val="visible"/>
                                      </p:to>
                                    </p:set>
                                    <p:animEffect transition="in" filter="barn(inVertical)">
                                      <p:cBhvr>
                                        <p:cTn id="24" dur="500"/>
                                        <p:tgtEl>
                                          <p:spTgt spid="5">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barn(inVertical)">
                                      <p:cBhvr>
                                        <p:cTn id="2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8" grpId="0"/>
      <p:bldP spid="2" grpId="0"/>
      <p:bldP spid="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47">
          <a:extLst>
            <a:ext uri="{FF2B5EF4-FFF2-40B4-BE49-F238E27FC236}">
              <a16:creationId xmlns:a16="http://schemas.microsoft.com/office/drawing/2014/main" id="{1CAD240A-0020-BB35-6815-993C71BC3AF4}"/>
            </a:ext>
          </a:extLst>
        </p:cNvPr>
        <p:cNvGrpSpPr/>
        <p:nvPr/>
      </p:nvGrpSpPr>
      <p:grpSpPr>
        <a:xfrm>
          <a:off x="0" y="0"/>
          <a:ext cx="0" cy="0"/>
          <a:chOff x="0" y="0"/>
          <a:chExt cx="0" cy="0"/>
        </a:xfrm>
      </p:grpSpPr>
      <p:sp>
        <p:nvSpPr>
          <p:cNvPr id="1148" name="Google Shape;1148;p34">
            <a:extLst>
              <a:ext uri="{FF2B5EF4-FFF2-40B4-BE49-F238E27FC236}">
                <a16:creationId xmlns:a16="http://schemas.microsoft.com/office/drawing/2014/main" id="{96BA747B-E9EF-F6C8-1FA7-B9B0AB78E24A}"/>
              </a:ext>
            </a:extLst>
          </p:cNvPr>
          <p:cNvSpPr txBox="1">
            <a:spLocks noGrp="1"/>
          </p:cNvSpPr>
          <p:nvPr>
            <p:ph type="title"/>
          </p:nvPr>
        </p:nvSpPr>
        <p:spPr>
          <a:xfrm>
            <a:off x="2132770" y="0"/>
            <a:ext cx="4878460" cy="908755"/>
          </a:xfrm>
          <a:prstGeom prst="rect">
            <a:avLst/>
          </a:prstGeom>
        </p:spPr>
        <p:txBody>
          <a:bodyPr spcFirstLastPara="1" wrap="square" lIns="91425" tIns="91425" rIns="91425" bIns="91425" anchor="t" anchorCtr="0">
            <a:noAutofit/>
          </a:bodyPr>
          <a:lstStyle/>
          <a:p>
            <a:r>
              <a:rPr lang="en-US" sz="3600" dirty="0"/>
              <a:t>Data Insights</a:t>
            </a:r>
            <a:endParaRPr dirty="0"/>
          </a:p>
        </p:txBody>
      </p:sp>
      <p:sp>
        <p:nvSpPr>
          <p:cNvPr id="1150" name="Google Shape;1150;p34">
            <a:extLst>
              <a:ext uri="{FF2B5EF4-FFF2-40B4-BE49-F238E27FC236}">
                <a16:creationId xmlns:a16="http://schemas.microsoft.com/office/drawing/2014/main" id="{8700B9AD-5222-82C6-D78B-05DB00933CFA}"/>
              </a:ext>
            </a:extLst>
          </p:cNvPr>
          <p:cNvSpPr/>
          <p:nvPr/>
        </p:nvSpPr>
        <p:spPr>
          <a:xfrm flipH="1">
            <a:off x="7365717" y="4629942"/>
            <a:ext cx="1852422" cy="513550"/>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extBox 1">
            <a:extLst>
              <a:ext uri="{FF2B5EF4-FFF2-40B4-BE49-F238E27FC236}">
                <a16:creationId xmlns:a16="http://schemas.microsoft.com/office/drawing/2014/main" id="{9CE07E56-8CDF-B3D4-0D79-57B0F2F6BB84}"/>
              </a:ext>
            </a:extLst>
          </p:cNvPr>
          <p:cNvSpPr txBox="1"/>
          <p:nvPr/>
        </p:nvSpPr>
        <p:spPr>
          <a:xfrm>
            <a:off x="309970" y="743330"/>
            <a:ext cx="4534533" cy="369332"/>
          </a:xfrm>
          <a:prstGeom prst="rect">
            <a:avLst/>
          </a:prstGeom>
          <a:noFill/>
        </p:spPr>
        <p:txBody>
          <a:bodyPr wrap="square">
            <a:spAutoFit/>
          </a:bodyPr>
          <a:lstStyle/>
          <a:p>
            <a:r>
              <a:rPr lang="en-US" sz="1800" dirty="0"/>
              <a:t>Customer &amp; Payment Behavior</a:t>
            </a:r>
          </a:p>
        </p:txBody>
      </p:sp>
      <p:pic>
        <p:nvPicPr>
          <p:cNvPr id="6" name="Picture 5">
            <a:extLst>
              <a:ext uri="{FF2B5EF4-FFF2-40B4-BE49-F238E27FC236}">
                <a16:creationId xmlns:a16="http://schemas.microsoft.com/office/drawing/2014/main" id="{FB9E0717-13BB-665A-1E8B-5800A30B245A}"/>
              </a:ext>
            </a:extLst>
          </p:cNvPr>
          <p:cNvPicPr>
            <a:picLocks noChangeAspect="1"/>
          </p:cNvPicPr>
          <p:nvPr/>
        </p:nvPicPr>
        <p:blipFill>
          <a:blip r:embed="rId3"/>
          <a:stretch>
            <a:fillRect/>
          </a:stretch>
        </p:blipFill>
        <p:spPr>
          <a:xfrm>
            <a:off x="658420" y="1294896"/>
            <a:ext cx="1876425" cy="733425"/>
          </a:xfrm>
          <a:prstGeom prst="rect">
            <a:avLst/>
          </a:prstGeom>
          <a:ln>
            <a:noFill/>
          </a:ln>
          <a:effectLst>
            <a:outerShdw blurRad="292100" dist="139700" dir="2700000" algn="tl" rotWithShape="0">
              <a:srgbClr val="333333">
                <a:alpha val="65000"/>
              </a:srgbClr>
            </a:outerShdw>
          </a:effectLst>
        </p:spPr>
      </p:pic>
      <p:pic>
        <p:nvPicPr>
          <p:cNvPr id="9" name="Picture 8">
            <a:extLst>
              <a:ext uri="{FF2B5EF4-FFF2-40B4-BE49-F238E27FC236}">
                <a16:creationId xmlns:a16="http://schemas.microsoft.com/office/drawing/2014/main" id="{343FA6CD-14FD-1C15-DB73-C13D22F65701}"/>
              </a:ext>
            </a:extLst>
          </p:cNvPr>
          <p:cNvPicPr>
            <a:picLocks noChangeAspect="1"/>
          </p:cNvPicPr>
          <p:nvPr/>
        </p:nvPicPr>
        <p:blipFill>
          <a:blip r:embed="rId4"/>
          <a:stretch>
            <a:fillRect/>
          </a:stretch>
        </p:blipFill>
        <p:spPr>
          <a:xfrm>
            <a:off x="2695575" y="1285372"/>
            <a:ext cx="1876425" cy="733425"/>
          </a:xfrm>
          <a:prstGeom prst="rect">
            <a:avLst/>
          </a:prstGeom>
          <a:ln>
            <a:noFill/>
          </a:ln>
          <a:effectLst>
            <a:outerShdw blurRad="292100" dist="139700" dir="2700000" algn="tl" rotWithShape="0">
              <a:srgbClr val="333333">
                <a:alpha val="65000"/>
              </a:srgbClr>
            </a:outerShdw>
          </a:effectLst>
        </p:spPr>
      </p:pic>
      <p:pic>
        <p:nvPicPr>
          <p:cNvPr id="11" name="Picture 10">
            <a:extLst>
              <a:ext uri="{FF2B5EF4-FFF2-40B4-BE49-F238E27FC236}">
                <a16:creationId xmlns:a16="http://schemas.microsoft.com/office/drawing/2014/main" id="{1154B726-F3F0-652C-1840-E67967757857}"/>
              </a:ext>
            </a:extLst>
          </p:cNvPr>
          <p:cNvPicPr>
            <a:picLocks noChangeAspect="1"/>
          </p:cNvPicPr>
          <p:nvPr/>
        </p:nvPicPr>
        <p:blipFill>
          <a:blip r:embed="rId5"/>
          <a:stretch>
            <a:fillRect/>
          </a:stretch>
        </p:blipFill>
        <p:spPr>
          <a:xfrm>
            <a:off x="7011230" y="1294897"/>
            <a:ext cx="1876425" cy="733425"/>
          </a:xfrm>
          <a:prstGeom prst="rect">
            <a:avLst/>
          </a:prstGeom>
          <a:ln>
            <a:noFill/>
          </a:ln>
          <a:effectLst>
            <a:outerShdw blurRad="292100" dist="139700" dir="2700000" algn="tl" rotWithShape="0">
              <a:srgbClr val="333333">
                <a:alpha val="65000"/>
              </a:srgbClr>
            </a:outerShdw>
          </a:effectLst>
        </p:spPr>
      </p:pic>
      <p:pic>
        <p:nvPicPr>
          <p:cNvPr id="13" name="Picture 12">
            <a:extLst>
              <a:ext uri="{FF2B5EF4-FFF2-40B4-BE49-F238E27FC236}">
                <a16:creationId xmlns:a16="http://schemas.microsoft.com/office/drawing/2014/main" id="{DA814527-121E-7B51-120F-B45C97187B91}"/>
              </a:ext>
            </a:extLst>
          </p:cNvPr>
          <p:cNvPicPr>
            <a:picLocks noChangeAspect="1"/>
          </p:cNvPicPr>
          <p:nvPr/>
        </p:nvPicPr>
        <p:blipFill>
          <a:blip r:embed="rId6"/>
          <a:stretch>
            <a:fillRect/>
          </a:stretch>
        </p:blipFill>
        <p:spPr>
          <a:xfrm>
            <a:off x="4820065" y="1285372"/>
            <a:ext cx="1943100" cy="723900"/>
          </a:xfrm>
          <a:prstGeom prst="rect">
            <a:avLst/>
          </a:prstGeom>
          <a:ln>
            <a:noFill/>
          </a:ln>
          <a:effectLst>
            <a:outerShdw blurRad="292100" dist="139700" dir="2700000" algn="tl" rotWithShape="0">
              <a:srgbClr val="333333">
                <a:alpha val="65000"/>
              </a:srgbClr>
            </a:outerShdw>
          </a:effectLst>
        </p:spPr>
      </p:pic>
      <p:pic>
        <p:nvPicPr>
          <p:cNvPr id="15" name="Picture 14">
            <a:extLst>
              <a:ext uri="{FF2B5EF4-FFF2-40B4-BE49-F238E27FC236}">
                <a16:creationId xmlns:a16="http://schemas.microsoft.com/office/drawing/2014/main" id="{B4BC41ED-A6F0-0F82-D8EA-F0C971173FD6}"/>
              </a:ext>
            </a:extLst>
          </p:cNvPr>
          <p:cNvPicPr>
            <a:picLocks noChangeAspect="1"/>
          </p:cNvPicPr>
          <p:nvPr/>
        </p:nvPicPr>
        <p:blipFill>
          <a:blip r:embed="rId7"/>
          <a:srcRect/>
          <a:stretch/>
        </p:blipFill>
        <p:spPr>
          <a:xfrm>
            <a:off x="764225" y="2297266"/>
            <a:ext cx="3264268" cy="2258968"/>
          </a:xfrm>
          <a:prstGeom prst="rect">
            <a:avLst/>
          </a:prstGeom>
          <a:ln>
            <a:noFill/>
          </a:ln>
          <a:effectLst>
            <a:outerShdw blurRad="292100" dist="139700" dir="2700000" algn="tl" rotWithShape="0">
              <a:srgbClr val="333333">
                <a:alpha val="65000"/>
              </a:srgbClr>
            </a:outerShdw>
          </a:effectLst>
        </p:spPr>
      </p:pic>
      <p:pic>
        <p:nvPicPr>
          <p:cNvPr id="17" name="Picture 16">
            <a:extLst>
              <a:ext uri="{FF2B5EF4-FFF2-40B4-BE49-F238E27FC236}">
                <a16:creationId xmlns:a16="http://schemas.microsoft.com/office/drawing/2014/main" id="{ACF42930-272C-1066-17CC-A61E42391B9C}"/>
              </a:ext>
            </a:extLst>
          </p:cNvPr>
          <p:cNvPicPr>
            <a:picLocks noChangeAspect="1"/>
          </p:cNvPicPr>
          <p:nvPr/>
        </p:nvPicPr>
        <p:blipFill>
          <a:blip r:embed="rId8"/>
          <a:srcRect t="6937"/>
          <a:stretch>
            <a:fillRect/>
          </a:stretch>
        </p:blipFill>
        <p:spPr>
          <a:xfrm>
            <a:off x="4375588" y="2640071"/>
            <a:ext cx="4594991" cy="157086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267209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48"/>
                                        </p:tgtEl>
                                        <p:attrNameLst>
                                          <p:attrName>style.visibility</p:attrName>
                                        </p:attrNameLst>
                                      </p:cBhvr>
                                      <p:to>
                                        <p:strVal val="visible"/>
                                      </p:to>
                                    </p:set>
                                    <p:anim calcmode="lin" valueType="num">
                                      <p:cBhvr additive="base">
                                        <p:cTn id="7" dur="500" fill="hold"/>
                                        <p:tgtEl>
                                          <p:spTgt spid="1148"/>
                                        </p:tgtEl>
                                        <p:attrNameLst>
                                          <p:attrName>ppt_x</p:attrName>
                                        </p:attrNameLst>
                                      </p:cBhvr>
                                      <p:tavLst>
                                        <p:tav tm="0">
                                          <p:val>
                                            <p:strVal val="#ppt_x"/>
                                          </p:val>
                                        </p:tav>
                                        <p:tav tm="100000">
                                          <p:val>
                                            <p:strVal val="#ppt_x"/>
                                          </p:val>
                                        </p:tav>
                                      </p:tavLst>
                                    </p:anim>
                                    <p:anim calcmode="lin" valueType="num">
                                      <p:cBhvr additive="base">
                                        <p:cTn id="8" dur="500" fill="hold"/>
                                        <p:tgtEl>
                                          <p:spTgt spid="114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 calcmode="lin" valueType="num">
                                      <p:cBhvr additive="base">
                                        <p:cTn id="13"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ppt_x"/>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500" fill="hold"/>
                                        <p:tgtEl>
                                          <p:spTgt spid="11"/>
                                        </p:tgtEl>
                                        <p:attrNameLst>
                                          <p:attrName>ppt_x</p:attrName>
                                        </p:attrNameLst>
                                      </p:cBhvr>
                                      <p:tavLst>
                                        <p:tav tm="0">
                                          <p:val>
                                            <p:strVal val="#ppt_x"/>
                                          </p:val>
                                        </p:tav>
                                        <p:tav tm="100000">
                                          <p:val>
                                            <p:strVal val="#ppt_x"/>
                                          </p:val>
                                        </p:tav>
                                      </p:tavLst>
                                    </p:anim>
                                    <p:anim calcmode="lin" valueType="num">
                                      <p:cBhvr additive="base">
                                        <p:cTn id="3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00" fill="hold"/>
                                        <p:tgtEl>
                                          <p:spTgt spid="15"/>
                                        </p:tgtEl>
                                        <p:attrNameLst>
                                          <p:attrName>ppt_x</p:attrName>
                                        </p:attrNameLst>
                                      </p:cBhvr>
                                      <p:tavLst>
                                        <p:tav tm="0">
                                          <p:val>
                                            <p:strVal val="#ppt_x"/>
                                          </p:val>
                                        </p:tav>
                                        <p:tav tm="100000">
                                          <p:val>
                                            <p:strVal val="#ppt_x"/>
                                          </p:val>
                                        </p:tav>
                                      </p:tavLst>
                                    </p:anim>
                                    <p:anim calcmode="lin" valueType="num">
                                      <p:cBhvr additive="base">
                                        <p:cTn id="4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7"/>
                                        </p:tgtEl>
                                        <p:attrNameLst>
                                          <p:attrName>style.visibility</p:attrName>
                                        </p:attrNameLst>
                                      </p:cBhvr>
                                      <p:to>
                                        <p:strVal val="visible"/>
                                      </p:to>
                                    </p:set>
                                    <p:anim calcmode="lin" valueType="num">
                                      <p:cBhvr additive="base">
                                        <p:cTn id="49" dur="500" fill="hold"/>
                                        <p:tgtEl>
                                          <p:spTgt spid="17"/>
                                        </p:tgtEl>
                                        <p:attrNameLst>
                                          <p:attrName>ppt_x</p:attrName>
                                        </p:attrNameLst>
                                      </p:cBhvr>
                                      <p:tavLst>
                                        <p:tav tm="0">
                                          <p:val>
                                            <p:strVal val="#ppt_x"/>
                                          </p:val>
                                        </p:tav>
                                        <p:tav tm="100000">
                                          <p:val>
                                            <p:strVal val="#ppt_x"/>
                                          </p:val>
                                        </p:tav>
                                      </p:tavLst>
                                    </p:anim>
                                    <p:anim calcmode="lin" valueType="num">
                                      <p:cBhvr additive="base">
                                        <p:cTn id="5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47">
          <a:extLst>
            <a:ext uri="{FF2B5EF4-FFF2-40B4-BE49-F238E27FC236}">
              <a16:creationId xmlns:a16="http://schemas.microsoft.com/office/drawing/2014/main" id="{50235CB6-1E09-8F94-5B45-BD600961706C}"/>
            </a:ext>
          </a:extLst>
        </p:cNvPr>
        <p:cNvGrpSpPr/>
        <p:nvPr/>
      </p:nvGrpSpPr>
      <p:grpSpPr>
        <a:xfrm>
          <a:off x="0" y="0"/>
          <a:ext cx="0" cy="0"/>
          <a:chOff x="0" y="0"/>
          <a:chExt cx="0" cy="0"/>
        </a:xfrm>
      </p:grpSpPr>
      <p:sp>
        <p:nvSpPr>
          <p:cNvPr id="1148" name="Google Shape;1148;p34">
            <a:extLst>
              <a:ext uri="{FF2B5EF4-FFF2-40B4-BE49-F238E27FC236}">
                <a16:creationId xmlns:a16="http://schemas.microsoft.com/office/drawing/2014/main" id="{E484AE72-6DDF-1F5D-22F2-5AB31FCB7933}"/>
              </a:ext>
            </a:extLst>
          </p:cNvPr>
          <p:cNvSpPr txBox="1">
            <a:spLocks noGrp="1"/>
          </p:cNvSpPr>
          <p:nvPr>
            <p:ph type="title"/>
          </p:nvPr>
        </p:nvSpPr>
        <p:spPr>
          <a:xfrm>
            <a:off x="2132770" y="0"/>
            <a:ext cx="4878460" cy="908755"/>
          </a:xfrm>
          <a:prstGeom prst="rect">
            <a:avLst/>
          </a:prstGeom>
        </p:spPr>
        <p:txBody>
          <a:bodyPr spcFirstLastPara="1" wrap="square" lIns="91425" tIns="91425" rIns="91425" bIns="91425" anchor="t" anchorCtr="0">
            <a:noAutofit/>
          </a:bodyPr>
          <a:lstStyle/>
          <a:p>
            <a:r>
              <a:rPr lang="en-US" sz="3600" dirty="0"/>
              <a:t>Data Insights</a:t>
            </a:r>
            <a:endParaRPr dirty="0"/>
          </a:p>
        </p:txBody>
      </p:sp>
      <p:sp>
        <p:nvSpPr>
          <p:cNvPr id="1150" name="Google Shape;1150;p34">
            <a:extLst>
              <a:ext uri="{FF2B5EF4-FFF2-40B4-BE49-F238E27FC236}">
                <a16:creationId xmlns:a16="http://schemas.microsoft.com/office/drawing/2014/main" id="{32836B25-1082-5DAD-135F-F1FB5083A31F}"/>
              </a:ext>
            </a:extLst>
          </p:cNvPr>
          <p:cNvSpPr/>
          <p:nvPr/>
        </p:nvSpPr>
        <p:spPr>
          <a:xfrm flipH="1">
            <a:off x="170836" y="4629950"/>
            <a:ext cx="1852422" cy="513550"/>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extBox 1">
            <a:extLst>
              <a:ext uri="{FF2B5EF4-FFF2-40B4-BE49-F238E27FC236}">
                <a16:creationId xmlns:a16="http://schemas.microsoft.com/office/drawing/2014/main" id="{8A286657-F48A-78FF-0FE2-7F37D76D6C86}"/>
              </a:ext>
            </a:extLst>
          </p:cNvPr>
          <p:cNvSpPr txBox="1"/>
          <p:nvPr/>
        </p:nvSpPr>
        <p:spPr>
          <a:xfrm>
            <a:off x="309970" y="743330"/>
            <a:ext cx="4534533" cy="369332"/>
          </a:xfrm>
          <a:prstGeom prst="rect">
            <a:avLst/>
          </a:prstGeom>
          <a:noFill/>
        </p:spPr>
        <p:txBody>
          <a:bodyPr wrap="square">
            <a:spAutoFit/>
          </a:bodyPr>
          <a:lstStyle/>
          <a:p>
            <a:r>
              <a:rPr lang="en-US" sz="1800" dirty="0"/>
              <a:t>Customer &amp; Payment Behavior</a:t>
            </a:r>
          </a:p>
        </p:txBody>
      </p:sp>
      <p:pic>
        <p:nvPicPr>
          <p:cNvPr id="4" name="Picture 3">
            <a:extLst>
              <a:ext uri="{FF2B5EF4-FFF2-40B4-BE49-F238E27FC236}">
                <a16:creationId xmlns:a16="http://schemas.microsoft.com/office/drawing/2014/main" id="{187C4C03-0A61-B999-BD62-146EE0BD3B10}"/>
              </a:ext>
            </a:extLst>
          </p:cNvPr>
          <p:cNvPicPr>
            <a:picLocks noChangeAspect="1"/>
          </p:cNvPicPr>
          <p:nvPr/>
        </p:nvPicPr>
        <p:blipFill>
          <a:blip r:embed="rId3"/>
          <a:srcRect/>
          <a:stretch/>
        </p:blipFill>
        <p:spPr>
          <a:xfrm>
            <a:off x="170836" y="2213384"/>
            <a:ext cx="4401164" cy="1240753"/>
          </a:xfrm>
          <a:prstGeom prst="rect">
            <a:avLst/>
          </a:prstGeom>
          <a:ln>
            <a:no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id="{2F8701B6-7AA7-AED2-59B6-FC8D5107BB91}"/>
              </a:ext>
            </a:extLst>
          </p:cNvPr>
          <p:cNvPicPr>
            <a:picLocks noChangeAspect="1"/>
          </p:cNvPicPr>
          <p:nvPr/>
        </p:nvPicPr>
        <p:blipFill>
          <a:blip r:embed="rId4"/>
          <a:srcRect/>
          <a:stretch/>
        </p:blipFill>
        <p:spPr>
          <a:xfrm>
            <a:off x="4757793" y="1561942"/>
            <a:ext cx="3968222" cy="1372827"/>
          </a:xfrm>
          <a:prstGeom prst="rect">
            <a:avLst/>
          </a:prstGeom>
          <a:ln>
            <a:noFill/>
          </a:ln>
          <a:effectLst>
            <a:outerShdw blurRad="292100" dist="139700" dir="2700000" algn="tl" rotWithShape="0">
              <a:srgbClr val="333333">
                <a:alpha val="65000"/>
              </a:srgbClr>
            </a:outerShdw>
          </a:effectLst>
        </p:spPr>
      </p:pic>
      <p:pic>
        <p:nvPicPr>
          <p:cNvPr id="7" name="Picture 6">
            <a:extLst>
              <a:ext uri="{FF2B5EF4-FFF2-40B4-BE49-F238E27FC236}">
                <a16:creationId xmlns:a16="http://schemas.microsoft.com/office/drawing/2014/main" id="{CC3729D8-647D-2425-6D4A-019FE7301816}"/>
              </a:ext>
            </a:extLst>
          </p:cNvPr>
          <p:cNvPicPr>
            <a:picLocks noChangeAspect="1"/>
          </p:cNvPicPr>
          <p:nvPr/>
        </p:nvPicPr>
        <p:blipFill>
          <a:blip r:embed="rId5"/>
          <a:srcRect/>
          <a:stretch/>
        </p:blipFill>
        <p:spPr>
          <a:xfrm>
            <a:off x="5186855" y="3295931"/>
            <a:ext cx="3273490" cy="149564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362780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48"/>
                                        </p:tgtEl>
                                        <p:attrNameLst>
                                          <p:attrName>style.visibility</p:attrName>
                                        </p:attrNameLst>
                                      </p:cBhvr>
                                      <p:to>
                                        <p:strVal val="visible"/>
                                      </p:to>
                                    </p:set>
                                    <p:animEffect transition="in" filter="barn(inVertical)">
                                      <p:cBhvr>
                                        <p:cTn id="7" dur="500"/>
                                        <p:tgtEl>
                                          <p:spTgt spid="114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arn(inVertic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arn(inVertic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arn(inVertical)">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8" grpId="0"/>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47">
          <a:extLst>
            <a:ext uri="{FF2B5EF4-FFF2-40B4-BE49-F238E27FC236}">
              <a16:creationId xmlns:a16="http://schemas.microsoft.com/office/drawing/2014/main" id="{3DDA10B2-5DD7-3976-EB10-25DB64A2CA29}"/>
            </a:ext>
          </a:extLst>
        </p:cNvPr>
        <p:cNvGrpSpPr/>
        <p:nvPr/>
      </p:nvGrpSpPr>
      <p:grpSpPr>
        <a:xfrm>
          <a:off x="0" y="0"/>
          <a:ext cx="0" cy="0"/>
          <a:chOff x="0" y="0"/>
          <a:chExt cx="0" cy="0"/>
        </a:xfrm>
      </p:grpSpPr>
      <p:sp>
        <p:nvSpPr>
          <p:cNvPr id="1148" name="Google Shape;1148;p34">
            <a:extLst>
              <a:ext uri="{FF2B5EF4-FFF2-40B4-BE49-F238E27FC236}">
                <a16:creationId xmlns:a16="http://schemas.microsoft.com/office/drawing/2014/main" id="{536DCFF5-2A7E-0E1E-2DF4-91DB4A5A8933}"/>
              </a:ext>
            </a:extLst>
          </p:cNvPr>
          <p:cNvSpPr txBox="1">
            <a:spLocks noGrp="1"/>
          </p:cNvSpPr>
          <p:nvPr>
            <p:ph type="title"/>
          </p:nvPr>
        </p:nvSpPr>
        <p:spPr>
          <a:xfrm>
            <a:off x="2014529" y="0"/>
            <a:ext cx="4878460" cy="908755"/>
          </a:xfrm>
          <a:prstGeom prst="rect">
            <a:avLst/>
          </a:prstGeom>
        </p:spPr>
        <p:txBody>
          <a:bodyPr spcFirstLastPara="1" wrap="square" lIns="91425" tIns="91425" rIns="91425" bIns="91425" anchor="t" anchorCtr="0">
            <a:noAutofit/>
          </a:bodyPr>
          <a:lstStyle/>
          <a:p>
            <a:r>
              <a:rPr lang="en-US" sz="3600" dirty="0"/>
              <a:t>Data Insights</a:t>
            </a:r>
            <a:endParaRPr dirty="0"/>
          </a:p>
        </p:txBody>
      </p:sp>
      <p:sp>
        <p:nvSpPr>
          <p:cNvPr id="2" name="TextBox 1">
            <a:extLst>
              <a:ext uri="{FF2B5EF4-FFF2-40B4-BE49-F238E27FC236}">
                <a16:creationId xmlns:a16="http://schemas.microsoft.com/office/drawing/2014/main" id="{BD3FC91B-651B-E1B0-2C58-39EFCA03FC08}"/>
              </a:ext>
            </a:extLst>
          </p:cNvPr>
          <p:cNvSpPr txBox="1"/>
          <p:nvPr/>
        </p:nvSpPr>
        <p:spPr>
          <a:xfrm>
            <a:off x="277769" y="788747"/>
            <a:ext cx="4534533" cy="369332"/>
          </a:xfrm>
          <a:prstGeom prst="rect">
            <a:avLst/>
          </a:prstGeom>
          <a:noFill/>
        </p:spPr>
        <p:txBody>
          <a:bodyPr wrap="square">
            <a:spAutoFit/>
          </a:bodyPr>
          <a:lstStyle/>
          <a:p>
            <a:r>
              <a:rPr lang="en-US" sz="1800" dirty="0"/>
              <a:t>Customer &amp; Payment Behavior</a:t>
            </a:r>
          </a:p>
        </p:txBody>
      </p:sp>
      <p:sp>
        <p:nvSpPr>
          <p:cNvPr id="4" name="TextBox 3">
            <a:extLst>
              <a:ext uri="{FF2B5EF4-FFF2-40B4-BE49-F238E27FC236}">
                <a16:creationId xmlns:a16="http://schemas.microsoft.com/office/drawing/2014/main" id="{1826D20F-DDC1-7BC2-A1F5-C9AADE6573E4}"/>
              </a:ext>
            </a:extLst>
          </p:cNvPr>
          <p:cNvSpPr txBox="1"/>
          <p:nvPr/>
        </p:nvSpPr>
        <p:spPr>
          <a:xfrm>
            <a:off x="181713" y="1274835"/>
            <a:ext cx="5327935" cy="1991379"/>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4"/>
          </a:lnRef>
          <a:fillRef idx="2">
            <a:schemeClr val="accent4"/>
          </a:fillRef>
          <a:effectRef idx="1">
            <a:schemeClr val="accent4"/>
          </a:effectRef>
          <a:fontRef idx="minor">
            <a:schemeClr val="dk1"/>
          </a:fontRef>
        </p:style>
        <p:txBody>
          <a:bodyPr wrap="square">
            <a:spAutoFit/>
          </a:bodyPr>
          <a:lstStyle/>
          <a:p>
            <a:pPr>
              <a:lnSpc>
                <a:spcPct val="150000"/>
              </a:lnSpc>
              <a:buNone/>
            </a:pPr>
            <a:r>
              <a:rPr lang="en-US" b="1" dirty="0"/>
              <a:t>Exploration:</a:t>
            </a:r>
            <a:endParaRPr lang="en-US" dirty="0"/>
          </a:p>
          <a:p>
            <a:pPr>
              <a:lnSpc>
                <a:spcPct val="150000"/>
              </a:lnSpc>
              <a:buFont typeface="Arial" panose="020B0604020202020204" pitchFamily="34" charset="0"/>
              <a:buChar char="•"/>
            </a:pPr>
            <a:r>
              <a:rPr lang="en-US" dirty="0"/>
              <a:t>58.51% of purchases are made Online vs 41.49% at Station</a:t>
            </a:r>
          </a:p>
          <a:p>
            <a:pPr>
              <a:lnSpc>
                <a:spcPct val="150000"/>
              </a:lnSpc>
              <a:buFont typeface="Arial" panose="020B0604020202020204" pitchFamily="34" charset="0"/>
              <a:buChar char="•"/>
            </a:pPr>
            <a:r>
              <a:rPr lang="en-US" dirty="0"/>
              <a:t>Credit Card is the dominant payment method: 60.46%</a:t>
            </a:r>
          </a:p>
          <a:p>
            <a:pPr>
              <a:lnSpc>
                <a:spcPct val="150000"/>
              </a:lnSpc>
              <a:buFont typeface="Arial" panose="020B0604020202020204" pitchFamily="34" charset="0"/>
              <a:buChar char="•"/>
            </a:pPr>
            <a:r>
              <a:rPr lang="en-US" dirty="0"/>
              <a:t>Refund Rate is consistent across months: ~3.3% – 3.77%</a:t>
            </a:r>
          </a:p>
          <a:p>
            <a:pPr>
              <a:lnSpc>
                <a:spcPct val="150000"/>
              </a:lnSpc>
              <a:buFont typeface="Arial" panose="020B0604020202020204" pitchFamily="34" charset="0"/>
              <a:buChar char="•"/>
            </a:pPr>
            <a:r>
              <a:rPr lang="en-US" dirty="0"/>
              <a:t>Disabled &amp; Senior </a:t>
            </a:r>
            <a:r>
              <a:rPr lang="en-US" dirty="0" err="1"/>
              <a:t>railcard</a:t>
            </a:r>
            <a:r>
              <a:rPr lang="en-US" dirty="0"/>
              <a:t> holders prefer to purchase Online</a:t>
            </a:r>
          </a:p>
          <a:p>
            <a:pPr>
              <a:lnSpc>
                <a:spcPct val="150000"/>
              </a:lnSpc>
              <a:buFont typeface="Arial" panose="020B0604020202020204" pitchFamily="34" charset="0"/>
              <a:buChar char="•"/>
            </a:pPr>
            <a:r>
              <a:rPr lang="en-US" dirty="0"/>
              <a:t>Adult </a:t>
            </a:r>
            <a:r>
              <a:rPr lang="en-US" dirty="0" err="1"/>
              <a:t>railcard</a:t>
            </a:r>
            <a:r>
              <a:rPr lang="en-US" dirty="0"/>
              <a:t> holders more likely to purchase at Station</a:t>
            </a:r>
          </a:p>
        </p:txBody>
      </p:sp>
      <p:sp>
        <p:nvSpPr>
          <p:cNvPr id="5" name="TextBox 4">
            <a:extLst>
              <a:ext uri="{FF2B5EF4-FFF2-40B4-BE49-F238E27FC236}">
                <a16:creationId xmlns:a16="http://schemas.microsoft.com/office/drawing/2014/main" id="{27E9C150-80C8-2F2D-F3B6-A4F2E6ADCDF9}"/>
              </a:ext>
            </a:extLst>
          </p:cNvPr>
          <p:cNvSpPr txBox="1"/>
          <p:nvPr/>
        </p:nvSpPr>
        <p:spPr>
          <a:xfrm>
            <a:off x="181713" y="3429640"/>
            <a:ext cx="5304287" cy="1345048"/>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4"/>
          </a:lnRef>
          <a:fillRef idx="2">
            <a:schemeClr val="accent4"/>
          </a:fillRef>
          <a:effectRef idx="1">
            <a:schemeClr val="accent4"/>
          </a:effectRef>
          <a:fontRef idx="minor">
            <a:schemeClr val="dk1"/>
          </a:fontRef>
        </p:style>
        <p:txBody>
          <a:bodyPr wrap="square">
            <a:spAutoFit/>
          </a:bodyPr>
          <a:lstStyle/>
          <a:p>
            <a:pPr>
              <a:lnSpc>
                <a:spcPct val="150000"/>
              </a:lnSpc>
              <a:buNone/>
            </a:pPr>
            <a:r>
              <a:rPr lang="en-US" b="1" dirty="0"/>
              <a:t>Suggested Explanation:</a:t>
            </a:r>
            <a:r>
              <a:rPr lang="en-US" dirty="0"/>
              <a:t> Disabled and Senior passengers prefer online purchasing as they cannot wait in long queues at stations. Credit Card dominates as it's the most convenient payment method for both online and station purchases.</a:t>
            </a:r>
          </a:p>
        </p:txBody>
      </p:sp>
      <p:pic>
        <p:nvPicPr>
          <p:cNvPr id="8" name="Picture 7" descr="This may contain: an assortment of electronic gadgets including cell phones, wallets and credit cards on a digital background">
            <a:extLst>
              <a:ext uri="{FF2B5EF4-FFF2-40B4-BE49-F238E27FC236}">
                <a16:creationId xmlns:a16="http://schemas.microsoft.com/office/drawing/2014/main" id="{30BB5DD7-AD9A-BA94-3A0E-2ABD1E37C105}"/>
              </a:ext>
            </a:extLst>
          </p:cNvPr>
          <p:cNvPicPr>
            <a:picLocks noChangeAspect="1"/>
          </p:cNvPicPr>
          <p:nvPr/>
        </p:nvPicPr>
        <p:blipFill>
          <a:blip r:embed="rId3"/>
          <a:stretch>
            <a:fillRect/>
          </a:stretch>
        </p:blipFill>
        <p:spPr>
          <a:xfrm>
            <a:off x="5935717" y="815147"/>
            <a:ext cx="3026570" cy="3951831"/>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spTree>
    <p:extLst>
      <p:ext uri="{BB962C8B-B14F-4D97-AF65-F5344CB8AC3E}">
        <p14:creationId xmlns:p14="http://schemas.microsoft.com/office/powerpoint/2010/main" val="2148403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48"/>
                                        </p:tgtEl>
                                        <p:attrNameLst>
                                          <p:attrName>style.visibility</p:attrName>
                                        </p:attrNameLst>
                                      </p:cBhvr>
                                      <p:to>
                                        <p:strVal val="visible"/>
                                      </p:to>
                                    </p:set>
                                    <p:animEffect transition="in" filter="barn(inVertical)">
                                      <p:cBhvr>
                                        <p:cTn id="7" dur="500"/>
                                        <p:tgtEl>
                                          <p:spTgt spid="114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arn(inVertic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arn(inVertic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barn(inVertical)">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8" grpId="0"/>
      <p:bldP spid="2" grpId="0"/>
      <p:bldP spid="4" grpId="0" animBg="1"/>
      <p:bldP spid="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108">
          <a:extLst>
            <a:ext uri="{FF2B5EF4-FFF2-40B4-BE49-F238E27FC236}">
              <a16:creationId xmlns:a16="http://schemas.microsoft.com/office/drawing/2014/main" id="{03B12FD1-200A-9749-D81C-8A454E9A0D29}"/>
            </a:ext>
          </a:extLst>
        </p:cNvPr>
        <p:cNvGrpSpPr/>
        <p:nvPr/>
      </p:nvGrpSpPr>
      <p:grpSpPr>
        <a:xfrm>
          <a:off x="0" y="0"/>
          <a:ext cx="0" cy="0"/>
          <a:chOff x="0" y="0"/>
          <a:chExt cx="0" cy="0"/>
        </a:xfrm>
      </p:grpSpPr>
      <p:sp>
        <p:nvSpPr>
          <p:cNvPr id="2109" name="Google Shape;2109;p43">
            <a:extLst>
              <a:ext uri="{FF2B5EF4-FFF2-40B4-BE49-F238E27FC236}">
                <a16:creationId xmlns:a16="http://schemas.microsoft.com/office/drawing/2014/main" id="{572B5DD1-0799-0DA7-F1D9-FAE1C19567E0}"/>
              </a:ext>
            </a:extLst>
          </p:cNvPr>
          <p:cNvSpPr txBox="1">
            <a:spLocks noGrp="1"/>
          </p:cNvSpPr>
          <p:nvPr>
            <p:ph type="title"/>
          </p:nvPr>
        </p:nvSpPr>
        <p:spPr>
          <a:xfrm>
            <a:off x="1844485" y="21111"/>
            <a:ext cx="5281611" cy="1047079"/>
          </a:xfrm>
          <a:prstGeom prst="rect">
            <a:avLst/>
          </a:prstGeom>
          <a:noFill/>
        </p:spPr>
        <p:txBody>
          <a:bodyPr spcFirstLastPara="1" wrap="square" lIns="91425" tIns="91425" rIns="91425" bIns="91425" anchor="ctr" anchorCtr="0">
            <a:noAutofit/>
          </a:bodyPr>
          <a:lstStyle/>
          <a:p>
            <a:pPr lvl="0"/>
            <a:r>
              <a:rPr lang="en-US" sz="3600" u="sng" dirty="0">
                <a:solidFill>
                  <a:schemeClr val="tx1"/>
                </a:solidFill>
              </a:rPr>
              <a:t>Unavailable KPIs</a:t>
            </a:r>
            <a:endParaRPr sz="3600" u="sng" dirty="0">
              <a:solidFill>
                <a:schemeClr val="tx1"/>
              </a:solidFill>
            </a:endParaRPr>
          </a:p>
        </p:txBody>
      </p:sp>
      <p:sp>
        <p:nvSpPr>
          <p:cNvPr id="2113" name="Google Shape;2113;p43">
            <a:extLst>
              <a:ext uri="{FF2B5EF4-FFF2-40B4-BE49-F238E27FC236}">
                <a16:creationId xmlns:a16="http://schemas.microsoft.com/office/drawing/2014/main" id="{F0B1B24D-13A2-5D94-6170-36D7DE0117F7}"/>
              </a:ext>
            </a:extLst>
          </p:cNvPr>
          <p:cNvSpPr/>
          <p:nvPr/>
        </p:nvSpPr>
        <p:spPr>
          <a:xfrm>
            <a:off x="7364156" y="2547916"/>
            <a:ext cx="1606423" cy="333758"/>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43">
            <a:extLst>
              <a:ext uri="{FF2B5EF4-FFF2-40B4-BE49-F238E27FC236}">
                <a16:creationId xmlns:a16="http://schemas.microsoft.com/office/drawing/2014/main" id="{BCC048A5-F280-58B3-9073-2907CBC19CAC}"/>
              </a:ext>
            </a:extLst>
          </p:cNvPr>
          <p:cNvSpPr/>
          <p:nvPr/>
        </p:nvSpPr>
        <p:spPr>
          <a:xfrm flipH="1">
            <a:off x="-598673" y="703862"/>
            <a:ext cx="2382116" cy="660257"/>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15" name="Google Shape;2115;p43">
            <a:extLst>
              <a:ext uri="{FF2B5EF4-FFF2-40B4-BE49-F238E27FC236}">
                <a16:creationId xmlns:a16="http://schemas.microsoft.com/office/drawing/2014/main" id="{D7D2486D-4B37-7696-8377-BAC4F1C1221B}"/>
              </a:ext>
            </a:extLst>
          </p:cNvPr>
          <p:cNvGrpSpPr/>
          <p:nvPr/>
        </p:nvGrpSpPr>
        <p:grpSpPr>
          <a:xfrm>
            <a:off x="5561503" y="3453500"/>
            <a:ext cx="4725912" cy="1150499"/>
            <a:chOff x="5561503" y="3453500"/>
            <a:chExt cx="4725912" cy="1150499"/>
          </a:xfrm>
        </p:grpSpPr>
        <p:sp>
          <p:nvSpPr>
            <p:cNvPr id="2116" name="Google Shape;2116;p43">
              <a:extLst>
                <a:ext uri="{FF2B5EF4-FFF2-40B4-BE49-F238E27FC236}">
                  <a16:creationId xmlns:a16="http://schemas.microsoft.com/office/drawing/2014/main" id="{0724435A-D7C6-8E30-0D1F-305BCE28E548}"/>
                </a:ext>
              </a:extLst>
            </p:cNvPr>
            <p:cNvSpPr/>
            <p:nvPr/>
          </p:nvSpPr>
          <p:spPr>
            <a:xfrm>
              <a:off x="7421794" y="3506229"/>
              <a:ext cx="453576" cy="36243"/>
            </a:xfrm>
            <a:custGeom>
              <a:avLst/>
              <a:gdLst/>
              <a:ahLst/>
              <a:cxnLst/>
              <a:rect l="l" t="t" r="r" b="b"/>
              <a:pathLst>
                <a:path w="3329" h="266" extrusionOk="0">
                  <a:moveTo>
                    <a:pt x="0" y="1"/>
                  </a:moveTo>
                  <a:lnTo>
                    <a:pt x="0" y="266"/>
                  </a:lnTo>
                  <a:lnTo>
                    <a:pt x="3329" y="266"/>
                  </a:lnTo>
                  <a:lnTo>
                    <a:pt x="3329" y="1"/>
                  </a:lnTo>
                  <a:close/>
                </a:path>
              </a:pathLst>
            </a:custGeom>
            <a:solidFill>
              <a:srgbClr val="A72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43">
              <a:extLst>
                <a:ext uri="{FF2B5EF4-FFF2-40B4-BE49-F238E27FC236}">
                  <a16:creationId xmlns:a16="http://schemas.microsoft.com/office/drawing/2014/main" id="{89D1281D-B3DF-0453-F858-F7AC82685AE2}"/>
                </a:ext>
              </a:extLst>
            </p:cNvPr>
            <p:cNvSpPr/>
            <p:nvPr/>
          </p:nvSpPr>
          <p:spPr>
            <a:xfrm>
              <a:off x="7682442" y="4157098"/>
              <a:ext cx="256150" cy="66354"/>
            </a:xfrm>
            <a:custGeom>
              <a:avLst/>
              <a:gdLst/>
              <a:ahLst/>
              <a:cxnLst/>
              <a:rect l="l" t="t" r="r" b="b"/>
              <a:pathLst>
                <a:path w="1880" h="487" extrusionOk="0">
                  <a:moveTo>
                    <a:pt x="0" y="0"/>
                  </a:moveTo>
                  <a:lnTo>
                    <a:pt x="0" y="487"/>
                  </a:lnTo>
                  <a:lnTo>
                    <a:pt x="1880" y="487"/>
                  </a:lnTo>
                  <a:lnTo>
                    <a:pt x="188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43">
              <a:extLst>
                <a:ext uri="{FF2B5EF4-FFF2-40B4-BE49-F238E27FC236}">
                  <a16:creationId xmlns:a16="http://schemas.microsoft.com/office/drawing/2014/main" id="{9031DA79-6CC7-D502-FDC0-E208EEBC2819}"/>
                </a:ext>
              </a:extLst>
            </p:cNvPr>
            <p:cNvSpPr/>
            <p:nvPr/>
          </p:nvSpPr>
          <p:spPr>
            <a:xfrm>
              <a:off x="6148669" y="4173721"/>
              <a:ext cx="1625735" cy="322504"/>
            </a:xfrm>
            <a:custGeom>
              <a:avLst/>
              <a:gdLst/>
              <a:ahLst/>
              <a:cxnLst/>
              <a:rect l="l" t="t" r="r" b="b"/>
              <a:pathLst>
                <a:path w="11932" h="2367" extrusionOk="0">
                  <a:moveTo>
                    <a:pt x="1" y="0"/>
                  </a:moveTo>
                  <a:lnTo>
                    <a:pt x="1" y="2366"/>
                  </a:lnTo>
                  <a:lnTo>
                    <a:pt x="11932" y="2366"/>
                  </a:lnTo>
                  <a:lnTo>
                    <a:pt x="1193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43">
              <a:extLst>
                <a:ext uri="{FF2B5EF4-FFF2-40B4-BE49-F238E27FC236}">
                  <a16:creationId xmlns:a16="http://schemas.microsoft.com/office/drawing/2014/main" id="{A0FD7AB4-A61C-10AD-E185-87567A0D1CD2}"/>
                </a:ext>
              </a:extLst>
            </p:cNvPr>
            <p:cNvSpPr/>
            <p:nvPr/>
          </p:nvSpPr>
          <p:spPr>
            <a:xfrm>
              <a:off x="7381056" y="4095377"/>
              <a:ext cx="535054" cy="33245"/>
            </a:xfrm>
            <a:custGeom>
              <a:avLst/>
              <a:gdLst/>
              <a:ahLst/>
              <a:cxnLst/>
              <a:rect l="l" t="t" r="r" b="b"/>
              <a:pathLst>
                <a:path w="3927" h="244" extrusionOk="0">
                  <a:moveTo>
                    <a:pt x="1" y="0"/>
                  </a:moveTo>
                  <a:lnTo>
                    <a:pt x="1" y="243"/>
                  </a:lnTo>
                  <a:lnTo>
                    <a:pt x="3926" y="243"/>
                  </a:lnTo>
                  <a:lnTo>
                    <a:pt x="39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0" name="Google Shape;2120;p43">
              <a:extLst>
                <a:ext uri="{FF2B5EF4-FFF2-40B4-BE49-F238E27FC236}">
                  <a16:creationId xmlns:a16="http://schemas.microsoft.com/office/drawing/2014/main" id="{383F32AA-0650-61E3-EFA0-EBAA02303821}"/>
                </a:ext>
              </a:extLst>
            </p:cNvPr>
            <p:cNvSpPr/>
            <p:nvPr/>
          </p:nvSpPr>
          <p:spPr>
            <a:xfrm>
              <a:off x="7381056" y="3572583"/>
              <a:ext cx="324139" cy="363106"/>
            </a:xfrm>
            <a:custGeom>
              <a:avLst/>
              <a:gdLst/>
              <a:ahLst/>
              <a:cxnLst/>
              <a:rect l="l" t="t" r="r" b="b"/>
              <a:pathLst>
                <a:path w="2379" h="2665" extrusionOk="0">
                  <a:moveTo>
                    <a:pt x="1" y="0"/>
                  </a:moveTo>
                  <a:lnTo>
                    <a:pt x="1" y="2665"/>
                  </a:lnTo>
                  <a:lnTo>
                    <a:pt x="2378" y="2665"/>
                  </a:lnTo>
                  <a:lnTo>
                    <a:pt x="237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1" name="Google Shape;2121;p43">
              <a:extLst>
                <a:ext uri="{FF2B5EF4-FFF2-40B4-BE49-F238E27FC236}">
                  <a16:creationId xmlns:a16="http://schemas.microsoft.com/office/drawing/2014/main" id="{AB898A3F-01F9-4FFC-B1B9-388BD75C6FAA}"/>
                </a:ext>
              </a:extLst>
            </p:cNvPr>
            <p:cNvSpPr/>
            <p:nvPr/>
          </p:nvSpPr>
          <p:spPr>
            <a:xfrm>
              <a:off x="6228512" y="3789494"/>
              <a:ext cx="1152675" cy="339126"/>
            </a:xfrm>
            <a:custGeom>
              <a:avLst/>
              <a:gdLst/>
              <a:ahLst/>
              <a:cxnLst/>
              <a:rect l="l" t="t" r="r" b="b"/>
              <a:pathLst>
                <a:path w="8460" h="2489" extrusionOk="0">
                  <a:moveTo>
                    <a:pt x="1" y="0"/>
                  </a:moveTo>
                  <a:lnTo>
                    <a:pt x="1" y="2488"/>
                  </a:lnTo>
                  <a:lnTo>
                    <a:pt x="8460" y="2488"/>
                  </a:lnTo>
                  <a:lnTo>
                    <a:pt x="846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2" name="Google Shape;2122;p43">
              <a:extLst>
                <a:ext uri="{FF2B5EF4-FFF2-40B4-BE49-F238E27FC236}">
                  <a16:creationId xmlns:a16="http://schemas.microsoft.com/office/drawing/2014/main" id="{C7ADE982-1654-8A16-9C19-984F1D6EB76F}"/>
                </a:ext>
              </a:extLst>
            </p:cNvPr>
            <p:cNvSpPr/>
            <p:nvPr/>
          </p:nvSpPr>
          <p:spPr>
            <a:xfrm>
              <a:off x="6192405" y="3825600"/>
              <a:ext cx="113088" cy="247294"/>
            </a:xfrm>
            <a:custGeom>
              <a:avLst/>
              <a:gdLst/>
              <a:ahLst/>
              <a:cxnLst/>
              <a:rect l="l" t="t" r="r" b="b"/>
              <a:pathLst>
                <a:path w="830" h="1815" extrusionOk="0">
                  <a:moveTo>
                    <a:pt x="0" y="1"/>
                  </a:moveTo>
                  <a:lnTo>
                    <a:pt x="0" y="1814"/>
                  </a:lnTo>
                  <a:lnTo>
                    <a:pt x="830" y="1814"/>
                  </a:lnTo>
                  <a:lnTo>
                    <a:pt x="83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3" name="Google Shape;2123;p43">
              <a:extLst>
                <a:ext uri="{FF2B5EF4-FFF2-40B4-BE49-F238E27FC236}">
                  <a16:creationId xmlns:a16="http://schemas.microsoft.com/office/drawing/2014/main" id="{48BDF05C-D854-DF95-2C10-135D5738D855}"/>
                </a:ext>
              </a:extLst>
            </p:cNvPr>
            <p:cNvSpPr/>
            <p:nvPr/>
          </p:nvSpPr>
          <p:spPr>
            <a:xfrm>
              <a:off x="6514774" y="4303159"/>
              <a:ext cx="1221073" cy="50004"/>
            </a:xfrm>
            <a:custGeom>
              <a:avLst/>
              <a:gdLst/>
              <a:ahLst/>
              <a:cxnLst/>
              <a:rect l="l" t="t" r="r" b="b"/>
              <a:pathLst>
                <a:path w="8962" h="367" extrusionOk="0">
                  <a:moveTo>
                    <a:pt x="8723" y="0"/>
                  </a:moveTo>
                  <a:cubicBezTo>
                    <a:pt x="8717" y="0"/>
                    <a:pt x="8710" y="0"/>
                    <a:pt x="8703" y="1"/>
                  </a:cubicBezTo>
                  <a:lnTo>
                    <a:pt x="222" y="1"/>
                  </a:lnTo>
                  <a:cubicBezTo>
                    <a:pt x="1" y="23"/>
                    <a:pt x="1" y="344"/>
                    <a:pt x="222" y="366"/>
                  </a:cubicBezTo>
                  <a:lnTo>
                    <a:pt x="8703" y="366"/>
                  </a:lnTo>
                  <a:cubicBezTo>
                    <a:pt x="8710" y="366"/>
                    <a:pt x="8717" y="367"/>
                    <a:pt x="8723" y="367"/>
                  </a:cubicBezTo>
                  <a:cubicBezTo>
                    <a:pt x="8961" y="367"/>
                    <a:pt x="8961" y="0"/>
                    <a:pt x="87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4" name="Google Shape;2124;p43">
              <a:extLst>
                <a:ext uri="{FF2B5EF4-FFF2-40B4-BE49-F238E27FC236}">
                  <a16:creationId xmlns:a16="http://schemas.microsoft.com/office/drawing/2014/main" id="{C1365AEC-5C27-EA6A-42CF-6F5559F73F02}"/>
                </a:ext>
              </a:extLst>
            </p:cNvPr>
            <p:cNvSpPr/>
            <p:nvPr/>
          </p:nvSpPr>
          <p:spPr>
            <a:xfrm>
              <a:off x="6730186" y="3640300"/>
              <a:ext cx="39376" cy="149330"/>
            </a:xfrm>
            <a:custGeom>
              <a:avLst/>
              <a:gdLst/>
              <a:ahLst/>
              <a:cxnLst/>
              <a:rect l="l" t="t" r="r" b="b"/>
              <a:pathLst>
                <a:path w="289" h="1096" extrusionOk="0">
                  <a:moveTo>
                    <a:pt x="1" y="1"/>
                  </a:moveTo>
                  <a:lnTo>
                    <a:pt x="1" y="1095"/>
                  </a:lnTo>
                  <a:lnTo>
                    <a:pt x="288" y="1095"/>
                  </a:lnTo>
                  <a:lnTo>
                    <a:pt x="288" y="1"/>
                  </a:lnTo>
                  <a:close/>
                </a:path>
              </a:pathLst>
            </a:custGeom>
            <a:solidFill>
              <a:srgbClr val="507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43">
              <a:extLst>
                <a:ext uri="{FF2B5EF4-FFF2-40B4-BE49-F238E27FC236}">
                  <a16:creationId xmlns:a16="http://schemas.microsoft.com/office/drawing/2014/main" id="{87E0BBC1-0878-8900-1DFD-B292B19F7711}"/>
                </a:ext>
              </a:extLst>
            </p:cNvPr>
            <p:cNvSpPr/>
            <p:nvPr/>
          </p:nvSpPr>
          <p:spPr>
            <a:xfrm>
              <a:off x="6725690" y="3540168"/>
              <a:ext cx="57361" cy="49322"/>
            </a:xfrm>
            <a:custGeom>
              <a:avLst/>
              <a:gdLst/>
              <a:ahLst/>
              <a:cxnLst/>
              <a:rect l="l" t="t" r="r" b="b"/>
              <a:pathLst>
                <a:path w="421" h="362" extrusionOk="0">
                  <a:moveTo>
                    <a:pt x="178" y="1"/>
                  </a:moveTo>
                  <a:cubicBezTo>
                    <a:pt x="78" y="1"/>
                    <a:pt x="1" y="89"/>
                    <a:pt x="1" y="178"/>
                  </a:cubicBezTo>
                  <a:cubicBezTo>
                    <a:pt x="1" y="290"/>
                    <a:pt x="87" y="362"/>
                    <a:pt x="181" y="362"/>
                  </a:cubicBezTo>
                  <a:cubicBezTo>
                    <a:pt x="225" y="362"/>
                    <a:pt x="271" y="346"/>
                    <a:pt x="310" y="310"/>
                  </a:cubicBezTo>
                  <a:cubicBezTo>
                    <a:pt x="421" y="200"/>
                    <a:pt x="332" y="1"/>
                    <a:pt x="17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43">
              <a:extLst>
                <a:ext uri="{FF2B5EF4-FFF2-40B4-BE49-F238E27FC236}">
                  <a16:creationId xmlns:a16="http://schemas.microsoft.com/office/drawing/2014/main" id="{C12A5E29-DF26-B27A-385F-D7D05BF72191}"/>
                </a:ext>
              </a:extLst>
            </p:cNvPr>
            <p:cNvSpPr/>
            <p:nvPr/>
          </p:nvSpPr>
          <p:spPr>
            <a:xfrm>
              <a:off x="7123406" y="3640300"/>
              <a:ext cx="134206" cy="150829"/>
            </a:xfrm>
            <a:custGeom>
              <a:avLst/>
              <a:gdLst/>
              <a:ahLst/>
              <a:cxnLst/>
              <a:rect l="l" t="t" r="r" b="b"/>
              <a:pathLst>
                <a:path w="985" h="1107" extrusionOk="0">
                  <a:moveTo>
                    <a:pt x="1" y="1"/>
                  </a:moveTo>
                  <a:lnTo>
                    <a:pt x="1" y="1106"/>
                  </a:lnTo>
                  <a:lnTo>
                    <a:pt x="985" y="1106"/>
                  </a:lnTo>
                  <a:lnTo>
                    <a:pt x="98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43">
              <a:extLst>
                <a:ext uri="{FF2B5EF4-FFF2-40B4-BE49-F238E27FC236}">
                  <a16:creationId xmlns:a16="http://schemas.microsoft.com/office/drawing/2014/main" id="{42E5B9B9-38CB-F4E1-AF59-778F697719E2}"/>
                </a:ext>
              </a:extLst>
            </p:cNvPr>
            <p:cNvSpPr/>
            <p:nvPr/>
          </p:nvSpPr>
          <p:spPr>
            <a:xfrm>
              <a:off x="6305357" y="3557459"/>
              <a:ext cx="92105" cy="232170"/>
            </a:xfrm>
            <a:custGeom>
              <a:avLst/>
              <a:gdLst/>
              <a:ahLst/>
              <a:cxnLst/>
              <a:rect l="l" t="t" r="r" b="b"/>
              <a:pathLst>
                <a:path w="676" h="1704" extrusionOk="0">
                  <a:moveTo>
                    <a:pt x="1" y="1"/>
                  </a:moveTo>
                  <a:lnTo>
                    <a:pt x="1" y="1703"/>
                  </a:lnTo>
                  <a:lnTo>
                    <a:pt x="675" y="1703"/>
                  </a:lnTo>
                  <a:lnTo>
                    <a:pt x="67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8" name="Google Shape;2128;p43">
              <a:extLst>
                <a:ext uri="{FF2B5EF4-FFF2-40B4-BE49-F238E27FC236}">
                  <a16:creationId xmlns:a16="http://schemas.microsoft.com/office/drawing/2014/main" id="{80DF64B2-5939-D8D7-D5C5-9542CBF86063}"/>
                </a:ext>
              </a:extLst>
            </p:cNvPr>
            <p:cNvSpPr/>
            <p:nvPr/>
          </p:nvSpPr>
          <p:spPr>
            <a:xfrm>
              <a:off x="6566005" y="3789494"/>
              <a:ext cx="378230" cy="319506"/>
            </a:xfrm>
            <a:custGeom>
              <a:avLst/>
              <a:gdLst/>
              <a:ahLst/>
              <a:cxnLst/>
              <a:rect l="l" t="t" r="r" b="b"/>
              <a:pathLst>
                <a:path w="2776" h="2345" extrusionOk="0">
                  <a:moveTo>
                    <a:pt x="1" y="0"/>
                  </a:moveTo>
                  <a:lnTo>
                    <a:pt x="1" y="2345"/>
                  </a:lnTo>
                  <a:lnTo>
                    <a:pt x="2776" y="2345"/>
                  </a:lnTo>
                  <a:lnTo>
                    <a:pt x="277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9" name="Google Shape;2129;p43">
              <a:extLst>
                <a:ext uri="{FF2B5EF4-FFF2-40B4-BE49-F238E27FC236}">
                  <a16:creationId xmlns:a16="http://schemas.microsoft.com/office/drawing/2014/main" id="{DCD1F0E0-4222-A305-C198-517F4891C57D}"/>
                </a:ext>
              </a:extLst>
            </p:cNvPr>
            <p:cNvSpPr/>
            <p:nvPr/>
          </p:nvSpPr>
          <p:spPr>
            <a:xfrm>
              <a:off x="6204395" y="3789494"/>
              <a:ext cx="304519" cy="319506"/>
            </a:xfrm>
            <a:custGeom>
              <a:avLst/>
              <a:gdLst/>
              <a:ahLst/>
              <a:cxnLst/>
              <a:rect l="l" t="t" r="r" b="b"/>
              <a:pathLst>
                <a:path w="2235" h="2345" extrusionOk="0">
                  <a:moveTo>
                    <a:pt x="1" y="0"/>
                  </a:moveTo>
                  <a:lnTo>
                    <a:pt x="1" y="2345"/>
                  </a:lnTo>
                  <a:lnTo>
                    <a:pt x="2234" y="2345"/>
                  </a:lnTo>
                  <a:lnTo>
                    <a:pt x="22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0" name="Google Shape;2130;p43">
              <a:extLst>
                <a:ext uri="{FF2B5EF4-FFF2-40B4-BE49-F238E27FC236}">
                  <a16:creationId xmlns:a16="http://schemas.microsoft.com/office/drawing/2014/main" id="{1138D79F-3C83-1796-1CE3-A548AE01ED8E}"/>
                </a:ext>
              </a:extLst>
            </p:cNvPr>
            <p:cNvSpPr/>
            <p:nvPr/>
          </p:nvSpPr>
          <p:spPr>
            <a:xfrm>
              <a:off x="7001461" y="3789494"/>
              <a:ext cx="367739" cy="319506"/>
            </a:xfrm>
            <a:custGeom>
              <a:avLst/>
              <a:gdLst/>
              <a:ahLst/>
              <a:cxnLst/>
              <a:rect l="l" t="t" r="r" b="b"/>
              <a:pathLst>
                <a:path w="2699" h="2345" extrusionOk="0">
                  <a:moveTo>
                    <a:pt x="0" y="0"/>
                  </a:moveTo>
                  <a:lnTo>
                    <a:pt x="0" y="2345"/>
                  </a:lnTo>
                  <a:lnTo>
                    <a:pt x="2698" y="2345"/>
                  </a:lnTo>
                  <a:lnTo>
                    <a:pt x="269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1" name="Google Shape;2131;p43">
              <a:extLst>
                <a:ext uri="{FF2B5EF4-FFF2-40B4-BE49-F238E27FC236}">
                  <a16:creationId xmlns:a16="http://schemas.microsoft.com/office/drawing/2014/main" id="{E82FD8D0-108C-EF61-6545-7C280E6B8590}"/>
                </a:ext>
              </a:extLst>
            </p:cNvPr>
            <p:cNvSpPr/>
            <p:nvPr/>
          </p:nvSpPr>
          <p:spPr>
            <a:xfrm>
              <a:off x="6566005" y="4023027"/>
              <a:ext cx="378230" cy="85974"/>
            </a:xfrm>
            <a:custGeom>
              <a:avLst/>
              <a:gdLst/>
              <a:ahLst/>
              <a:cxnLst/>
              <a:rect l="l" t="t" r="r" b="b"/>
              <a:pathLst>
                <a:path w="2776" h="631" extrusionOk="0">
                  <a:moveTo>
                    <a:pt x="1" y="0"/>
                  </a:moveTo>
                  <a:lnTo>
                    <a:pt x="1" y="631"/>
                  </a:lnTo>
                  <a:lnTo>
                    <a:pt x="2776" y="631"/>
                  </a:lnTo>
                  <a:lnTo>
                    <a:pt x="277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2132;p43">
              <a:extLst>
                <a:ext uri="{FF2B5EF4-FFF2-40B4-BE49-F238E27FC236}">
                  <a16:creationId xmlns:a16="http://schemas.microsoft.com/office/drawing/2014/main" id="{477CE5E5-E479-5B69-4B64-2909A2B0A51D}"/>
                </a:ext>
              </a:extLst>
            </p:cNvPr>
            <p:cNvSpPr/>
            <p:nvPr/>
          </p:nvSpPr>
          <p:spPr>
            <a:xfrm>
              <a:off x="6204395" y="4023027"/>
              <a:ext cx="304519" cy="85974"/>
            </a:xfrm>
            <a:custGeom>
              <a:avLst/>
              <a:gdLst/>
              <a:ahLst/>
              <a:cxnLst/>
              <a:rect l="l" t="t" r="r" b="b"/>
              <a:pathLst>
                <a:path w="2235" h="631" extrusionOk="0">
                  <a:moveTo>
                    <a:pt x="1" y="0"/>
                  </a:moveTo>
                  <a:lnTo>
                    <a:pt x="1" y="631"/>
                  </a:lnTo>
                  <a:lnTo>
                    <a:pt x="2234" y="631"/>
                  </a:lnTo>
                  <a:lnTo>
                    <a:pt x="22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43">
              <a:extLst>
                <a:ext uri="{FF2B5EF4-FFF2-40B4-BE49-F238E27FC236}">
                  <a16:creationId xmlns:a16="http://schemas.microsoft.com/office/drawing/2014/main" id="{35BF4A5C-CA76-D285-7267-C54B4FCB0518}"/>
                </a:ext>
              </a:extLst>
            </p:cNvPr>
            <p:cNvSpPr/>
            <p:nvPr/>
          </p:nvSpPr>
          <p:spPr>
            <a:xfrm>
              <a:off x="7001461" y="4023027"/>
              <a:ext cx="367739" cy="85974"/>
            </a:xfrm>
            <a:custGeom>
              <a:avLst/>
              <a:gdLst/>
              <a:ahLst/>
              <a:cxnLst/>
              <a:rect l="l" t="t" r="r" b="b"/>
              <a:pathLst>
                <a:path w="2699" h="631" extrusionOk="0">
                  <a:moveTo>
                    <a:pt x="0" y="0"/>
                  </a:moveTo>
                  <a:lnTo>
                    <a:pt x="0" y="631"/>
                  </a:lnTo>
                  <a:lnTo>
                    <a:pt x="2698" y="631"/>
                  </a:lnTo>
                  <a:lnTo>
                    <a:pt x="269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2134;p43">
              <a:extLst>
                <a:ext uri="{FF2B5EF4-FFF2-40B4-BE49-F238E27FC236}">
                  <a16:creationId xmlns:a16="http://schemas.microsoft.com/office/drawing/2014/main" id="{E7B88914-AC46-F5A5-7F29-CD4DDEDFBF1D}"/>
                </a:ext>
              </a:extLst>
            </p:cNvPr>
            <p:cNvSpPr/>
            <p:nvPr/>
          </p:nvSpPr>
          <p:spPr>
            <a:xfrm>
              <a:off x="6956226" y="3774370"/>
              <a:ext cx="33245" cy="351253"/>
            </a:xfrm>
            <a:custGeom>
              <a:avLst/>
              <a:gdLst/>
              <a:ahLst/>
              <a:cxnLst/>
              <a:rect l="l" t="t" r="r" b="b"/>
              <a:pathLst>
                <a:path w="244" h="2578" extrusionOk="0">
                  <a:moveTo>
                    <a:pt x="56" y="1"/>
                  </a:moveTo>
                  <a:cubicBezTo>
                    <a:pt x="23" y="1"/>
                    <a:pt x="0" y="23"/>
                    <a:pt x="0" y="56"/>
                  </a:cubicBezTo>
                  <a:lnTo>
                    <a:pt x="0" y="2511"/>
                  </a:lnTo>
                  <a:cubicBezTo>
                    <a:pt x="0" y="2544"/>
                    <a:pt x="23" y="2577"/>
                    <a:pt x="56" y="2577"/>
                  </a:cubicBezTo>
                  <a:lnTo>
                    <a:pt x="188" y="2577"/>
                  </a:lnTo>
                  <a:cubicBezTo>
                    <a:pt x="222" y="2577"/>
                    <a:pt x="244" y="2544"/>
                    <a:pt x="244" y="2511"/>
                  </a:cubicBezTo>
                  <a:lnTo>
                    <a:pt x="244" y="56"/>
                  </a:lnTo>
                  <a:cubicBezTo>
                    <a:pt x="244" y="23"/>
                    <a:pt x="222" y="1"/>
                    <a:pt x="18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5" name="Google Shape;2135;p43">
              <a:extLst>
                <a:ext uri="{FF2B5EF4-FFF2-40B4-BE49-F238E27FC236}">
                  <a16:creationId xmlns:a16="http://schemas.microsoft.com/office/drawing/2014/main" id="{B3998D78-8ADA-668B-9A0E-3F7BC8162BCD}"/>
                </a:ext>
              </a:extLst>
            </p:cNvPr>
            <p:cNvSpPr/>
            <p:nvPr/>
          </p:nvSpPr>
          <p:spPr>
            <a:xfrm>
              <a:off x="6520769" y="3774370"/>
              <a:ext cx="33381" cy="351253"/>
            </a:xfrm>
            <a:custGeom>
              <a:avLst/>
              <a:gdLst/>
              <a:ahLst/>
              <a:cxnLst/>
              <a:rect l="l" t="t" r="r" b="b"/>
              <a:pathLst>
                <a:path w="245" h="2578" extrusionOk="0">
                  <a:moveTo>
                    <a:pt x="56" y="1"/>
                  </a:moveTo>
                  <a:cubicBezTo>
                    <a:pt x="23" y="1"/>
                    <a:pt x="1" y="23"/>
                    <a:pt x="1" y="56"/>
                  </a:cubicBezTo>
                  <a:lnTo>
                    <a:pt x="1" y="2511"/>
                  </a:lnTo>
                  <a:cubicBezTo>
                    <a:pt x="1" y="2544"/>
                    <a:pt x="23" y="2577"/>
                    <a:pt x="56" y="2577"/>
                  </a:cubicBezTo>
                  <a:lnTo>
                    <a:pt x="189" y="2577"/>
                  </a:lnTo>
                  <a:cubicBezTo>
                    <a:pt x="222" y="2577"/>
                    <a:pt x="244" y="2544"/>
                    <a:pt x="244" y="2511"/>
                  </a:cubicBezTo>
                  <a:lnTo>
                    <a:pt x="244" y="56"/>
                  </a:lnTo>
                  <a:cubicBezTo>
                    <a:pt x="244" y="23"/>
                    <a:pt x="222" y="1"/>
                    <a:pt x="18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2136;p43">
              <a:extLst>
                <a:ext uri="{FF2B5EF4-FFF2-40B4-BE49-F238E27FC236}">
                  <a16:creationId xmlns:a16="http://schemas.microsoft.com/office/drawing/2014/main" id="{9AE4256A-5E98-AB71-680D-140D6500CC94}"/>
                </a:ext>
              </a:extLst>
            </p:cNvPr>
            <p:cNvSpPr/>
            <p:nvPr/>
          </p:nvSpPr>
          <p:spPr>
            <a:xfrm>
              <a:off x="6117059" y="3825600"/>
              <a:ext cx="75482" cy="247294"/>
            </a:xfrm>
            <a:custGeom>
              <a:avLst/>
              <a:gdLst/>
              <a:ahLst/>
              <a:cxnLst/>
              <a:rect l="l" t="t" r="r" b="b"/>
              <a:pathLst>
                <a:path w="554" h="1815" extrusionOk="0">
                  <a:moveTo>
                    <a:pt x="553" y="1"/>
                  </a:moveTo>
                  <a:cubicBezTo>
                    <a:pt x="0" y="476"/>
                    <a:pt x="0" y="1339"/>
                    <a:pt x="553" y="1814"/>
                  </a:cubicBezTo>
                  <a:lnTo>
                    <a:pt x="55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43">
              <a:extLst>
                <a:ext uri="{FF2B5EF4-FFF2-40B4-BE49-F238E27FC236}">
                  <a16:creationId xmlns:a16="http://schemas.microsoft.com/office/drawing/2014/main" id="{5364AB15-5935-E19C-1931-B5D75BEAF202}"/>
                </a:ext>
              </a:extLst>
            </p:cNvPr>
            <p:cNvSpPr/>
            <p:nvPr/>
          </p:nvSpPr>
          <p:spPr>
            <a:xfrm>
              <a:off x="7448908" y="3477616"/>
              <a:ext cx="399349" cy="39240"/>
            </a:xfrm>
            <a:custGeom>
              <a:avLst/>
              <a:gdLst/>
              <a:ahLst/>
              <a:cxnLst/>
              <a:rect l="l" t="t" r="r" b="b"/>
              <a:pathLst>
                <a:path w="2931" h="288" extrusionOk="0">
                  <a:moveTo>
                    <a:pt x="0" y="0"/>
                  </a:moveTo>
                  <a:lnTo>
                    <a:pt x="0" y="288"/>
                  </a:lnTo>
                  <a:lnTo>
                    <a:pt x="2931" y="288"/>
                  </a:lnTo>
                  <a:lnTo>
                    <a:pt x="2931" y="0"/>
                  </a:lnTo>
                  <a:close/>
                </a:path>
              </a:pathLst>
            </a:custGeom>
            <a:solidFill>
              <a:srgbClr val="FB63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2138;p43">
              <a:extLst>
                <a:ext uri="{FF2B5EF4-FFF2-40B4-BE49-F238E27FC236}">
                  <a16:creationId xmlns:a16="http://schemas.microsoft.com/office/drawing/2014/main" id="{B232B702-6E28-402F-4D52-D4C502262A00}"/>
                </a:ext>
              </a:extLst>
            </p:cNvPr>
            <p:cNvSpPr/>
            <p:nvPr/>
          </p:nvSpPr>
          <p:spPr>
            <a:xfrm>
              <a:off x="7381056" y="3506229"/>
              <a:ext cx="535054" cy="72485"/>
            </a:xfrm>
            <a:custGeom>
              <a:avLst/>
              <a:gdLst/>
              <a:ahLst/>
              <a:cxnLst/>
              <a:rect l="l" t="t" r="r" b="b"/>
              <a:pathLst>
                <a:path w="3927" h="532" extrusionOk="0">
                  <a:moveTo>
                    <a:pt x="1" y="1"/>
                  </a:moveTo>
                  <a:lnTo>
                    <a:pt x="1" y="531"/>
                  </a:lnTo>
                  <a:lnTo>
                    <a:pt x="3926" y="531"/>
                  </a:lnTo>
                  <a:lnTo>
                    <a:pt x="3926" y="1"/>
                  </a:lnTo>
                  <a:lnTo>
                    <a:pt x="3628" y="1"/>
                  </a:lnTo>
                  <a:lnTo>
                    <a:pt x="3628" y="266"/>
                  </a:lnTo>
                  <a:lnTo>
                    <a:pt x="299" y="266"/>
                  </a:lnTo>
                  <a:lnTo>
                    <a:pt x="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43">
              <a:extLst>
                <a:ext uri="{FF2B5EF4-FFF2-40B4-BE49-F238E27FC236}">
                  <a16:creationId xmlns:a16="http://schemas.microsoft.com/office/drawing/2014/main" id="{DD79DFDC-FDA4-97D8-F597-5C71409F72EA}"/>
                </a:ext>
              </a:extLst>
            </p:cNvPr>
            <p:cNvSpPr/>
            <p:nvPr/>
          </p:nvSpPr>
          <p:spPr>
            <a:xfrm>
              <a:off x="7381056" y="3913073"/>
              <a:ext cx="535054" cy="195928"/>
            </a:xfrm>
            <a:custGeom>
              <a:avLst/>
              <a:gdLst/>
              <a:ahLst/>
              <a:cxnLst/>
              <a:rect l="l" t="t" r="r" b="b"/>
              <a:pathLst>
                <a:path w="3927" h="1438" extrusionOk="0">
                  <a:moveTo>
                    <a:pt x="1" y="0"/>
                  </a:moveTo>
                  <a:lnTo>
                    <a:pt x="1" y="1438"/>
                  </a:lnTo>
                  <a:lnTo>
                    <a:pt x="3926" y="1438"/>
                  </a:lnTo>
                  <a:lnTo>
                    <a:pt x="3926" y="675"/>
                  </a:lnTo>
                  <a:lnTo>
                    <a:pt x="2920" y="675"/>
                  </a:lnTo>
                  <a:cubicBezTo>
                    <a:pt x="2621" y="675"/>
                    <a:pt x="2378" y="476"/>
                    <a:pt x="2378" y="221"/>
                  </a:cubicBezTo>
                  <a:lnTo>
                    <a:pt x="237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43">
              <a:extLst>
                <a:ext uri="{FF2B5EF4-FFF2-40B4-BE49-F238E27FC236}">
                  <a16:creationId xmlns:a16="http://schemas.microsoft.com/office/drawing/2014/main" id="{4BEA9BCB-89DF-7F0F-906D-9079901660DB}"/>
                </a:ext>
              </a:extLst>
            </p:cNvPr>
            <p:cNvSpPr/>
            <p:nvPr/>
          </p:nvSpPr>
          <p:spPr>
            <a:xfrm>
              <a:off x="7381056" y="3590568"/>
              <a:ext cx="324139" cy="310514"/>
            </a:xfrm>
            <a:custGeom>
              <a:avLst/>
              <a:gdLst/>
              <a:ahLst/>
              <a:cxnLst/>
              <a:rect l="l" t="t" r="r" b="b"/>
              <a:pathLst>
                <a:path w="2379" h="2279" extrusionOk="0">
                  <a:moveTo>
                    <a:pt x="1" y="1"/>
                  </a:moveTo>
                  <a:lnTo>
                    <a:pt x="1" y="2279"/>
                  </a:lnTo>
                  <a:lnTo>
                    <a:pt x="2378" y="2279"/>
                  </a:lnTo>
                  <a:lnTo>
                    <a:pt x="237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43">
              <a:extLst>
                <a:ext uri="{FF2B5EF4-FFF2-40B4-BE49-F238E27FC236}">
                  <a16:creationId xmlns:a16="http://schemas.microsoft.com/office/drawing/2014/main" id="{F130589E-8D65-4DE0-2881-0F39C726E82A}"/>
                </a:ext>
              </a:extLst>
            </p:cNvPr>
            <p:cNvSpPr/>
            <p:nvPr/>
          </p:nvSpPr>
          <p:spPr>
            <a:xfrm>
              <a:off x="6707569" y="3735266"/>
              <a:ext cx="84611" cy="55863"/>
            </a:xfrm>
            <a:custGeom>
              <a:avLst/>
              <a:gdLst/>
              <a:ahLst/>
              <a:cxnLst/>
              <a:rect l="l" t="t" r="r" b="b"/>
              <a:pathLst>
                <a:path w="621" h="410" extrusionOk="0">
                  <a:moveTo>
                    <a:pt x="1" y="0"/>
                  </a:moveTo>
                  <a:lnTo>
                    <a:pt x="1" y="409"/>
                  </a:lnTo>
                  <a:lnTo>
                    <a:pt x="620" y="409"/>
                  </a:lnTo>
                  <a:lnTo>
                    <a:pt x="62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43">
              <a:extLst>
                <a:ext uri="{FF2B5EF4-FFF2-40B4-BE49-F238E27FC236}">
                  <a16:creationId xmlns:a16="http://schemas.microsoft.com/office/drawing/2014/main" id="{40874143-E10A-7420-0A30-0C70CF13B625}"/>
                </a:ext>
              </a:extLst>
            </p:cNvPr>
            <p:cNvSpPr/>
            <p:nvPr/>
          </p:nvSpPr>
          <p:spPr>
            <a:xfrm>
              <a:off x="6716700" y="3608674"/>
              <a:ext cx="66350" cy="31750"/>
            </a:xfrm>
            <a:custGeom>
              <a:avLst/>
              <a:gdLst/>
              <a:ahLst/>
              <a:cxnLst/>
              <a:rect l="l" t="t" r="r" b="b"/>
              <a:pathLst>
                <a:path w="487" h="189" extrusionOk="0">
                  <a:moveTo>
                    <a:pt x="0" y="1"/>
                  </a:moveTo>
                  <a:lnTo>
                    <a:pt x="0" y="189"/>
                  </a:lnTo>
                  <a:lnTo>
                    <a:pt x="487" y="189"/>
                  </a:lnTo>
                  <a:lnTo>
                    <a:pt x="4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43">
              <a:extLst>
                <a:ext uri="{FF2B5EF4-FFF2-40B4-BE49-F238E27FC236}">
                  <a16:creationId xmlns:a16="http://schemas.microsoft.com/office/drawing/2014/main" id="{331414CE-84C6-9005-F6C8-4F2AC329CC4A}"/>
                </a:ext>
              </a:extLst>
            </p:cNvPr>
            <p:cNvSpPr/>
            <p:nvPr/>
          </p:nvSpPr>
          <p:spPr>
            <a:xfrm>
              <a:off x="6716698" y="3564284"/>
              <a:ext cx="66354" cy="40875"/>
            </a:xfrm>
            <a:custGeom>
              <a:avLst/>
              <a:gdLst/>
              <a:ahLst/>
              <a:cxnLst/>
              <a:rect l="l" t="t" r="r" b="b"/>
              <a:pathLst>
                <a:path w="487" h="300" extrusionOk="0">
                  <a:moveTo>
                    <a:pt x="0" y="1"/>
                  </a:moveTo>
                  <a:lnTo>
                    <a:pt x="0" y="299"/>
                  </a:lnTo>
                  <a:lnTo>
                    <a:pt x="487" y="299"/>
                  </a:lnTo>
                  <a:lnTo>
                    <a:pt x="4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4" name="Google Shape;2144;p43">
              <a:extLst>
                <a:ext uri="{FF2B5EF4-FFF2-40B4-BE49-F238E27FC236}">
                  <a16:creationId xmlns:a16="http://schemas.microsoft.com/office/drawing/2014/main" id="{10863968-49E4-5080-EFE5-A9F2BBE8ACE5}"/>
                </a:ext>
              </a:extLst>
            </p:cNvPr>
            <p:cNvSpPr/>
            <p:nvPr/>
          </p:nvSpPr>
          <p:spPr>
            <a:xfrm>
              <a:off x="6285737" y="3735266"/>
              <a:ext cx="131209" cy="55863"/>
            </a:xfrm>
            <a:custGeom>
              <a:avLst/>
              <a:gdLst/>
              <a:ahLst/>
              <a:cxnLst/>
              <a:rect l="l" t="t" r="r" b="b"/>
              <a:pathLst>
                <a:path w="963" h="410" extrusionOk="0">
                  <a:moveTo>
                    <a:pt x="1" y="0"/>
                  </a:moveTo>
                  <a:lnTo>
                    <a:pt x="1" y="409"/>
                  </a:lnTo>
                  <a:lnTo>
                    <a:pt x="963" y="409"/>
                  </a:lnTo>
                  <a:lnTo>
                    <a:pt x="96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5" name="Google Shape;2145;p43">
              <a:extLst>
                <a:ext uri="{FF2B5EF4-FFF2-40B4-BE49-F238E27FC236}">
                  <a16:creationId xmlns:a16="http://schemas.microsoft.com/office/drawing/2014/main" id="{A5841349-A0DD-C494-DC49-11D150ABC5C8}"/>
                </a:ext>
              </a:extLst>
            </p:cNvPr>
            <p:cNvSpPr/>
            <p:nvPr/>
          </p:nvSpPr>
          <p:spPr>
            <a:xfrm>
              <a:off x="6285737" y="3530345"/>
              <a:ext cx="131209" cy="55863"/>
            </a:xfrm>
            <a:custGeom>
              <a:avLst/>
              <a:gdLst/>
              <a:ahLst/>
              <a:cxnLst/>
              <a:rect l="l" t="t" r="r" b="b"/>
              <a:pathLst>
                <a:path w="963" h="410" extrusionOk="0">
                  <a:moveTo>
                    <a:pt x="1" y="0"/>
                  </a:moveTo>
                  <a:lnTo>
                    <a:pt x="1" y="410"/>
                  </a:lnTo>
                  <a:lnTo>
                    <a:pt x="963" y="410"/>
                  </a:lnTo>
                  <a:lnTo>
                    <a:pt x="96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43">
              <a:extLst>
                <a:ext uri="{FF2B5EF4-FFF2-40B4-BE49-F238E27FC236}">
                  <a16:creationId xmlns:a16="http://schemas.microsoft.com/office/drawing/2014/main" id="{11651927-3EC9-DA48-1045-8791D2D9C1AC}"/>
                </a:ext>
              </a:extLst>
            </p:cNvPr>
            <p:cNvSpPr/>
            <p:nvPr/>
          </p:nvSpPr>
          <p:spPr>
            <a:xfrm>
              <a:off x="6257124" y="3453500"/>
              <a:ext cx="188434" cy="55863"/>
            </a:xfrm>
            <a:custGeom>
              <a:avLst/>
              <a:gdLst/>
              <a:ahLst/>
              <a:cxnLst/>
              <a:rect l="l" t="t" r="r" b="b"/>
              <a:pathLst>
                <a:path w="1383" h="410" extrusionOk="0">
                  <a:moveTo>
                    <a:pt x="1" y="1"/>
                  </a:moveTo>
                  <a:lnTo>
                    <a:pt x="211" y="410"/>
                  </a:lnTo>
                  <a:lnTo>
                    <a:pt x="1173" y="410"/>
                  </a:lnTo>
                  <a:lnTo>
                    <a:pt x="138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43">
              <a:extLst>
                <a:ext uri="{FF2B5EF4-FFF2-40B4-BE49-F238E27FC236}">
                  <a16:creationId xmlns:a16="http://schemas.microsoft.com/office/drawing/2014/main" id="{A5431826-3163-A615-237D-3328F8404582}"/>
                </a:ext>
              </a:extLst>
            </p:cNvPr>
            <p:cNvSpPr/>
            <p:nvPr/>
          </p:nvSpPr>
          <p:spPr>
            <a:xfrm>
              <a:off x="7094793" y="3736765"/>
              <a:ext cx="191568" cy="54364"/>
            </a:xfrm>
            <a:custGeom>
              <a:avLst/>
              <a:gdLst/>
              <a:ahLst/>
              <a:cxnLst/>
              <a:rect l="l" t="t" r="r" b="b"/>
              <a:pathLst>
                <a:path w="1406" h="399" extrusionOk="0">
                  <a:moveTo>
                    <a:pt x="1" y="0"/>
                  </a:moveTo>
                  <a:lnTo>
                    <a:pt x="1" y="398"/>
                  </a:lnTo>
                  <a:lnTo>
                    <a:pt x="1405" y="398"/>
                  </a:lnTo>
                  <a:lnTo>
                    <a:pt x="140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43">
              <a:extLst>
                <a:ext uri="{FF2B5EF4-FFF2-40B4-BE49-F238E27FC236}">
                  <a16:creationId xmlns:a16="http://schemas.microsoft.com/office/drawing/2014/main" id="{A58F2984-48B4-3597-386A-FD5EC021F09D}"/>
                </a:ext>
              </a:extLst>
            </p:cNvPr>
            <p:cNvSpPr/>
            <p:nvPr/>
          </p:nvSpPr>
          <p:spPr>
            <a:xfrm>
              <a:off x="6566005" y="3789494"/>
              <a:ext cx="378230" cy="85974"/>
            </a:xfrm>
            <a:custGeom>
              <a:avLst/>
              <a:gdLst/>
              <a:ahLst/>
              <a:cxnLst/>
              <a:rect l="l" t="t" r="r" b="b"/>
              <a:pathLst>
                <a:path w="2776" h="631" extrusionOk="0">
                  <a:moveTo>
                    <a:pt x="1" y="0"/>
                  </a:moveTo>
                  <a:lnTo>
                    <a:pt x="1" y="631"/>
                  </a:lnTo>
                  <a:lnTo>
                    <a:pt x="2776" y="631"/>
                  </a:lnTo>
                  <a:lnTo>
                    <a:pt x="277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43">
              <a:extLst>
                <a:ext uri="{FF2B5EF4-FFF2-40B4-BE49-F238E27FC236}">
                  <a16:creationId xmlns:a16="http://schemas.microsoft.com/office/drawing/2014/main" id="{A9D30004-C193-D6C3-1B69-95F31743536B}"/>
                </a:ext>
              </a:extLst>
            </p:cNvPr>
            <p:cNvSpPr/>
            <p:nvPr/>
          </p:nvSpPr>
          <p:spPr>
            <a:xfrm>
              <a:off x="6204395" y="3789494"/>
              <a:ext cx="304519" cy="85974"/>
            </a:xfrm>
            <a:custGeom>
              <a:avLst/>
              <a:gdLst/>
              <a:ahLst/>
              <a:cxnLst/>
              <a:rect l="l" t="t" r="r" b="b"/>
              <a:pathLst>
                <a:path w="2235" h="631" extrusionOk="0">
                  <a:moveTo>
                    <a:pt x="1" y="0"/>
                  </a:moveTo>
                  <a:lnTo>
                    <a:pt x="1" y="631"/>
                  </a:lnTo>
                  <a:lnTo>
                    <a:pt x="2234" y="631"/>
                  </a:lnTo>
                  <a:lnTo>
                    <a:pt x="22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43">
              <a:extLst>
                <a:ext uri="{FF2B5EF4-FFF2-40B4-BE49-F238E27FC236}">
                  <a16:creationId xmlns:a16="http://schemas.microsoft.com/office/drawing/2014/main" id="{810EDE02-CE0C-09FB-00AC-E6D21546B647}"/>
                </a:ext>
              </a:extLst>
            </p:cNvPr>
            <p:cNvSpPr/>
            <p:nvPr/>
          </p:nvSpPr>
          <p:spPr>
            <a:xfrm>
              <a:off x="7001461" y="3789494"/>
              <a:ext cx="367739" cy="85974"/>
            </a:xfrm>
            <a:custGeom>
              <a:avLst/>
              <a:gdLst/>
              <a:ahLst/>
              <a:cxnLst/>
              <a:rect l="l" t="t" r="r" b="b"/>
              <a:pathLst>
                <a:path w="2699" h="631" extrusionOk="0">
                  <a:moveTo>
                    <a:pt x="0" y="0"/>
                  </a:moveTo>
                  <a:lnTo>
                    <a:pt x="0" y="631"/>
                  </a:lnTo>
                  <a:lnTo>
                    <a:pt x="2698" y="631"/>
                  </a:lnTo>
                  <a:lnTo>
                    <a:pt x="269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43">
              <a:extLst>
                <a:ext uri="{FF2B5EF4-FFF2-40B4-BE49-F238E27FC236}">
                  <a16:creationId xmlns:a16="http://schemas.microsoft.com/office/drawing/2014/main" id="{243852FD-AB5F-1987-2677-2A8BEAF15A73}"/>
                </a:ext>
              </a:extLst>
            </p:cNvPr>
            <p:cNvSpPr/>
            <p:nvPr/>
          </p:nvSpPr>
          <p:spPr>
            <a:xfrm>
              <a:off x="7094793" y="3622178"/>
              <a:ext cx="191568" cy="36379"/>
            </a:xfrm>
            <a:custGeom>
              <a:avLst/>
              <a:gdLst/>
              <a:ahLst/>
              <a:cxnLst/>
              <a:rect l="l" t="t" r="r" b="b"/>
              <a:pathLst>
                <a:path w="1406" h="267" extrusionOk="0">
                  <a:moveTo>
                    <a:pt x="1" y="1"/>
                  </a:moveTo>
                  <a:lnTo>
                    <a:pt x="1" y="266"/>
                  </a:lnTo>
                  <a:lnTo>
                    <a:pt x="1405" y="266"/>
                  </a:lnTo>
                  <a:lnTo>
                    <a:pt x="14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43">
              <a:extLst>
                <a:ext uri="{FF2B5EF4-FFF2-40B4-BE49-F238E27FC236}">
                  <a16:creationId xmlns:a16="http://schemas.microsoft.com/office/drawing/2014/main" id="{8CC6B03B-3E35-9D8B-C17F-5E7DB583816B}"/>
                </a:ext>
              </a:extLst>
            </p:cNvPr>
            <p:cNvSpPr/>
            <p:nvPr/>
          </p:nvSpPr>
          <p:spPr>
            <a:xfrm>
              <a:off x="7094793" y="3598198"/>
              <a:ext cx="191568" cy="49731"/>
            </a:xfrm>
            <a:custGeom>
              <a:avLst/>
              <a:gdLst/>
              <a:ahLst/>
              <a:cxnLst/>
              <a:rect l="l" t="t" r="r" b="b"/>
              <a:pathLst>
                <a:path w="1406" h="365" extrusionOk="0">
                  <a:moveTo>
                    <a:pt x="189" y="0"/>
                  </a:moveTo>
                  <a:cubicBezTo>
                    <a:pt x="89" y="0"/>
                    <a:pt x="1" y="77"/>
                    <a:pt x="1" y="177"/>
                  </a:cubicBezTo>
                  <a:cubicBezTo>
                    <a:pt x="1" y="276"/>
                    <a:pt x="89" y="365"/>
                    <a:pt x="189" y="365"/>
                  </a:cubicBezTo>
                  <a:lnTo>
                    <a:pt x="1217" y="365"/>
                  </a:lnTo>
                  <a:cubicBezTo>
                    <a:pt x="1317" y="365"/>
                    <a:pt x="1405" y="276"/>
                    <a:pt x="1405" y="177"/>
                  </a:cubicBezTo>
                  <a:cubicBezTo>
                    <a:pt x="1405" y="77"/>
                    <a:pt x="1317" y="0"/>
                    <a:pt x="12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43">
              <a:extLst>
                <a:ext uri="{FF2B5EF4-FFF2-40B4-BE49-F238E27FC236}">
                  <a16:creationId xmlns:a16="http://schemas.microsoft.com/office/drawing/2014/main" id="{D53B24C5-B604-9090-F5DA-E2645DF15A80}"/>
                </a:ext>
              </a:extLst>
            </p:cNvPr>
            <p:cNvSpPr/>
            <p:nvPr/>
          </p:nvSpPr>
          <p:spPr>
            <a:xfrm>
              <a:off x="6148669" y="4128485"/>
              <a:ext cx="1862265" cy="57361"/>
            </a:xfrm>
            <a:custGeom>
              <a:avLst/>
              <a:gdLst/>
              <a:ahLst/>
              <a:cxnLst/>
              <a:rect l="l" t="t" r="r" b="b"/>
              <a:pathLst>
                <a:path w="13668" h="421" extrusionOk="0">
                  <a:moveTo>
                    <a:pt x="1" y="0"/>
                  </a:moveTo>
                  <a:lnTo>
                    <a:pt x="1" y="420"/>
                  </a:lnTo>
                  <a:lnTo>
                    <a:pt x="13668" y="420"/>
                  </a:lnTo>
                  <a:lnTo>
                    <a:pt x="1366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43">
              <a:extLst>
                <a:ext uri="{FF2B5EF4-FFF2-40B4-BE49-F238E27FC236}">
                  <a16:creationId xmlns:a16="http://schemas.microsoft.com/office/drawing/2014/main" id="{89BA9BFC-CD81-16FB-D27A-2C2D83EB24DF}"/>
                </a:ext>
              </a:extLst>
            </p:cNvPr>
            <p:cNvSpPr/>
            <p:nvPr/>
          </p:nvSpPr>
          <p:spPr>
            <a:xfrm>
              <a:off x="6148669" y="4206830"/>
              <a:ext cx="1789916" cy="55863"/>
            </a:xfrm>
            <a:custGeom>
              <a:avLst/>
              <a:gdLst/>
              <a:ahLst/>
              <a:cxnLst/>
              <a:rect l="l" t="t" r="r" b="b"/>
              <a:pathLst>
                <a:path w="13137" h="410" extrusionOk="0">
                  <a:moveTo>
                    <a:pt x="1" y="0"/>
                  </a:moveTo>
                  <a:lnTo>
                    <a:pt x="1" y="409"/>
                  </a:lnTo>
                  <a:lnTo>
                    <a:pt x="13137" y="409"/>
                  </a:lnTo>
                  <a:lnTo>
                    <a:pt x="13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43">
              <a:extLst>
                <a:ext uri="{FF2B5EF4-FFF2-40B4-BE49-F238E27FC236}">
                  <a16:creationId xmlns:a16="http://schemas.microsoft.com/office/drawing/2014/main" id="{184F43B3-F17C-6CBC-3350-3979922D9341}"/>
                </a:ext>
              </a:extLst>
            </p:cNvPr>
            <p:cNvSpPr/>
            <p:nvPr/>
          </p:nvSpPr>
          <p:spPr>
            <a:xfrm>
              <a:off x="7534746" y="4307655"/>
              <a:ext cx="345121" cy="295526"/>
            </a:xfrm>
            <a:custGeom>
              <a:avLst/>
              <a:gdLst/>
              <a:ahLst/>
              <a:cxnLst/>
              <a:rect l="l" t="t" r="r" b="b"/>
              <a:pathLst>
                <a:path w="2533" h="2169" extrusionOk="0">
                  <a:moveTo>
                    <a:pt x="1064" y="1"/>
                  </a:moveTo>
                  <a:cubicBezTo>
                    <a:pt x="476" y="1"/>
                    <a:pt x="1" y="483"/>
                    <a:pt x="1" y="1074"/>
                  </a:cubicBezTo>
                  <a:cubicBezTo>
                    <a:pt x="1" y="1733"/>
                    <a:pt x="538" y="2168"/>
                    <a:pt x="1094" y="2168"/>
                  </a:cubicBezTo>
                  <a:cubicBezTo>
                    <a:pt x="1360" y="2168"/>
                    <a:pt x="1629" y="2069"/>
                    <a:pt x="1847" y="1848"/>
                  </a:cubicBezTo>
                  <a:cubicBezTo>
                    <a:pt x="2533" y="1162"/>
                    <a:pt x="2057" y="1"/>
                    <a:pt x="1084" y="1"/>
                  </a:cubicBezTo>
                  <a:cubicBezTo>
                    <a:pt x="1078" y="1"/>
                    <a:pt x="1071" y="1"/>
                    <a:pt x="10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43">
              <a:extLst>
                <a:ext uri="{FF2B5EF4-FFF2-40B4-BE49-F238E27FC236}">
                  <a16:creationId xmlns:a16="http://schemas.microsoft.com/office/drawing/2014/main" id="{336218E1-5049-9FB6-E563-4B0B833667AD}"/>
                </a:ext>
              </a:extLst>
            </p:cNvPr>
            <p:cNvSpPr/>
            <p:nvPr/>
          </p:nvSpPr>
          <p:spPr>
            <a:xfrm>
              <a:off x="7590473" y="4362291"/>
              <a:ext cx="214049" cy="183665"/>
            </a:xfrm>
            <a:custGeom>
              <a:avLst/>
              <a:gdLst/>
              <a:ahLst/>
              <a:cxnLst/>
              <a:rect l="l" t="t" r="r" b="b"/>
              <a:pathLst>
                <a:path w="1571" h="1348" extrusionOk="0">
                  <a:moveTo>
                    <a:pt x="685" y="1"/>
                  </a:moveTo>
                  <a:cubicBezTo>
                    <a:pt x="341" y="1"/>
                    <a:pt x="12" y="268"/>
                    <a:pt x="12" y="673"/>
                  </a:cubicBezTo>
                  <a:cubicBezTo>
                    <a:pt x="1" y="1049"/>
                    <a:pt x="310" y="1347"/>
                    <a:pt x="675" y="1347"/>
                  </a:cubicBezTo>
                  <a:cubicBezTo>
                    <a:pt x="1272" y="1347"/>
                    <a:pt x="1571" y="628"/>
                    <a:pt x="1151" y="197"/>
                  </a:cubicBezTo>
                  <a:cubicBezTo>
                    <a:pt x="1015" y="62"/>
                    <a:pt x="848" y="1"/>
                    <a:pt x="68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43">
              <a:extLst>
                <a:ext uri="{FF2B5EF4-FFF2-40B4-BE49-F238E27FC236}">
                  <a16:creationId xmlns:a16="http://schemas.microsoft.com/office/drawing/2014/main" id="{D8BF6CFD-6892-9403-D2A1-32C2A1DAD9E7}"/>
                </a:ext>
              </a:extLst>
            </p:cNvPr>
            <p:cNvSpPr/>
            <p:nvPr/>
          </p:nvSpPr>
          <p:spPr>
            <a:xfrm>
              <a:off x="7629713" y="4401123"/>
              <a:ext cx="123579" cy="106275"/>
            </a:xfrm>
            <a:custGeom>
              <a:avLst/>
              <a:gdLst/>
              <a:ahLst/>
              <a:cxnLst/>
              <a:rect l="l" t="t" r="r" b="b"/>
              <a:pathLst>
                <a:path w="907" h="780" extrusionOk="0">
                  <a:moveTo>
                    <a:pt x="387" y="1"/>
                  </a:moveTo>
                  <a:cubicBezTo>
                    <a:pt x="177" y="1"/>
                    <a:pt x="0" y="178"/>
                    <a:pt x="0" y="388"/>
                  </a:cubicBezTo>
                  <a:cubicBezTo>
                    <a:pt x="0" y="626"/>
                    <a:pt x="191" y="779"/>
                    <a:pt x="390" y="779"/>
                  </a:cubicBezTo>
                  <a:cubicBezTo>
                    <a:pt x="486" y="779"/>
                    <a:pt x="584" y="743"/>
                    <a:pt x="664" y="664"/>
                  </a:cubicBezTo>
                  <a:cubicBezTo>
                    <a:pt x="907" y="421"/>
                    <a:pt x="741" y="1"/>
                    <a:pt x="3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43">
              <a:extLst>
                <a:ext uri="{FF2B5EF4-FFF2-40B4-BE49-F238E27FC236}">
                  <a16:creationId xmlns:a16="http://schemas.microsoft.com/office/drawing/2014/main" id="{BD2FF8CD-9A2F-5A57-3037-525301B61A69}"/>
                </a:ext>
              </a:extLst>
            </p:cNvPr>
            <p:cNvSpPr/>
            <p:nvPr/>
          </p:nvSpPr>
          <p:spPr>
            <a:xfrm>
              <a:off x="7160057" y="4307655"/>
              <a:ext cx="346211" cy="295526"/>
            </a:xfrm>
            <a:custGeom>
              <a:avLst/>
              <a:gdLst/>
              <a:ahLst/>
              <a:cxnLst/>
              <a:rect l="l" t="t" r="r" b="b"/>
              <a:pathLst>
                <a:path w="2541" h="2169" extrusionOk="0">
                  <a:moveTo>
                    <a:pt x="1072" y="1"/>
                  </a:moveTo>
                  <a:cubicBezTo>
                    <a:pt x="473" y="1"/>
                    <a:pt x="8" y="483"/>
                    <a:pt x="8" y="1074"/>
                  </a:cubicBezTo>
                  <a:cubicBezTo>
                    <a:pt x="1" y="1733"/>
                    <a:pt x="536" y="2168"/>
                    <a:pt x="1095" y="2168"/>
                  </a:cubicBezTo>
                  <a:cubicBezTo>
                    <a:pt x="1361" y="2168"/>
                    <a:pt x="1633" y="2069"/>
                    <a:pt x="1855" y="1848"/>
                  </a:cubicBezTo>
                  <a:cubicBezTo>
                    <a:pt x="2540" y="1162"/>
                    <a:pt x="2054" y="1"/>
                    <a:pt x="1092" y="1"/>
                  </a:cubicBezTo>
                  <a:cubicBezTo>
                    <a:pt x="1085" y="1"/>
                    <a:pt x="1078" y="1"/>
                    <a:pt x="10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43">
              <a:extLst>
                <a:ext uri="{FF2B5EF4-FFF2-40B4-BE49-F238E27FC236}">
                  <a16:creationId xmlns:a16="http://schemas.microsoft.com/office/drawing/2014/main" id="{0798B110-CA65-7A1F-4DBA-4E0359F576CD}"/>
                </a:ext>
              </a:extLst>
            </p:cNvPr>
            <p:cNvSpPr/>
            <p:nvPr/>
          </p:nvSpPr>
          <p:spPr>
            <a:xfrm>
              <a:off x="7216874" y="4362291"/>
              <a:ext cx="214049" cy="183665"/>
            </a:xfrm>
            <a:custGeom>
              <a:avLst/>
              <a:gdLst/>
              <a:ahLst/>
              <a:cxnLst/>
              <a:rect l="l" t="t" r="r" b="b"/>
              <a:pathLst>
                <a:path w="1571" h="1348" extrusionOk="0">
                  <a:moveTo>
                    <a:pt x="673" y="1"/>
                  </a:moveTo>
                  <a:cubicBezTo>
                    <a:pt x="330" y="1"/>
                    <a:pt x="0" y="268"/>
                    <a:pt x="0" y="673"/>
                  </a:cubicBezTo>
                  <a:cubicBezTo>
                    <a:pt x="0" y="1049"/>
                    <a:pt x="299" y="1347"/>
                    <a:pt x="675" y="1347"/>
                  </a:cubicBezTo>
                  <a:cubicBezTo>
                    <a:pt x="1272" y="1347"/>
                    <a:pt x="1571" y="628"/>
                    <a:pt x="1139" y="197"/>
                  </a:cubicBezTo>
                  <a:cubicBezTo>
                    <a:pt x="1004" y="62"/>
                    <a:pt x="837" y="1"/>
                    <a:pt x="6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0" name="Google Shape;2160;p43">
              <a:extLst>
                <a:ext uri="{FF2B5EF4-FFF2-40B4-BE49-F238E27FC236}">
                  <a16:creationId xmlns:a16="http://schemas.microsoft.com/office/drawing/2014/main" id="{D25B273D-83C9-3AF6-4E4E-ECD1A1F043CA}"/>
                </a:ext>
              </a:extLst>
            </p:cNvPr>
            <p:cNvSpPr/>
            <p:nvPr/>
          </p:nvSpPr>
          <p:spPr>
            <a:xfrm>
              <a:off x="7254479" y="4401123"/>
              <a:ext cx="123715" cy="106275"/>
            </a:xfrm>
            <a:custGeom>
              <a:avLst/>
              <a:gdLst/>
              <a:ahLst/>
              <a:cxnLst/>
              <a:rect l="l" t="t" r="r" b="b"/>
              <a:pathLst>
                <a:path w="908" h="780" extrusionOk="0">
                  <a:moveTo>
                    <a:pt x="399" y="1"/>
                  </a:moveTo>
                  <a:cubicBezTo>
                    <a:pt x="178" y="1"/>
                    <a:pt x="1" y="178"/>
                    <a:pt x="1" y="388"/>
                  </a:cubicBezTo>
                  <a:cubicBezTo>
                    <a:pt x="1" y="626"/>
                    <a:pt x="192" y="779"/>
                    <a:pt x="391" y="779"/>
                  </a:cubicBezTo>
                  <a:cubicBezTo>
                    <a:pt x="487" y="779"/>
                    <a:pt x="585" y="743"/>
                    <a:pt x="664" y="664"/>
                  </a:cubicBezTo>
                  <a:cubicBezTo>
                    <a:pt x="908" y="421"/>
                    <a:pt x="742" y="1"/>
                    <a:pt x="3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1" name="Google Shape;2161;p43">
              <a:extLst>
                <a:ext uri="{FF2B5EF4-FFF2-40B4-BE49-F238E27FC236}">
                  <a16:creationId xmlns:a16="http://schemas.microsoft.com/office/drawing/2014/main" id="{9C277DA8-06DE-D3D7-11AE-8EEFC06116DB}"/>
                </a:ext>
              </a:extLst>
            </p:cNvPr>
            <p:cNvSpPr/>
            <p:nvPr/>
          </p:nvSpPr>
          <p:spPr>
            <a:xfrm>
              <a:off x="6785913" y="4307791"/>
              <a:ext cx="344713" cy="295390"/>
            </a:xfrm>
            <a:custGeom>
              <a:avLst/>
              <a:gdLst/>
              <a:ahLst/>
              <a:cxnLst/>
              <a:rect l="l" t="t" r="r" b="b"/>
              <a:pathLst>
                <a:path w="2530" h="2168" extrusionOk="0">
                  <a:moveTo>
                    <a:pt x="1098" y="0"/>
                  </a:moveTo>
                  <a:cubicBezTo>
                    <a:pt x="1094" y="0"/>
                    <a:pt x="1089" y="0"/>
                    <a:pt x="1085" y="0"/>
                  </a:cubicBezTo>
                  <a:cubicBezTo>
                    <a:pt x="487" y="0"/>
                    <a:pt x="1" y="476"/>
                    <a:pt x="1" y="1073"/>
                  </a:cubicBezTo>
                  <a:cubicBezTo>
                    <a:pt x="1" y="1732"/>
                    <a:pt x="533" y="2167"/>
                    <a:pt x="1090" y="2167"/>
                  </a:cubicBezTo>
                  <a:cubicBezTo>
                    <a:pt x="1355" y="2167"/>
                    <a:pt x="1626" y="2068"/>
                    <a:pt x="1848" y="1847"/>
                  </a:cubicBezTo>
                  <a:cubicBezTo>
                    <a:pt x="2530" y="1164"/>
                    <a:pt x="2051" y="0"/>
                    <a:pt x="1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2" name="Google Shape;2162;p43">
              <a:extLst>
                <a:ext uri="{FF2B5EF4-FFF2-40B4-BE49-F238E27FC236}">
                  <a16:creationId xmlns:a16="http://schemas.microsoft.com/office/drawing/2014/main" id="{F24F1ED5-57AF-B817-08DE-1ADC078400B3}"/>
                </a:ext>
              </a:extLst>
            </p:cNvPr>
            <p:cNvSpPr/>
            <p:nvPr/>
          </p:nvSpPr>
          <p:spPr>
            <a:xfrm>
              <a:off x="6841776" y="4362291"/>
              <a:ext cx="214049" cy="183665"/>
            </a:xfrm>
            <a:custGeom>
              <a:avLst/>
              <a:gdLst/>
              <a:ahLst/>
              <a:cxnLst/>
              <a:rect l="l" t="t" r="r" b="b"/>
              <a:pathLst>
                <a:path w="1571" h="1348" extrusionOk="0">
                  <a:moveTo>
                    <a:pt x="676" y="1"/>
                  </a:moveTo>
                  <a:cubicBezTo>
                    <a:pt x="330" y="1"/>
                    <a:pt x="0" y="268"/>
                    <a:pt x="0" y="673"/>
                  </a:cubicBezTo>
                  <a:cubicBezTo>
                    <a:pt x="0" y="1049"/>
                    <a:pt x="299" y="1347"/>
                    <a:pt x="675" y="1347"/>
                  </a:cubicBezTo>
                  <a:cubicBezTo>
                    <a:pt x="1272" y="1347"/>
                    <a:pt x="1570" y="628"/>
                    <a:pt x="1150" y="197"/>
                  </a:cubicBezTo>
                  <a:cubicBezTo>
                    <a:pt x="1011" y="62"/>
                    <a:pt x="842" y="1"/>
                    <a:pt x="6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3" name="Google Shape;2163;p43">
              <a:extLst>
                <a:ext uri="{FF2B5EF4-FFF2-40B4-BE49-F238E27FC236}">
                  <a16:creationId xmlns:a16="http://schemas.microsoft.com/office/drawing/2014/main" id="{F45A32F6-97AD-380E-47AB-79C4B4D69C41}"/>
                </a:ext>
              </a:extLst>
            </p:cNvPr>
            <p:cNvSpPr/>
            <p:nvPr/>
          </p:nvSpPr>
          <p:spPr>
            <a:xfrm>
              <a:off x="6879926" y="4401123"/>
              <a:ext cx="124669" cy="106956"/>
            </a:xfrm>
            <a:custGeom>
              <a:avLst/>
              <a:gdLst/>
              <a:ahLst/>
              <a:cxnLst/>
              <a:rect l="l" t="t" r="r" b="b"/>
              <a:pathLst>
                <a:path w="915" h="785" extrusionOk="0">
                  <a:moveTo>
                    <a:pt x="395" y="1"/>
                  </a:moveTo>
                  <a:cubicBezTo>
                    <a:pt x="173" y="1"/>
                    <a:pt x="8" y="178"/>
                    <a:pt x="8" y="388"/>
                  </a:cubicBezTo>
                  <a:cubicBezTo>
                    <a:pt x="0" y="626"/>
                    <a:pt x="188" y="784"/>
                    <a:pt x="390" y="784"/>
                  </a:cubicBezTo>
                  <a:cubicBezTo>
                    <a:pt x="487" y="784"/>
                    <a:pt x="588" y="747"/>
                    <a:pt x="671" y="664"/>
                  </a:cubicBezTo>
                  <a:cubicBezTo>
                    <a:pt x="914" y="421"/>
                    <a:pt x="737" y="1"/>
                    <a:pt x="3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43">
              <a:extLst>
                <a:ext uri="{FF2B5EF4-FFF2-40B4-BE49-F238E27FC236}">
                  <a16:creationId xmlns:a16="http://schemas.microsoft.com/office/drawing/2014/main" id="{8936F6DB-5703-803E-B446-F161C3DBAA20}"/>
                </a:ext>
              </a:extLst>
            </p:cNvPr>
            <p:cNvSpPr/>
            <p:nvPr/>
          </p:nvSpPr>
          <p:spPr>
            <a:xfrm>
              <a:off x="6410815" y="4307791"/>
              <a:ext cx="344713" cy="295390"/>
            </a:xfrm>
            <a:custGeom>
              <a:avLst/>
              <a:gdLst/>
              <a:ahLst/>
              <a:cxnLst/>
              <a:rect l="l" t="t" r="r" b="b"/>
              <a:pathLst>
                <a:path w="2530" h="2168" extrusionOk="0">
                  <a:moveTo>
                    <a:pt x="1098" y="0"/>
                  </a:moveTo>
                  <a:cubicBezTo>
                    <a:pt x="1093" y="0"/>
                    <a:pt x="1089" y="0"/>
                    <a:pt x="1084" y="0"/>
                  </a:cubicBezTo>
                  <a:cubicBezTo>
                    <a:pt x="487" y="0"/>
                    <a:pt x="1" y="476"/>
                    <a:pt x="1" y="1073"/>
                  </a:cubicBezTo>
                  <a:cubicBezTo>
                    <a:pt x="1" y="1732"/>
                    <a:pt x="538" y="2167"/>
                    <a:pt x="1094" y="2167"/>
                  </a:cubicBezTo>
                  <a:cubicBezTo>
                    <a:pt x="1360" y="2167"/>
                    <a:pt x="1629" y="2068"/>
                    <a:pt x="1847" y="1847"/>
                  </a:cubicBezTo>
                  <a:cubicBezTo>
                    <a:pt x="2530" y="1164"/>
                    <a:pt x="2051" y="0"/>
                    <a:pt x="1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5" name="Google Shape;2165;p43">
              <a:extLst>
                <a:ext uri="{FF2B5EF4-FFF2-40B4-BE49-F238E27FC236}">
                  <a16:creationId xmlns:a16="http://schemas.microsoft.com/office/drawing/2014/main" id="{E4EA6C68-8748-44B1-61E2-691F8F8D970F}"/>
                </a:ext>
              </a:extLst>
            </p:cNvPr>
            <p:cNvSpPr/>
            <p:nvPr/>
          </p:nvSpPr>
          <p:spPr>
            <a:xfrm>
              <a:off x="6466542" y="4362291"/>
              <a:ext cx="214049" cy="183665"/>
            </a:xfrm>
            <a:custGeom>
              <a:avLst/>
              <a:gdLst/>
              <a:ahLst/>
              <a:cxnLst/>
              <a:rect l="l" t="t" r="r" b="b"/>
              <a:pathLst>
                <a:path w="1571" h="1348" extrusionOk="0">
                  <a:moveTo>
                    <a:pt x="682" y="1"/>
                  </a:moveTo>
                  <a:cubicBezTo>
                    <a:pt x="335" y="1"/>
                    <a:pt x="1" y="268"/>
                    <a:pt x="1" y="673"/>
                  </a:cubicBezTo>
                  <a:cubicBezTo>
                    <a:pt x="1" y="1049"/>
                    <a:pt x="299" y="1347"/>
                    <a:pt x="675" y="1347"/>
                  </a:cubicBezTo>
                  <a:cubicBezTo>
                    <a:pt x="1272" y="1347"/>
                    <a:pt x="1571" y="628"/>
                    <a:pt x="1151" y="197"/>
                  </a:cubicBezTo>
                  <a:cubicBezTo>
                    <a:pt x="1015" y="62"/>
                    <a:pt x="847" y="1"/>
                    <a:pt x="68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6" name="Google Shape;2166;p43">
              <a:extLst>
                <a:ext uri="{FF2B5EF4-FFF2-40B4-BE49-F238E27FC236}">
                  <a16:creationId xmlns:a16="http://schemas.microsoft.com/office/drawing/2014/main" id="{8D6B6C27-52B0-AD6C-F17F-11C3A31083C7}"/>
                </a:ext>
              </a:extLst>
            </p:cNvPr>
            <p:cNvSpPr/>
            <p:nvPr/>
          </p:nvSpPr>
          <p:spPr>
            <a:xfrm>
              <a:off x="6505782" y="4401123"/>
              <a:ext cx="123579" cy="106275"/>
            </a:xfrm>
            <a:custGeom>
              <a:avLst/>
              <a:gdLst/>
              <a:ahLst/>
              <a:cxnLst/>
              <a:rect l="l" t="t" r="r" b="b"/>
              <a:pathLst>
                <a:path w="907" h="780" extrusionOk="0">
                  <a:moveTo>
                    <a:pt x="387" y="1"/>
                  </a:moveTo>
                  <a:cubicBezTo>
                    <a:pt x="166" y="1"/>
                    <a:pt x="0" y="178"/>
                    <a:pt x="0" y="388"/>
                  </a:cubicBezTo>
                  <a:cubicBezTo>
                    <a:pt x="0" y="626"/>
                    <a:pt x="191" y="779"/>
                    <a:pt x="390" y="779"/>
                  </a:cubicBezTo>
                  <a:cubicBezTo>
                    <a:pt x="486" y="779"/>
                    <a:pt x="584" y="743"/>
                    <a:pt x="664" y="664"/>
                  </a:cubicBezTo>
                  <a:cubicBezTo>
                    <a:pt x="907" y="421"/>
                    <a:pt x="730" y="1"/>
                    <a:pt x="3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7" name="Google Shape;2167;p43">
              <a:extLst>
                <a:ext uri="{FF2B5EF4-FFF2-40B4-BE49-F238E27FC236}">
                  <a16:creationId xmlns:a16="http://schemas.microsoft.com/office/drawing/2014/main" id="{6661BD01-3623-900D-C4E4-A29FB1B75978}"/>
                </a:ext>
              </a:extLst>
            </p:cNvPr>
            <p:cNvSpPr/>
            <p:nvPr/>
          </p:nvSpPr>
          <p:spPr>
            <a:xfrm>
              <a:off x="5561503" y="4251918"/>
              <a:ext cx="513441" cy="351247"/>
            </a:xfrm>
            <a:custGeom>
              <a:avLst/>
              <a:gdLst/>
              <a:ahLst/>
              <a:cxnLst/>
              <a:rect l="l" t="t" r="r" b="b"/>
              <a:pathLst>
                <a:path w="1925" h="1317" extrusionOk="0">
                  <a:moveTo>
                    <a:pt x="1637" y="1"/>
                  </a:moveTo>
                  <a:lnTo>
                    <a:pt x="1" y="1316"/>
                  </a:lnTo>
                  <a:lnTo>
                    <a:pt x="1925" y="1316"/>
                  </a:lnTo>
                  <a:lnTo>
                    <a:pt x="19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43">
              <a:extLst>
                <a:ext uri="{FF2B5EF4-FFF2-40B4-BE49-F238E27FC236}">
                  <a16:creationId xmlns:a16="http://schemas.microsoft.com/office/drawing/2014/main" id="{3983A23A-FB40-EB08-10B8-AB3135F6A896}"/>
                </a:ext>
              </a:extLst>
            </p:cNvPr>
            <p:cNvSpPr/>
            <p:nvPr/>
          </p:nvSpPr>
          <p:spPr>
            <a:xfrm>
              <a:off x="5794620" y="4293257"/>
              <a:ext cx="236049" cy="206694"/>
            </a:xfrm>
            <a:custGeom>
              <a:avLst/>
              <a:gdLst/>
              <a:ahLst/>
              <a:cxnLst/>
              <a:rect l="l" t="t" r="r" b="b"/>
              <a:pathLst>
                <a:path w="885" h="775" extrusionOk="0">
                  <a:moveTo>
                    <a:pt x="819" y="0"/>
                  </a:moveTo>
                  <a:lnTo>
                    <a:pt x="0" y="774"/>
                  </a:lnTo>
                  <a:lnTo>
                    <a:pt x="465" y="774"/>
                  </a:lnTo>
                  <a:lnTo>
                    <a:pt x="88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43">
              <a:extLst>
                <a:ext uri="{FF2B5EF4-FFF2-40B4-BE49-F238E27FC236}">
                  <a16:creationId xmlns:a16="http://schemas.microsoft.com/office/drawing/2014/main" id="{6EE192D0-A71E-FCC7-7C2F-8803F40180A5}"/>
                </a:ext>
              </a:extLst>
            </p:cNvPr>
            <p:cNvSpPr/>
            <p:nvPr/>
          </p:nvSpPr>
          <p:spPr>
            <a:xfrm>
              <a:off x="5561503" y="4529024"/>
              <a:ext cx="513441" cy="74143"/>
            </a:xfrm>
            <a:custGeom>
              <a:avLst/>
              <a:gdLst/>
              <a:ahLst/>
              <a:cxnLst/>
              <a:rect l="l" t="t" r="r" b="b"/>
              <a:pathLst>
                <a:path w="1925" h="278" extrusionOk="0">
                  <a:moveTo>
                    <a:pt x="1" y="1"/>
                  </a:moveTo>
                  <a:lnTo>
                    <a:pt x="1" y="277"/>
                  </a:lnTo>
                  <a:lnTo>
                    <a:pt x="1925" y="277"/>
                  </a:lnTo>
                  <a:lnTo>
                    <a:pt x="192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0" name="Google Shape;2170;p43">
              <a:extLst>
                <a:ext uri="{FF2B5EF4-FFF2-40B4-BE49-F238E27FC236}">
                  <a16:creationId xmlns:a16="http://schemas.microsoft.com/office/drawing/2014/main" id="{C1421976-C5C6-4146-A7E7-5C501382A381}"/>
                </a:ext>
              </a:extLst>
            </p:cNvPr>
            <p:cNvSpPr/>
            <p:nvPr/>
          </p:nvSpPr>
          <p:spPr>
            <a:xfrm>
              <a:off x="6916986" y="4312287"/>
              <a:ext cx="61994" cy="53001"/>
            </a:xfrm>
            <a:custGeom>
              <a:avLst/>
              <a:gdLst/>
              <a:ahLst/>
              <a:cxnLst/>
              <a:rect l="l" t="t" r="r" b="b"/>
              <a:pathLst>
                <a:path w="455" h="389" extrusionOk="0">
                  <a:moveTo>
                    <a:pt x="189" y="0"/>
                  </a:moveTo>
                  <a:cubicBezTo>
                    <a:pt x="89" y="0"/>
                    <a:pt x="1" y="89"/>
                    <a:pt x="1" y="199"/>
                  </a:cubicBezTo>
                  <a:cubicBezTo>
                    <a:pt x="1" y="312"/>
                    <a:pt x="97" y="389"/>
                    <a:pt x="198" y="389"/>
                  </a:cubicBezTo>
                  <a:cubicBezTo>
                    <a:pt x="245" y="389"/>
                    <a:pt x="293" y="371"/>
                    <a:pt x="333" y="332"/>
                  </a:cubicBezTo>
                  <a:cubicBezTo>
                    <a:pt x="454" y="210"/>
                    <a:pt x="366" y="0"/>
                    <a:pt x="1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43">
              <a:extLst>
                <a:ext uri="{FF2B5EF4-FFF2-40B4-BE49-F238E27FC236}">
                  <a16:creationId xmlns:a16="http://schemas.microsoft.com/office/drawing/2014/main" id="{1E9FBC67-7B6C-BC14-F673-C0F46BB5D232}"/>
                </a:ext>
              </a:extLst>
            </p:cNvPr>
            <p:cNvSpPr/>
            <p:nvPr/>
          </p:nvSpPr>
          <p:spPr>
            <a:xfrm>
              <a:off x="6466542" y="4422242"/>
              <a:ext cx="183938" cy="88971"/>
            </a:xfrm>
            <a:custGeom>
              <a:avLst/>
              <a:gdLst/>
              <a:ahLst/>
              <a:cxnLst/>
              <a:rect l="l" t="t" r="r" b="b"/>
              <a:pathLst>
                <a:path w="1350" h="653" extrusionOk="0">
                  <a:moveTo>
                    <a:pt x="1306" y="1"/>
                  </a:moveTo>
                  <a:lnTo>
                    <a:pt x="1" y="288"/>
                  </a:lnTo>
                  <a:cubicBezTo>
                    <a:pt x="12" y="421"/>
                    <a:pt x="67" y="542"/>
                    <a:pt x="144" y="653"/>
                  </a:cubicBezTo>
                  <a:lnTo>
                    <a:pt x="1328" y="388"/>
                  </a:lnTo>
                  <a:cubicBezTo>
                    <a:pt x="1339" y="343"/>
                    <a:pt x="1350" y="288"/>
                    <a:pt x="1350" y="233"/>
                  </a:cubicBezTo>
                  <a:cubicBezTo>
                    <a:pt x="1350" y="155"/>
                    <a:pt x="1328" y="78"/>
                    <a:pt x="13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43">
              <a:extLst>
                <a:ext uri="{FF2B5EF4-FFF2-40B4-BE49-F238E27FC236}">
                  <a16:creationId xmlns:a16="http://schemas.microsoft.com/office/drawing/2014/main" id="{2A951F24-7430-620F-0DE9-8D127B87BCE8}"/>
                </a:ext>
              </a:extLst>
            </p:cNvPr>
            <p:cNvSpPr/>
            <p:nvPr/>
          </p:nvSpPr>
          <p:spPr>
            <a:xfrm>
              <a:off x="6259168" y="4312969"/>
              <a:ext cx="721989" cy="196881"/>
            </a:xfrm>
            <a:custGeom>
              <a:avLst/>
              <a:gdLst/>
              <a:ahLst/>
              <a:cxnLst/>
              <a:rect l="l" t="t" r="r" b="b"/>
              <a:pathLst>
                <a:path w="5299" h="1445" extrusionOk="0">
                  <a:moveTo>
                    <a:pt x="5031" y="1"/>
                  </a:moveTo>
                  <a:cubicBezTo>
                    <a:pt x="5016" y="1"/>
                    <a:pt x="5000" y="3"/>
                    <a:pt x="4984" y="6"/>
                  </a:cubicBezTo>
                  <a:lnTo>
                    <a:pt x="218" y="1068"/>
                  </a:lnTo>
                  <a:cubicBezTo>
                    <a:pt x="0" y="1111"/>
                    <a:pt x="29" y="1444"/>
                    <a:pt x="251" y="1444"/>
                  </a:cubicBezTo>
                  <a:cubicBezTo>
                    <a:pt x="255" y="1444"/>
                    <a:pt x="259" y="1444"/>
                    <a:pt x="262" y="1444"/>
                  </a:cubicBezTo>
                  <a:lnTo>
                    <a:pt x="306" y="1444"/>
                  </a:lnTo>
                  <a:lnTo>
                    <a:pt x="5061" y="382"/>
                  </a:lnTo>
                  <a:cubicBezTo>
                    <a:pt x="5298" y="331"/>
                    <a:pt x="5238" y="1"/>
                    <a:pt x="50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43">
              <a:extLst>
                <a:ext uri="{FF2B5EF4-FFF2-40B4-BE49-F238E27FC236}">
                  <a16:creationId xmlns:a16="http://schemas.microsoft.com/office/drawing/2014/main" id="{ABEFBA4E-F7E2-8DA7-0670-F50D61869FCB}"/>
                </a:ext>
              </a:extLst>
            </p:cNvPr>
            <p:cNvSpPr/>
            <p:nvPr/>
          </p:nvSpPr>
          <p:spPr>
            <a:xfrm>
              <a:off x="6073322" y="4252065"/>
              <a:ext cx="271410" cy="263780"/>
            </a:xfrm>
            <a:custGeom>
              <a:avLst/>
              <a:gdLst/>
              <a:ahLst/>
              <a:cxnLst/>
              <a:rect l="l" t="t" r="r" b="b"/>
              <a:pathLst>
                <a:path w="1992" h="1936" extrusionOk="0">
                  <a:moveTo>
                    <a:pt x="399" y="0"/>
                  </a:moveTo>
                  <a:cubicBezTo>
                    <a:pt x="178" y="0"/>
                    <a:pt x="1" y="177"/>
                    <a:pt x="12" y="398"/>
                  </a:cubicBezTo>
                  <a:lnTo>
                    <a:pt x="12" y="1548"/>
                  </a:lnTo>
                  <a:cubicBezTo>
                    <a:pt x="12" y="1758"/>
                    <a:pt x="178" y="1935"/>
                    <a:pt x="399" y="1935"/>
                  </a:cubicBezTo>
                  <a:lnTo>
                    <a:pt x="1991" y="1935"/>
                  </a:lnTo>
                  <a:lnTo>
                    <a:pt x="199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43">
              <a:extLst>
                <a:ext uri="{FF2B5EF4-FFF2-40B4-BE49-F238E27FC236}">
                  <a16:creationId xmlns:a16="http://schemas.microsoft.com/office/drawing/2014/main" id="{8980DF41-473D-EC35-D431-749AB68E78E1}"/>
                </a:ext>
              </a:extLst>
            </p:cNvPr>
            <p:cNvSpPr/>
            <p:nvPr/>
          </p:nvSpPr>
          <p:spPr>
            <a:xfrm>
              <a:off x="6900500" y="4496090"/>
              <a:ext cx="816682" cy="49868"/>
            </a:xfrm>
            <a:custGeom>
              <a:avLst/>
              <a:gdLst/>
              <a:ahLst/>
              <a:cxnLst/>
              <a:rect l="l" t="t" r="r" b="b"/>
              <a:pathLst>
                <a:path w="5994" h="366" extrusionOk="0">
                  <a:moveTo>
                    <a:pt x="244" y="0"/>
                  </a:moveTo>
                  <a:cubicBezTo>
                    <a:pt x="0" y="0"/>
                    <a:pt x="0" y="365"/>
                    <a:pt x="244" y="365"/>
                  </a:cubicBezTo>
                  <a:lnTo>
                    <a:pt x="5750" y="365"/>
                  </a:lnTo>
                  <a:cubicBezTo>
                    <a:pt x="5994" y="365"/>
                    <a:pt x="5994" y="0"/>
                    <a:pt x="575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43">
              <a:extLst>
                <a:ext uri="{FF2B5EF4-FFF2-40B4-BE49-F238E27FC236}">
                  <a16:creationId xmlns:a16="http://schemas.microsoft.com/office/drawing/2014/main" id="{C9278DB8-47C9-F574-0393-672887C26613}"/>
                </a:ext>
              </a:extLst>
            </p:cNvPr>
            <p:cNvSpPr/>
            <p:nvPr/>
          </p:nvSpPr>
          <p:spPr>
            <a:xfrm>
              <a:off x="6285737" y="3509226"/>
              <a:ext cx="131209" cy="21255"/>
            </a:xfrm>
            <a:custGeom>
              <a:avLst/>
              <a:gdLst/>
              <a:ahLst/>
              <a:cxnLst/>
              <a:rect l="l" t="t" r="r" b="b"/>
              <a:pathLst>
                <a:path w="963" h="156" extrusionOk="0">
                  <a:moveTo>
                    <a:pt x="1" y="1"/>
                  </a:moveTo>
                  <a:lnTo>
                    <a:pt x="1" y="155"/>
                  </a:lnTo>
                  <a:lnTo>
                    <a:pt x="963" y="155"/>
                  </a:lnTo>
                  <a:lnTo>
                    <a:pt x="9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2176;p43">
              <a:extLst>
                <a:ext uri="{FF2B5EF4-FFF2-40B4-BE49-F238E27FC236}">
                  <a16:creationId xmlns:a16="http://schemas.microsoft.com/office/drawing/2014/main" id="{72BC5BF3-E076-A75B-26DE-4F36463729E1}"/>
                </a:ext>
              </a:extLst>
            </p:cNvPr>
            <p:cNvSpPr/>
            <p:nvPr/>
          </p:nvSpPr>
          <p:spPr>
            <a:xfrm>
              <a:off x="6716698" y="3599697"/>
              <a:ext cx="66354" cy="15124"/>
            </a:xfrm>
            <a:custGeom>
              <a:avLst/>
              <a:gdLst/>
              <a:ahLst/>
              <a:cxnLst/>
              <a:rect l="l" t="t" r="r" b="b"/>
              <a:pathLst>
                <a:path w="487" h="111" extrusionOk="0">
                  <a:moveTo>
                    <a:pt x="0" y="0"/>
                  </a:moveTo>
                  <a:lnTo>
                    <a:pt x="0" y="111"/>
                  </a:lnTo>
                  <a:lnTo>
                    <a:pt x="487" y="111"/>
                  </a:lnTo>
                  <a:lnTo>
                    <a:pt x="48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43">
              <a:extLst>
                <a:ext uri="{FF2B5EF4-FFF2-40B4-BE49-F238E27FC236}">
                  <a16:creationId xmlns:a16="http://schemas.microsoft.com/office/drawing/2014/main" id="{D8BBD693-2C4C-8BD1-7919-A3E014B5D246}"/>
                </a:ext>
              </a:extLst>
            </p:cNvPr>
            <p:cNvSpPr/>
            <p:nvPr/>
          </p:nvSpPr>
          <p:spPr>
            <a:xfrm>
              <a:off x="7447410" y="3671910"/>
              <a:ext cx="185436" cy="173446"/>
            </a:xfrm>
            <a:custGeom>
              <a:avLst/>
              <a:gdLst/>
              <a:ahLst/>
              <a:cxnLst/>
              <a:rect l="l" t="t" r="r" b="b"/>
              <a:pathLst>
                <a:path w="1361" h="1273" extrusionOk="0">
                  <a:moveTo>
                    <a:pt x="0" y="1"/>
                  </a:moveTo>
                  <a:lnTo>
                    <a:pt x="0" y="1272"/>
                  </a:lnTo>
                  <a:lnTo>
                    <a:pt x="1360" y="1272"/>
                  </a:lnTo>
                  <a:lnTo>
                    <a:pt x="136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43">
              <a:extLst>
                <a:ext uri="{FF2B5EF4-FFF2-40B4-BE49-F238E27FC236}">
                  <a16:creationId xmlns:a16="http://schemas.microsoft.com/office/drawing/2014/main" id="{8043A6F2-D652-F552-FFBB-11613789BD85}"/>
                </a:ext>
              </a:extLst>
            </p:cNvPr>
            <p:cNvSpPr/>
            <p:nvPr/>
          </p:nvSpPr>
          <p:spPr>
            <a:xfrm>
              <a:off x="7439780" y="3664416"/>
              <a:ext cx="200560" cy="188434"/>
            </a:xfrm>
            <a:custGeom>
              <a:avLst/>
              <a:gdLst/>
              <a:ahLst/>
              <a:cxnLst/>
              <a:rect l="l" t="t" r="r" b="b"/>
              <a:pathLst>
                <a:path w="1472" h="1383" extrusionOk="0">
                  <a:moveTo>
                    <a:pt x="1361" y="111"/>
                  </a:moveTo>
                  <a:lnTo>
                    <a:pt x="1361" y="1272"/>
                  </a:lnTo>
                  <a:lnTo>
                    <a:pt x="112" y="1272"/>
                  </a:lnTo>
                  <a:lnTo>
                    <a:pt x="112" y="111"/>
                  </a:lnTo>
                  <a:close/>
                  <a:moveTo>
                    <a:pt x="1" y="1"/>
                  </a:moveTo>
                  <a:lnTo>
                    <a:pt x="1" y="1383"/>
                  </a:lnTo>
                  <a:lnTo>
                    <a:pt x="1472" y="1383"/>
                  </a:lnTo>
                  <a:lnTo>
                    <a:pt x="14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43">
              <a:extLst>
                <a:ext uri="{FF2B5EF4-FFF2-40B4-BE49-F238E27FC236}">
                  <a16:creationId xmlns:a16="http://schemas.microsoft.com/office/drawing/2014/main" id="{53D0626A-9CD8-1161-2C19-A62724344088}"/>
                </a:ext>
              </a:extLst>
            </p:cNvPr>
            <p:cNvSpPr/>
            <p:nvPr/>
          </p:nvSpPr>
          <p:spPr>
            <a:xfrm>
              <a:off x="8113266" y="4206830"/>
              <a:ext cx="2110921" cy="55863"/>
            </a:xfrm>
            <a:custGeom>
              <a:avLst/>
              <a:gdLst/>
              <a:ahLst/>
              <a:cxnLst/>
              <a:rect l="l" t="t" r="r" b="b"/>
              <a:pathLst>
                <a:path w="15493" h="410" extrusionOk="0">
                  <a:moveTo>
                    <a:pt x="1" y="0"/>
                  </a:moveTo>
                  <a:lnTo>
                    <a:pt x="1" y="409"/>
                  </a:lnTo>
                  <a:lnTo>
                    <a:pt x="15492" y="409"/>
                  </a:lnTo>
                  <a:lnTo>
                    <a:pt x="1549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43">
              <a:extLst>
                <a:ext uri="{FF2B5EF4-FFF2-40B4-BE49-F238E27FC236}">
                  <a16:creationId xmlns:a16="http://schemas.microsoft.com/office/drawing/2014/main" id="{5A5C258D-2458-67B2-5949-031D22F77D78}"/>
                </a:ext>
              </a:extLst>
            </p:cNvPr>
            <p:cNvSpPr/>
            <p:nvPr/>
          </p:nvSpPr>
          <p:spPr>
            <a:xfrm>
              <a:off x="8260962" y="4223316"/>
              <a:ext cx="1832154" cy="232170"/>
            </a:xfrm>
            <a:custGeom>
              <a:avLst/>
              <a:gdLst/>
              <a:ahLst/>
              <a:cxnLst/>
              <a:rect l="l" t="t" r="r" b="b"/>
              <a:pathLst>
                <a:path w="13447" h="1704" extrusionOk="0">
                  <a:moveTo>
                    <a:pt x="0" y="1"/>
                  </a:moveTo>
                  <a:lnTo>
                    <a:pt x="0" y="1704"/>
                  </a:lnTo>
                  <a:lnTo>
                    <a:pt x="13446" y="1704"/>
                  </a:lnTo>
                  <a:lnTo>
                    <a:pt x="1344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43">
              <a:extLst>
                <a:ext uri="{FF2B5EF4-FFF2-40B4-BE49-F238E27FC236}">
                  <a16:creationId xmlns:a16="http://schemas.microsoft.com/office/drawing/2014/main" id="{4607EEAD-FD49-F53F-2B48-3F03BFC48B16}"/>
                </a:ext>
              </a:extLst>
            </p:cNvPr>
            <p:cNvSpPr/>
            <p:nvPr/>
          </p:nvSpPr>
          <p:spPr>
            <a:xfrm>
              <a:off x="9026281" y="3533343"/>
              <a:ext cx="274407" cy="60359"/>
            </a:xfrm>
            <a:custGeom>
              <a:avLst/>
              <a:gdLst/>
              <a:ahLst/>
              <a:cxnLst/>
              <a:rect l="l" t="t" r="r" b="b"/>
              <a:pathLst>
                <a:path w="2014" h="443" extrusionOk="0">
                  <a:moveTo>
                    <a:pt x="1" y="1"/>
                  </a:moveTo>
                  <a:lnTo>
                    <a:pt x="1" y="443"/>
                  </a:lnTo>
                  <a:lnTo>
                    <a:pt x="2013" y="443"/>
                  </a:lnTo>
                  <a:lnTo>
                    <a:pt x="20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43">
              <a:extLst>
                <a:ext uri="{FF2B5EF4-FFF2-40B4-BE49-F238E27FC236}">
                  <a16:creationId xmlns:a16="http://schemas.microsoft.com/office/drawing/2014/main" id="{F5F81E6D-0780-B863-99F0-120169931469}"/>
                </a:ext>
              </a:extLst>
            </p:cNvPr>
            <p:cNvSpPr/>
            <p:nvPr/>
          </p:nvSpPr>
          <p:spPr>
            <a:xfrm>
              <a:off x="9921175" y="3533343"/>
              <a:ext cx="274407" cy="60359"/>
            </a:xfrm>
            <a:custGeom>
              <a:avLst/>
              <a:gdLst/>
              <a:ahLst/>
              <a:cxnLst/>
              <a:rect l="l" t="t" r="r" b="b"/>
              <a:pathLst>
                <a:path w="2014" h="443" extrusionOk="0">
                  <a:moveTo>
                    <a:pt x="1" y="1"/>
                  </a:moveTo>
                  <a:lnTo>
                    <a:pt x="1" y="443"/>
                  </a:lnTo>
                  <a:lnTo>
                    <a:pt x="2013" y="443"/>
                  </a:lnTo>
                  <a:lnTo>
                    <a:pt x="20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43">
              <a:extLst>
                <a:ext uri="{FF2B5EF4-FFF2-40B4-BE49-F238E27FC236}">
                  <a16:creationId xmlns:a16="http://schemas.microsoft.com/office/drawing/2014/main" id="{20E7601A-BC37-2874-18A8-81D1482400B1}"/>
                </a:ext>
              </a:extLst>
            </p:cNvPr>
            <p:cNvSpPr/>
            <p:nvPr/>
          </p:nvSpPr>
          <p:spPr>
            <a:xfrm>
              <a:off x="8160000" y="3533343"/>
              <a:ext cx="274271" cy="60359"/>
            </a:xfrm>
            <a:custGeom>
              <a:avLst/>
              <a:gdLst/>
              <a:ahLst/>
              <a:cxnLst/>
              <a:rect l="l" t="t" r="r" b="b"/>
              <a:pathLst>
                <a:path w="2013" h="443" extrusionOk="0">
                  <a:moveTo>
                    <a:pt x="0" y="1"/>
                  </a:moveTo>
                  <a:lnTo>
                    <a:pt x="0" y="443"/>
                  </a:lnTo>
                  <a:lnTo>
                    <a:pt x="2013" y="443"/>
                  </a:lnTo>
                  <a:lnTo>
                    <a:pt x="20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43">
              <a:extLst>
                <a:ext uri="{FF2B5EF4-FFF2-40B4-BE49-F238E27FC236}">
                  <a16:creationId xmlns:a16="http://schemas.microsoft.com/office/drawing/2014/main" id="{F3A8BBF5-F5C3-5EBE-FCFD-8E8E4B9D9AAF}"/>
                </a:ext>
              </a:extLst>
            </p:cNvPr>
            <p:cNvSpPr/>
            <p:nvPr/>
          </p:nvSpPr>
          <p:spPr>
            <a:xfrm>
              <a:off x="8068031" y="3563454"/>
              <a:ext cx="2219376" cy="659995"/>
            </a:xfrm>
            <a:custGeom>
              <a:avLst/>
              <a:gdLst/>
              <a:ahLst/>
              <a:cxnLst/>
              <a:rect l="l" t="t" r="r" b="b"/>
              <a:pathLst>
                <a:path w="16289" h="4844" extrusionOk="0">
                  <a:moveTo>
                    <a:pt x="1" y="1"/>
                  </a:moveTo>
                  <a:lnTo>
                    <a:pt x="1" y="4844"/>
                  </a:lnTo>
                  <a:lnTo>
                    <a:pt x="16289" y="4844"/>
                  </a:lnTo>
                  <a:lnTo>
                    <a:pt x="162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43">
              <a:extLst>
                <a:ext uri="{FF2B5EF4-FFF2-40B4-BE49-F238E27FC236}">
                  <a16:creationId xmlns:a16="http://schemas.microsoft.com/office/drawing/2014/main" id="{C2D7ADB2-1905-7DBB-ADC7-5AAE2F998185}"/>
                </a:ext>
              </a:extLst>
            </p:cNvPr>
            <p:cNvSpPr/>
            <p:nvPr/>
          </p:nvSpPr>
          <p:spPr>
            <a:xfrm>
              <a:off x="8068031" y="3619181"/>
              <a:ext cx="2219376" cy="13761"/>
            </a:xfrm>
            <a:custGeom>
              <a:avLst/>
              <a:gdLst/>
              <a:ahLst/>
              <a:cxnLst/>
              <a:rect l="l" t="t" r="r" b="b"/>
              <a:pathLst>
                <a:path w="16289" h="101" extrusionOk="0">
                  <a:moveTo>
                    <a:pt x="1" y="1"/>
                  </a:moveTo>
                  <a:lnTo>
                    <a:pt x="1" y="100"/>
                  </a:lnTo>
                  <a:lnTo>
                    <a:pt x="16289" y="100"/>
                  </a:lnTo>
                  <a:lnTo>
                    <a:pt x="162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43">
              <a:extLst>
                <a:ext uri="{FF2B5EF4-FFF2-40B4-BE49-F238E27FC236}">
                  <a16:creationId xmlns:a16="http://schemas.microsoft.com/office/drawing/2014/main" id="{708396CF-0851-C17D-318F-AD2F47A8F0CA}"/>
                </a:ext>
              </a:extLst>
            </p:cNvPr>
            <p:cNvSpPr/>
            <p:nvPr/>
          </p:nvSpPr>
          <p:spPr>
            <a:xfrm>
              <a:off x="8068031" y="3708152"/>
              <a:ext cx="2219376" cy="13625"/>
            </a:xfrm>
            <a:custGeom>
              <a:avLst/>
              <a:gdLst/>
              <a:ahLst/>
              <a:cxnLst/>
              <a:rect l="l" t="t" r="r" b="b"/>
              <a:pathLst>
                <a:path w="16289" h="100"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43">
              <a:extLst>
                <a:ext uri="{FF2B5EF4-FFF2-40B4-BE49-F238E27FC236}">
                  <a16:creationId xmlns:a16="http://schemas.microsoft.com/office/drawing/2014/main" id="{56636E61-34C0-7214-D4D4-AE20C2F8D0B6}"/>
                </a:ext>
              </a:extLst>
            </p:cNvPr>
            <p:cNvSpPr/>
            <p:nvPr/>
          </p:nvSpPr>
          <p:spPr>
            <a:xfrm>
              <a:off x="8068031" y="3796988"/>
              <a:ext cx="2219376" cy="13761"/>
            </a:xfrm>
            <a:custGeom>
              <a:avLst/>
              <a:gdLst/>
              <a:ahLst/>
              <a:cxnLst/>
              <a:rect l="l" t="t" r="r" b="b"/>
              <a:pathLst>
                <a:path w="16289" h="101" extrusionOk="0">
                  <a:moveTo>
                    <a:pt x="1" y="1"/>
                  </a:moveTo>
                  <a:lnTo>
                    <a:pt x="1" y="100"/>
                  </a:lnTo>
                  <a:lnTo>
                    <a:pt x="16289" y="100"/>
                  </a:lnTo>
                  <a:lnTo>
                    <a:pt x="162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43">
              <a:extLst>
                <a:ext uri="{FF2B5EF4-FFF2-40B4-BE49-F238E27FC236}">
                  <a16:creationId xmlns:a16="http://schemas.microsoft.com/office/drawing/2014/main" id="{778D5CFF-5C97-FF7C-66FF-99F1D52F47A8}"/>
                </a:ext>
              </a:extLst>
            </p:cNvPr>
            <p:cNvSpPr/>
            <p:nvPr/>
          </p:nvSpPr>
          <p:spPr>
            <a:xfrm>
              <a:off x="8068031" y="3976294"/>
              <a:ext cx="2219376" cy="13761"/>
            </a:xfrm>
            <a:custGeom>
              <a:avLst/>
              <a:gdLst/>
              <a:ahLst/>
              <a:cxnLst/>
              <a:rect l="l" t="t" r="r" b="b"/>
              <a:pathLst>
                <a:path w="16289" h="101"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43">
              <a:extLst>
                <a:ext uri="{FF2B5EF4-FFF2-40B4-BE49-F238E27FC236}">
                  <a16:creationId xmlns:a16="http://schemas.microsoft.com/office/drawing/2014/main" id="{013A9EC7-DBEB-6414-0D51-16B3939B21C4}"/>
                </a:ext>
              </a:extLst>
            </p:cNvPr>
            <p:cNvSpPr/>
            <p:nvPr/>
          </p:nvSpPr>
          <p:spPr>
            <a:xfrm>
              <a:off x="8068031" y="3887458"/>
              <a:ext cx="2219376" cy="13625"/>
            </a:xfrm>
            <a:custGeom>
              <a:avLst/>
              <a:gdLst/>
              <a:ahLst/>
              <a:cxnLst/>
              <a:rect l="l" t="t" r="r" b="b"/>
              <a:pathLst>
                <a:path w="16289" h="100"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43">
              <a:extLst>
                <a:ext uri="{FF2B5EF4-FFF2-40B4-BE49-F238E27FC236}">
                  <a16:creationId xmlns:a16="http://schemas.microsoft.com/office/drawing/2014/main" id="{42612E4F-D99D-ECC3-EE53-449E4C06CE2E}"/>
                </a:ext>
              </a:extLst>
            </p:cNvPr>
            <p:cNvSpPr/>
            <p:nvPr/>
          </p:nvSpPr>
          <p:spPr>
            <a:xfrm>
              <a:off x="8068031" y="4065129"/>
              <a:ext cx="2219376" cy="13761"/>
            </a:xfrm>
            <a:custGeom>
              <a:avLst/>
              <a:gdLst/>
              <a:ahLst/>
              <a:cxnLst/>
              <a:rect l="l" t="t" r="r" b="b"/>
              <a:pathLst>
                <a:path w="16289" h="101" extrusionOk="0">
                  <a:moveTo>
                    <a:pt x="1" y="1"/>
                  </a:moveTo>
                  <a:lnTo>
                    <a:pt x="1" y="100"/>
                  </a:lnTo>
                  <a:lnTo>
                    <a:pt x="16289" y="100"/>
                  </a:lnTo>
                  <a:lnTo>
                    <a:pt x="162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2191;p43">
              <a:extLst>
                <a:ext uri="{FF2B5EF4-FFF2-40B4-BE49-F238E27FC236}">
                  <a16:creationId xmlns:a16="http://schemas.microsoft.com/office/drawing/2014/main" id="{AED56151-7BC3-407E-B270-7588FEE2BABD}"/>
                </a:ext>
              </a:extLst>
            </p:cNvPr>
            <p:cNvSpPr/>
            <p:nvPr/>
          </p:nvSpPr>
          <p:spPr>
            <a:xfrm>
              <a:off x="8068031" y="4154101"/>
              <a:ext cx="2219376" cy="13625"/>
            </a:xfrm>
            <a:custGeom>
              <a:avLst/>
              <a:gdLst/>
              <a:ahLst/>
              <a:cxnLst/>
              <a:rect l="l" t="t" r="r" b="b"/>
              <a:pathLst>
                <a:path w="16289" h="100"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2192;p43">
              <a:extLst>
                <a:ext uri="{FF2B5EF4-FFF2-40B4-BE49-F238E27FC236}">
                  <a16:creationId xmlns:a16="http://schemas.microsoft.com/office/drawing/2014/main" id="{DBA5D6A7-0C6A-9C45-8EFA-81ABB9FD3903}"/>
                </a:ext>
              </a:extLst>
            </p:cNvPr>
            <p:cNvSpPr/>
            <p:nvPr/>
          </p:nvSpPr>
          <p:spPr>
            <a:xfrm>
              <a:off x="9006661" y="4252065"/>
              <a:ext cx="340625" cy="78480"/>
            </a:xfrm>
            <a:custGeom>
              <a:avLst/>
              <a:gdLst/>
              <a:ahLst/>
              <a:cxnLst/>
              <a:rect l="l" t="t" r="r" b="b"/>
              <a:pathLst>
                <a:path w="2500" h="576" extrusionOk="0">
                  <a:moveTo>
                    <a:pt x="1" y="0"/>
                  </a:moveTo>
                  <a:lnTo>
                    <a:pt x="1" y="575"/>
                  </a:lnTo>
                  <a:lnTo>
                    <a:pt x="2500" y="575"/>
                  </a:lnTo>
                  <a:lnTo>
                    <a:pt x="25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43">
              <a:extLst>
                <a:ext uri="{FF2B5EF4-FFF2-40B4-BE49-F238E27FC236}">
                  <a16:creationId xmlns:a16="http://schemas.microsoft.com/office/drawing/2014/main" id="{60ADBD38-785D-3D25-9D65-0EC294CFFCD8}"/>
                </a:ext>
              </a:extLst>
            </p:cNvPr>
            <p:cNvSpPr/>
            <p:nvPr/>
          </p:nvSpPr>
          <p:spPr>
            <a:xfrm>
              <a:off x="8068031" y="4250430"/>
              <a:ext cx="325638" cy="39376"/>
            </a:xfrm>
            <a:custGeom>
              <a:avLst/>
              <a:gdLst/>
              <a:ahLst/>
              <a:cxnLst/>
              <a:rect l="l" t="t" r="r" b="b"/>
              <a:pathLst>
                <a:path w="2390" h="289" extrusionOk="0">
                  <a:moveTo>
                    <a:pt x="1" y="1"/>
                  </a:moveTo>
                  <a:lnTo>
                    <a:pt x="1" y="288"/>
                  </a:lnTo>
                  <a:lnTo>
                    <a:pt x="2389" y="288"/>
                  </a:lnTo>
                  <a:lnTo>
                    <a:pt x="238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43">
              <a:extLst>
                <a:ext uri="{FF2B5EF4-FFF2-40B4-BE49-F238E27FC236}">
                  <a16:creationId xmlns:a16="http://schemas.microsoft.com/office/drawing/2014/main" id="{EA05CB03-865A-2E9A-D3E8-E17290BF13B9}"/>
                </a:ext>
              </a:extLst>
            </p:cNvPr>
            <p:cNvSpPr/>
            <p:nvPr/>
          </p:nvSpPr>
          <p:spPr>
            <a:xfrm>
              <a:off x="9960416" y="4250430"/>
              <a:ext cx="327000" cy="39376"/>
            </a:xfrm>
            <a:custGeom>
              <a:avLst/>
              <a:gdLst/>
              <a:ahLst/>
              <a:cxnLst/>
              <a:rect l="l" t="t" r="r" b="b"/>
              <a:pathLst>
                <a:path w="2400" h="289" extrusionOk="0">
                  <a:moveTo>
                    <a:pt x="0" y="1"/>
                  </a:moveTo>
                  <a:lnTo>
                    <a:pt x="0" y="288"/>
                  </a:lnTo>
                  <a:lnTo>
                    <a:pt x="2400" y="288"/>
                  </a:lnTo>
                  <a:lnTo>
                    <a:pt x="240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2195;p43">
              <a:extLst>
                <a:ext uri="{FF2B5EF4-FFF2-40B4-BE49-F238E27FC236}">
                  <a16:creationId xmlns:a16="http://schemas.microsoft.com/office/drawing/2014/main" id="{90AFDEBC-60C4-B9F9-2D6F-B1BF5C1E9351}"/>
                </a:ext>
              </a:extLst>
            </p:cNvPr>
            <p:cNvSpPr/>
            <p:nvPr/>
          </p:nvSpPr>
          <p:spPr>
            <a:xfrm>
              <a:off x="8420648" y="4239938"/>
              <a:ext cx="134206" cy="60359"/>
            </a:xfrm>
            <a:custGeom>
              <a:avLst/>
              <a:gdLst/>
              <a:ahLst/>
              <a:cxnLst/>
              <a:rect l="l" t="t" r="r" b="b"/>
              <a:pathLst>
                <a:path w="985" h="443" extrusionOk="0">
                  <a:moveTo>
                    <a:pt x="0" y="1"/>
                  </a:moveTo>
                  <a:lnTo>
                    <a:pt x="0" y="443"/>
                  </a:lnTo>
                  <a:lnTo>
                    <a:pt x="985" y="443"/>
                  </a:lnTo>
                  <a:lnTo>
                    <a:pt x="98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2196;p43">
              <a:extLst>
                <a:ext uri="{FF2B5EF4-FFF2-40B4-BE49-F238E27FC236}">
                  <a16:creationId xmlns:a16="http://schemas.microsoft.com/office/drawing/2014/main" id="{6BDDB2B8-F635-12E9-B899-C70C7CA86442}"/>
                </a:ext>
              </a:extLst>
            </p:cNvPr>
            <p:cNvSpPr/>
            <p:nvPr/>
          </p:nvSpPr>
          <p:spPr>
            <a:xfrm>
              <a:off x="8773673" y="4307791"/>
              <a:ext cx="346211" cy="296207"/>
            </a:xfrm>
            <a:custGeom>
              <a:avLst/>
              <a:gdLst/>
              <a:ahLst/>
              <a:cxnLst/>
              <a:rect l="l" t="t" r="r" b="b"/>
              <a:pathLst>
                <a:path w="2541" h="2174" extrusionOk="0">
                  <a:moveTo>
                    <a:pt x="1081" y="0"/>
                  </a:moveTo>
                  <a:cubicBezTo>
                    <a:pt x="483" y="0"/>
                    <a:pt x="8" y="487"/>
                    <a:pt x="8" y="1084"/>
                  </a:cubicBezTo>
                  <a:cubicBezTo>
                    <a:pt x="0" y="1743"/>
                    <a:pt x="536" y="2173"/>
                    <a:pt x="1095" y="2173"/>
                  </a:cubicBezTo>
                  <a:cubicBezTo>
                    <a:pt x="1361" y="2173"/>
                    <a:pt x="1633" y="2076"/>
                    <a:pt x="1855" y="1858"/>
                  </a:cubicBezTo>
                  <a:cubicBezTo>
                    <a:pt x="2540" y="1172"/>
                    <a:pt x="2054" y="0"/>
                    <a:pt x="10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2197;p43">
              <a:extLst>
                <a:ext uri="{FF2B5EF4-FFF2-40B4-BE49-F238E27FC236}">
                  <a16:creationId xmlns:a16="http://schemas.microsoft.com/office/drawing/2014/main" id="{96E68843-0245-0CEE-7801-BA706526609D}"/>
                </a:ext>
              </a:extLst>
            </p:cNvPr>
            <p:cNvSpPr/>
            <p:nvPr/>
          </p:nvSpPr>
          <p:spPr>
            <a:xfrm>
              <a:off x="8830489" y="4363790"/>
              <a:ext cx="214049" cy="183665"/>
            </a:xfrm>
            <a:custGeom>
              <a:avLst/>
              <a:gdLst/>
              <a:ahLst/>
              <a:cxnLst/>
              <a:rect l="l" t="t" r="r" b="b"/>
              <a:pathLst>
                <a:path w="1571" h="1348" extrusionOk="0">
                  <a:moveTo>
                    <a:pt x="673" y="1"/>
                  </a:moveTo>
                  <a:cubicBezTo>
                    <a:pt x="330" y="1"/>
                    <a:pt x="0" y="268"/>
                    <a:pt x="0" y="673"/>
                  </a:cubicBezTo>
                  <a:cubicBezTo>
                    <a:pt x="0" y="1049"/>
                    <a:pt x="299" y="1347"/>
                    <a:pt x="664" y="1347"/>
                  </a:cubicBezTo>
                  <a:cubicBezTo>
                    <a:pt x="1272" y="1347"/>
                    <a:pt x="1570" y="629"/>
                    <a:pt x="1139" y="197"/>
                  </a:cubicBezTo>
                  <a:cubicBezTo>
                    <a:pt x="1003" y="62"/>
                    <a:pt x="837" y="1"/>
                    <a:pt x="6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2198;p43">
              <a:extLst>
                <a:ext uri="{FF2B5EF4-FFF2-40B4-BE49-F238E27FC236}">
                  <a16:creationId xmlns:a16="http://schemas.microsoft.com/office/drawing/2014/main" id="{7A014847-F63C-0FF7-7B67-F1F883D519C1}"/>
                </a:ext>
              </a:extLst>
            </p:cNvPr>
            <p:cNvSpPr/>
            <p:nvPr/>
          </p:nvSpPr>
          <p:spPr>
            <a:xfrm>
              <a:off x="8113266" y="4307791"/>
              <a:ext cx="345121" cy="296207"/>
            </a:xfrm>
            <a:custGeom>
              <a:avLst/>
              <a:gdLst/>
              <a:ahLst/>
              <a:cxnLst/>
              <a:rect l="l" t="t" r="r" b="b"/>
              <a:pathLst>
                <a:path w="2533" h="2174" extrusionOk="0">
                  <a:moveTo>
                    <a:pt x="1084" y="0"/>
                  </a:moveTo>
                  <a:cubicBezTo>
                    <a:pt x="487" y="0"/>
                    <a:pt x="1" y="487"/>
                    <a:pt x="1" y="1084"/>
                  </a:cubicBezTo>
                  <a:cubicBezTo>
                    <a:pt x="1" y="1743"/>
                    <a:pt x="538" y="2173"/>
                    <a:pt x="1095" y="2173"/>
                  </a:cubicBezTo>
                  <a:cubicBezTo>
                    <a:pt x="1360" y="2173"/>
                    <a:pt x="1630" y="2076"/>
                    <a:pt x="1847" y="1858"/>
                  </a:cubicBezTo>
                  <a:cubicBezTo>
                    <a:pt x="2533" y="1172"/>
                    <a:pt x="2057" y="0"/>
                    <a:pt x="10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2199;p43">
              <a:extLst>
                <a:ext uri="{FF2B5EF4-FFF2-40B4-BE49-F238E27FC236}">
                  <a16:creationId xmlns:a16="http://schemas.microsoft.com/office/drawing/2014/main" id="{1B5CDF1D-0E2E-47BA-5851-CABA1879D763}"/>
                </a:ext>
              </a:extLst>
            </p:cNvPr>
            <p:cNvSpPr/>
            <p:nvPr/>
          </p:nvSpPr>
          <p:spPr>
            <a:xfrm>
              <a:off x="8170491" y="4363790"/>
              <a:ext cx="212550" cy="183665"/>
            </a:xfrm>
            <a:custGeom>
              <a:avLst/>
              <a:gdLst/>
              <a:ahLst/>
              <a:cxnLst/>
              <a:rect l="l" t="t" r="r" b="b"/>
              <a:pathLst>
                <a:path w="1560" h="1348" extrusionOk="0">
                  <a:moveTo>
                    <a:pt x="674" y="1"/>
                  </a:moveTo>
                  <a:cubicBezTo>
                    <a:pt x="331" y="1"/>
                    <a:pt x="1" y="268"/>
                    <a:pt x="1" y="673"/>
                  </a:cubicBezTo>
                  <a:cubicBezTo>
                    <a:pt x="1" y="1049"/>
                    <a:pt x="299" y="1347"/>
                    <a:pt x="664" y="1347"/>
                  </a:cubicBezTo>
                  <a:cubicBezTo>
                    <a:pt x="1261" y="1347"/>
                    <a:pt x="1560" y="629"/>
                    <a:pt x="1140" y="197"/>
                  </a:cubicBezTo>
                  <a:cubicBezTo>
                    <a:pt x="1004" y="62"/>
                    <a:pt x="837" y="1"/>
                    <a:pt x="67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2200;p43">
              <a:extLst>
                <a:ext uri="{FF2B5EF4-FFF2-40B4-BE49-F238E27FC236}">
                  <a16:creationId xmlns:a16="http://schemas.microsoft.com/office/drawing/2014/main" id="{2884537A-08EC-1191-CE0B-4B071E4CCE8A}"/>
                </a:ext>
              </a:extLst>
            </p:cNvPr>
            <p:cNvSpPr/>
            <p:nvPr/>
          </p:nvSpPr>
          <p:spPr>
            <a:xfrm>
              <a:off x="8420648" y="4336404"/>
              <a:ext cx="342124" cy="168814"/>
            </a:xfrm>
            <a:custGeom>
              <a:avLst/>
              <a:gdLst/>
              <a:ahLst/>
              <a:cxnLst/>
              <a:rect l="l" t="t" r="r" b="b"/>
              <a:pathLst>
                <a:path w="2511" h="1239" extrusionOk="0">
                  <a:moveTo>
                    <a:pt x="111" y="0"/>
                  </a:moveTo>
                  <a:lnTo>
                    <a:pt x="111" y="255"/>
                  </a:lnTo>
                  <a:lnTo>
                    <a:pt x="620" y="255"/>
                  </a:lnTo>
                  <a:lnTo>
                    <a:pt x="620" y="0"/>
                  </a:lnTo>
                  <a:close/>
                  <a:moveTo>
                    <a:pt x="996" y="0"/>
                  </a:moveTo>
                  <a:lnTo>
                    <a:pt x="996" y="255"/>
                  </a:lnTo>
                  <a:lnTo>
                    <a:pt x="1504" y="255"/>
                  </a:lnTo>
                  <a:lnTo>
                    <a:pt x="1504" y="0"/>
                  </a:lnTo>
                  <a:close/>
                  <a:moveTo>
                    <a:pt x="1891" y="0"/>
                  </a:moveTo>
                  <a:lnTo>
                    <a:pt x="1891" y="255"/>
                  </a:lnTo>
                  <a:lnTo>
                    <a:pt x="2400" y="255"/>
                  </a:lnTo>
                  <a:lnTo>
                    <a:pt x="2400" y="0"/>
                  </a:lnTo>
                  <a:close/>
                  <a:moveTo>
                    <a:pt x="0" y="420"/>
                  </a:moveTo>
                  <a:lnTo>
                    <a:pt x="0" y="796"/>
                  </a:lnTo>
                  <a:cubicBezTo>
                    <a:pt x="0" y="1040"/>
                    <a:pt x="199" y="1239"/>
                    <a:pt x="454" y="1239"/>
                  </a:cubicBezTo>
                  <a:lnTo>
                    <a:pt x="2068" y="1239"/>
                  </a:lnTo>
                  <a:cubicBezTo>
                    <a:pt x="2311" y="1239"/>
                    <a:pt x="2511" y="1040"/>
                    <a:pt x="2511" y="796"/>
                  </a:cubicBezTo>
                  <a:lnTo>
                    <a:pt x="2511" y="42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2201;p43">
              <a:extLst>
                <a:ext uri="{FF2B5EF4-FFF2-40B4-BE49-F238E27FC236}">
                  <a16:creationId xmlns:a16="http://schemas.microsoft.com/office/drawing/2014/main" id="{FB697D59-98F9-ABB7-25C7-AC58A720D3F5}"/>
                </a:ext>
              </a:extLst>
            </p:cNvPr>
            <p:cNvSpPr/>
            <p:nvPr/>
          </p:nvSpPr>
          <p:spPr>
            <a:xfrm>
              <a:off x="8584830" y="4250430"/>
              <a:ext cx="753463" cy="39376"/>
            </a:xfrm>
            <a:custGeom>
              <a:avLst/>
              <a:gdLst/>
              <a:ahLst/>
              <a:cxnLst/>
              <a:rect l="l" t="t" r="r" b="b"/>
              <a:pathLst>
                <a:path w="5530" h="289" extrusionOk="0">
                  <a:moveTo>
                    <a:pt x="1" y="1"/>
                  </a:moveTo>
                  <a:lnTo>
                    <a:pt x="1" y="288"/>
                  </a:lnTo>
                  <a:lnTo>
                    <a:pt x="5530" y="288"/>
                  </a:lnTo>
                  <a:lnTo>
                    <a:pt x="553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2202;p43">
              <a:extLst>
                <a:ext uri="{FF2B5EF4-FFF2-40B4-BE49-F238E27FC236}">
                  <a16:creationId xmlns:a16="http://schemas.microsoft.com/office/drawing/2014/main" id="{107409B0-154E-ABD7-4173-331BFD84F2DC}"/>
                </a:ext>
              </a:extLst>
            </p:cNvPr>
            <p:cNvSpPr/>
            <p:nvPr/>
          </p:nvSpPr>
          <p:spPr>
            <a:xfrm>
              <a:off x="8209732" y="4404120"/>
              <a:ext cx="102596" cy="102596"/>
            </a:xfrm>
            <a:custGeom>
              <a:avLst/>
              <a:gdLst/>
              <a:ahLst/>
              <a:cxnLst/>
              <a:rect l="l" t="t" r="r" b="b"/>
              <a:pathLst>
                <a:path w="753" h="753" extrusionOk="0">
                  <a:moveTo>
                    <a:pt x="376" y="188"/>
                  </a:moveTo>
                  <a:cubicBezTo>
                    <a:pt x="473" y="188"/>
                    <a:pt x="564" y="264"/>
                    <a:pt x="564" y="377"/>
                  </a:cubicBezTo>
                  <a:cubicBezTo>
                    <a:pt x="564" y="487"/>
                    <a:pt x="487" y="576"/>
                    <a:pt x="376" y="576"/>
                  </a:cubicBezTo>
                  <a:cubicBezTo>
                    <a:pt x="210" y="576"/>
                    <a:pt x="122" y="366"/>
                    <a:pt x="244" y="244"/>
                  </a:cubicBezTo>
                  <a:cubicBezTo>
                    <a:pt x="283" y="205"/>
                    <a:pt x="330" y="188"/>
                    <a:pt x="376" y="188"/>
                  </a:cubicBezTo>
                  <a:close/>
                  <a:moveTo>
                    <a:pt x="100" y="1"/>
                  </a:moveTo>
                  <a:cubicBezTo>
                    <a:pt x="45" y="1"/>
                    <a:pt x="0" y="45"/>
                    <a:pt x="0" y="100"/>
                  </a:cubicBezTo>
                  <a:lnTo>
                    <a:pt x="0" y="653"/>
                  </a:lnTo>
                  <a:cubicBezTo>
                    <a:pt x="0" y="709"/>
                    <a:pt x="45" y="753"/>
                    <a:pt x="100" y="753"/>
                  </a:cubicBezTo>
                  <a:lnTo>
                    <a:pt x="653" y="753"/>
                  </a:lnTo>
                  <a:cubicBezTo>
                    <a:pt x="708" y="753"/>
                    <a:pt x="752" y="709"/>
                    <a:pt x="752" y="653"/>
                  </a:cubicBezTo>
                  <a:lnTo>
                    <a:pt x="752" y="100"/>
                  </a:lnTo>
                  <a:cubicBezTo>
                    <a:pt x="752"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3" name="Google Shape;2203;p43">
              <a:extLst>
                <a:ext uri="{FF2B5EF4-FFF2-40B4-BE49-F238E27FC236}">
                  <a16:creationId xmlns:a16="http://schemas.microsoft.com/office/drawing/2014/main" id="{50E51F67-7DDD-CEDC-68E9-E607B99205E0}"/>
                </a:ext>
              </a:extLst>
            </p:cNvPr>
            <p:cNvSpPr/>
            <p:nvPr/>
          </p:nvSpPr>
          <p:spPr>
            <a:xfrm>
              <a:off x="8869593" y="4404120"/>
              <a:ext cx="102596" cy="102596"/>
            </a:xfrm>
            <a:custGeom>
              <a:avLst/>
              <a:gdLst/>
              <a:ahLst/>
              <a:cxnLst/>
              <a:rect l="l" t="t" r="r" b="b"/>
              <a:pathLst>
                <a:path w="753" h="753" extrusionOk="0">
                  <a:moveTo>
                    <a:pt x="377" y="188"/>
                  </a:moveTo>
                  <a:cubicBezTo>
                    <a:pt x="474" y="188"/>
                    <a:pt x="568" y="264"/>
                    <a:pt x="576" y="377"/>
                  </a:cubicBezTo>
                  <a:cubicBezTo>
                    <a:pt x="576" y="487"/>
                    <a:pt x="487" y="565"/>
                    <a:pt x="377" y="576"/>
                  </a:cubicBezTo>
                  <a:cubicBezTo>
                    <a:pt x="211" y="576"/>
                    <a:pt x="122" y="366"/>
                    <a:pt x="244" y="244"/>
                  </a:cubicBezTo>
                  <a:cubicBezTo>
                    <a:pt x="283" y="205"/>
                    <a:pt x="330" y="188"/>
                    <a:pt x="377" y="188"/>
                  </a:cubicBezTo>
                  <a:close/>
                  <a:moveTo>
                    <a:pt x="100" y="1"/>
                  </a:moveTo>
                  <a:cubicBezTo>
                    <a:pt x="45" y="1"/>
                    <a:pt x="1" y="45"/>
                    <a:pt x="1" y="100"/>
                  </a:cubicBezTo>
                  <a:lnTo>
                    <a:pt x="1" y="653"/>
                  </a:lnTo>
                  <a:cubicBezTo>
                    <a:pt x="1" y="709"/>
                    <a:pt x="45" y="753"/>
                    <a:pt x="100" y="753"/>
                  </a:cubicBezTo>
                  <a:lnTo>
                    <a:pt x="653" y="753"/>
                  </a:lnTo>
                  <a:cubicBezTo>
                    <a:pt x="708" y="753"/>
                    <a:pt x="753" y="709"/>
                    <a:pt x="753" y="653"/>
                  </a:cubicBezTo>
                  <a:lnTo>
                    <a:pt x="753" y="100"/>
                  </a:lnTo>
                  <a:cubicBezTo>
                    <a:pt x="753"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4" name="Google Shape;2204;p43">
              <a:extLst>
                <a:ext uri="{FF2B5EF4-FFF2-40B4-BE49-F238E27FC236}">
                  <a16:creationId xmlns:a16="http://schemas.microsoft.com/office/drawing/2014/main" id="{289215B3-D645-4BD3-D97C-24E204C9D86B}"/>
                </a:ext>
              </a:extLst>
            </p:cNvPr>
            <p:cNvSpPr/>
            <p:nvPr/>
          </p:nvSpPr>
          <p:spPr>
            <a:xfrm>
              <a:off x="9799231" y="4239938"/>
              <a:ext cx="134206" cy="60359"/>
            </a:xfrm>
            <a:custGeom>
              <a:avLst/>
              <a:gdLst/>
              <a:ahLst/>
              <a:cxnLst/>
              <a:rect l="l" t="t" r="r" b="b"/>
              <a:pathLst>
                <a:path w="985" h="443" extrusionOk="0">
                  <a:moveTo>
                    <a:pt x="0" y="1"/>
                  </a:moveTo>
                  <a:lnTo>
                    <a:pt x="0" y="443"/>
                  </a:lnTo>
                  <a:lnTo>
                    <a:pt x="984" y="443"/>
                  </a:lnTo>
                  <a:lnTo>
                    <a:pt x="98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5" name="Google Shape;2205;p43">
              <a:extLst>
                <a:ext uri="{FF2B5EF4-FFF2-40B4-BE49-F238E27FC236}">
                  <a16:creationId xmlns:a16="http://schemas.microsoft.com/office/drawing/2014/main" id="{2CCBCDBB-6749-F9D4-E727-916C8BF99E2E}"/>
                </a:ext>
              </a:extLst>
            </p:cNvPr>
            <p:cNvSpPr/>
            <p:nvPr/>
          </p:nvSpPr>
          <p:spPr>
            <a:xfrm>
              <a:off x="9235699" y="4307791"/>
              <a:ext cx="345121" cy="296207"/>
            </a:xfrm>
            <a:custGeom>
              <a:avLst/>
              <a:gdLst/>
              <a:ahLst/>
              <a:cxnLst/>
              <a:rect l="l" t="t" r="r" b="b"/>
              <a:pathLst>
                <a:path w="2533" h="2174" extrusionOk="0">
                  <a:moveTo>
                    <a:pt x="1449" y="0"/>
                  </a:moveTo>
                  <a:cubicBezTo>
                    <a:pt x="487" y="0"/>
                    <a:pt x="1" y="1172"/>
                    <a:pt x="686" y="1858"/>
                  </a:cubicBezTo>
                  <a:cubicBezTo>
                    <a:pt x="904" y="2076"/>
                    <a:pt x="1174" y="2173"/>
                    <a:pt x="1439" y="2173"/>
                  </a:cubicBezTo>
                  <a:cubicBezTo>
                    <a:pt x="1995" y="2173"/>
                    <a:pt x="2533" y="1743"/>
                    <a:pt x="2533" y="1084"/>
                  </a:cubicBezTo>
                  <a:cubicBezTo>
                    <a:pt x="2533" y="487"/>
                    <a:pt x="2046" y="0"/>
                    <a:pt x="14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43">
              <a:extLst>
                <a:ext uri="{FF2B5EF4-FFF2-40B4-BE49-F238E27FC236}">
                  <a16:creationId xmlns:a16="http://schemas.microsoft.com/office/drawing/2014/main" id="{90B7475F-C9CA-C52D-3D8F-A3411DF2CEC9}"/>
                </a:ext>
              </a:extLst>
            </p:cNvPr>
            <p:cNvSpPr/>
            <p:nvPr/>
          </p:nvSpPr>
          <p:spPr>
            <a:xfrm>
              <a:off x="9311045" y="4363790"/>
              <a:ext cx="214049" cy="183665"/>
            </a:xfrm>
            <a:custGeom>
              <a:avLst/>
              <a:gdLst/>
              <a:ahLst/>
              <a:cxnLst/>
              <a:rect l="l" t="t" r="r" b="b"/>
              <a:pathLst>
                <a:path w="1571" h="1348" extrusionOk="0">
                  <a:moveTo>
                    <a:pt x="889" y="1"/>
                  </a:moveTo>
                  <a:cubicBezTo>
                    <a:pt x="724" y="1"/>
                    <a:pt x="556" y="62"/>
                    <a:pt x="421" y="197"/>
                  </a:cubicBezTo>
                  <a:cubicBezTo>
                    <a:pt x="0" y="629"/>
                    <a:pt x="299" y="1347"/>
                    <a:pt x="896" y="1347"/>
                  </a:cubicBezTo>
                  <a:cubicBezTo>
                    <a:pt x="1272" y="1347"/>
                    <a:pt x="1571" y="1049"/>
                    <a:pt x="1571" y="673"/>
                  </a:cubicBezTo>
                  <a:cubicBezTo>
                    <a:pt x="1571" y="268"/>
                    <a:pt x="1236" y="1"/>
                    <a:pt x="8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43">
              <a:extLst>
                <a:ext uri="{FF2B5EF4-FFF2-40B4-BE49-F238E27FC236}">
                  <a16:creationId xmlns:a16="http://schemas.microsoft.com/office/drawing/2014/main" id="{FE23F6D4-32C9-6C2E-5D53-38C54FFEB2A9}"/>
                </a:ext>
              </a:extLst>
            </p:cNvPr>
            <p:cNvSpPr/>
            <p:nvPr/>
          </p:nvSpPr>
          <p:spPr>
            <a:xfrm>
              <a:off x="9895560" y="4307791"/>
              <a:ext cx="345121" cy="296207"/>
            </a:xfrm>
            <a:custGeom>
              <a:avLst/>
              <a:gdLst/>
              <a:ahLst/>
              <a:cxnLst/>
              <a:rect l="l" t="t" r="r" b="b"/>
              <a:pathLst>
                <a:path w="2533" h="2174" extrusionOk="0">
                  <a:moveTo>
                    <a:pt x="1449" y="0"/>
                  </a:moveTo>
                  <a:cubicBezTo>
                    <a:pt x="487" y="0"/>
                    <a:pt x="1" y="1172"/>
                    <a:pt x="686" y="1858"/>
                  </a:cubicBezTo>
                  <a:cubicBezTo>
                    <a:pt x="908" y="2076"/>
                    <a:pt x="1179" y="2173"/>
                    <a:pt x="1444" y="2173"/>
                  </a:cubicBezTo>
                  <a:cubicBezTo>
                    <a:pt x="2001" y="2173"/>
                    <a:pt x="2533" y="1743"/>
                    <a:pt x="2533" y="1084"/>
                  </a:cubicBezTo>
                  <a:cubicBezTo>
                    <a:pt x="2533" y="487"/>
                    <a:pt x="2046" y="0"/>
                    <a:pt x="14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2208;p43">
              <a:extLst>
                <a:ext uri="{FF2B5EF4-FFF2-40B4-BE49-F238E27FC236}">
                  <a16:creationId xmlns:a16="http://schemas.microsoft.com/office/drawing/2014/main" id="{B3FE9E8C-6098-EE40-6342-F3D47C30C13E}"/>
                </a:ext>
              </a:extLst>
            </p:cNvPr>
            <p:cNvSpPr/>
            <p:nvPr/>
          </p:nvSpPr>
          <p:spPr>
            <a:xfrm>
              <a:off x="9970907" y="4363790"/>
              <a:ext cx="214049" cy="183665"/>
            </a:xfrm>
            <a:custGeom>
              <a:avLst/>
              <a:gdLst/>
              <a:ahLst/>
              <a:cxnLst/>
              <a:rect l="l" t="t" r="r" b="b"/>
              <a:pathLst>
                <a:path w="1571" h="1348" extrusionOk="0">
                  <a:moveTo>
                    <a:pt x="894" y="1"/>
                  </a:moveTo>
                  <a:cubicBezTo>
                    <a:pt x="729" y="1"/>
                    <a:pt x="560" y="62"/>
                    <a:pt x="421" y="197"/>
                  </a:cubicBezTo>
                  <a:cubicBezTo>
                    <a:pt x="1" y="629"/>
                    <a:pt x="299" y="1347"/>
                    <a:pt x="896" y="1347"/>
                  </a:cubicBezTo>
                  <a:cubicBezTo>
                    <a:pt x="1272" y="1347"/>
                    <a:pt x="1571" y="1049"/>
                    <a:pt x="1571" y="673"/>
                  </a:cubicBezTo>
                  <a:cubicBezTo>
                    <a:pt x="1571" y="268"/>
                    <a:pt x="1241" y="1"/>
                    <a:pt x="89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2209;p43">
              <a:extLst>
                <a:ext uri="{FF2B5EF4-FFF2-40B4-BE49-F238E27FC236}">
                  <a16:creationId xmlns:a16="http://schemas.microsoft.com/office/drawing/2014/main" id="{26853B8B-513C-30BF-11C8-884BE252A96B}"/>
                </a:ext>
              </a:extLst>
            </p:cNvPr>
            <p:cNvSpPr/>
            <p:nvPr/>
          </p:nvSpPr>
          <p:spPr>
            <a:xfrm>
              <a:off x="9592811" y="4336404"/>
              <a:ext cx="342124" cy="168814"/>
            </a:xfrm>
            <a:custGeom>
              <a:avLst/>
              <a:gdLst/>
              <a:ahLst/>
              <a:cxnLst/>
              <a:rect l="l" t="t" r="r" b="b"/>
              <a:pathLst>
                <a:path w="2511" h="1239" extrusionOk="0">
                  <a:moveTo>
                    <a:pt x="111" y="0"/>
                  </a:moveTo>
                  <a:lnTo>
                    <a:pt x="111" y="255"/>
                  </a:lnTo>
                  <a:lnTo>
                    <a:pt x="619" y="255"/>
                  </a:lnTo>
                  <a:lnTo>
                    <a:pt x="619" y="0"/>
                  </a:lnTo>
                  <a:close/>
                  <a:moveTo>
                    <a:pt x="1006" y="0"/>
                  </a:moveTo>
                  <a:lnTo>
                    <a:pt x="1006" y="255"/>
                  </a:lnTo>
                  <a:lnTo>
                    <a:pt x="1515" y="255"/>
                  </a:lnTo>
                  <a:lnTo>
                    <a:pt x="1515" y="0"/>
                  </a:lnTo>
                  <a:close/>
                  <a:moveTo>
                    <a:pt x="1891" y="0"/>
                  </a:moveTo>
                  <a:lnTo>
                    <a:pt x="1891" y="255"/>
                  </a:lnTo>
                  <a:lnTo>
                    <a:pt x="2400" y="255"/>
                  </a:lnTo>
                  <a:lnTo>
                    <a:pt x="2400" y="0"/>
                  </a:lnTo>
                  <a:close/>
                  <a:moveTo>
                    <a:pt x="0" y="420"/>
                  </a:moveTo>
                  <a:lnTo>
                    <a:pt x="0" y="796"/>
                  </a:lnTo>
                  <a:cubicBezTo>
                    <a:pt x="0" y="1040"/>
                    <a:pt x="199" y="1239"/>
                    <a:pt x="443" y="1239"/>
                  </a:cubicBezTo>
                  <a:lnTo>
                    <a:pt x="2057" y="1239"/>
                  </a:lnTo>
                  <a:cubicBezTo>
                    <a:pt x="2300" y="1239"/>
                    <a:pt x="2510" y="1040"/>
                    <a:pt x="2510" y="796"/>
                  </a:cubicBezTo>
                  <a:lnTo>
                    <a:pt x="2510" y="42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43">
              <a:extLst>
                <a:ext uri="{FF2B5EF4-FFF2-40B4-BE49-F238E27FC236}">
                  <a16:creationId xmlns:a16="http://schemas.microsoft.com/office/drawing/2014/main" id="{D16BE6FB-B34B-5AE3-697D-0D57E2CC1C7B}"/>
                </a:ext>
              </a:extLst>
            </p:cNvPr>
            <p:cNvSpPr/>
            <p:nvPr/>
          </p:nvSpPr>
          <p:spPr>
            <a:xfrm>
              <a:off x="9017289" y="4250430"/>
              <a:ext cx="753326" cy="39376"/>
            </a:xfrm>
            <a:custGeom>
              <a:avLst/>
              <a:gdLst/>
              <a:ahLst/>
              <a:cxnLst/>
              <a:rect l="l" t="t" r="r" b="b"/>
              <a:pathLst>
                <a:path w="5529" h="289" extrusionOk="0">
                  <a:moveTo>
                    <a:pt x="0" y="1"/>
                  </a:moveTo>
                  <a:lnTo>
                    <a:pt x="0" y="288"/>
                  </a:lnTo>
                  <a:lnTo>
                    <a:pt x="5529" y="288"/>
                  </a:lnTo>
                  <a:lnTo>
                    <a:pt x="55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43">
              <a:extLst>
                <a:ext uri="{FF2B5EF4-FFF2-40B4-BE49-F238E27FC236}">
                  <a16:creationId xmlns:a16="http://schemas.microsoft.com/office/drawing/2014/main" id="{4AE62A75-9CFA-6874-75F7-3149E4979B71}"/>
                </a:ext>
              </a:extLst>
            </p:cNvPr>
            <p:cNvSpPr/>
            <p:nvPr/>
          </p:nvSpPr>
          <p:spPr>
            <a:xfrm>
              <a:off x="10041757" y="4404120"/>
              <a:ext cx="104095" cy="102596"/>
            </a:xfrm>
            <a:custGeom>
              <a:avLst/>
              <a:gdLst/>
              <a:ahLst/>
              <a:cxnLst/>
              <a:rect l="l" t="t" r="r" b="b"/>
              <a:pathLst>
                <a:path w="764" h="753" extrusionOk="0">
                  <a:moveTo>
                    <a:pt x="382" y="192"/>
                  </a:moveTo>
                  <a:cubicBezTo>
                    <a:pt x="428" y="192"/>
                    <a:pt x="473" y="209"/>
                    <a:pt x="509" y="244"/>
                  </a:cubicBezTo>
                  <a:cubicBezTo>
                    <a:pt x="631" y="366"/>
                    <a:pt x="542" y="565"/>
                    <a:pt x="376" y="576"/>
                  </a:cubicBezTo>
                  <a:cubicBezTo>
                    <a:pt x="277" y="576"/>
                    <a:pt x="188" y="487"/>
                    <a:pt x="188" y="377"/>
                  </a:cubicBezTo>
                  <a:cubicBezTo>
                    <a:pt x="188" y="264"/>
                    <a:pt x="285" y="192"/>
                    <a:pt x="382" y="192"/>
                  </a:cubicBezTo>
                  <a:close/>
                  <a:moveTo>
                    <a:pt x="100" y="1"/>
                  </a:moveTo>
                  <a:cubicBezTo>
                    <a:pt x="45" y="1"/>
                    <a:pt x="0" y="45"/>
                    <a:pt x="0" y="100"/>
                  </a:cubicBezTo>
                  <a:lnTo>
                    <a:pt x="0" y="653"/>
                  </a:lnTo>
                  <a:cubicBezTo>
                    <a:pt x="0" y="709"/>
                    <a:pt x="45" y="753"/>
                    <a:pt x="100" y="753"/>
                  </a:cubicBezTo>
                  <a:lnTo>
                    <a:pt x="653" y="753"/>
                  </a:lnTo>
                  <a:cubicBezTo>
                    <a:pt x="708" y="753"/>
                    <a:pt x="763" y="709"/>
                    <a:pt x="763" y="653"/>
                  </a:cubicBezTo>
                  <a:lnTo>
                    <a:pt x="763" y="100"/>
                  </a:lnTo>
                  <a:cubicBezTo>
                    <a:pt x="763"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43">
              <a:extLst>
                <a:ext uri="{FF2B5EF4-FFF2-40B4-BE49-F238E27FC236}">
                  <a16:creationId xmlns:a16="http://schemas.microsoft.com/office/drawing/2014/main" id="{4FCCDF49-09FF-BC1B-B461-A154E32A45D3}"/>
                </a:ext>
              </a:extLst>
            </p:cNvPr>
            <p:cNvSpPr/>
            <p:nvPr/>
          </p:nvSpPr>
          <p:spPr>
            <a:xfrm>
              <a:off x="9381896" y="4404120"/>
              <a:ext cx="102596" cy="102596"/>
            </a:xfrm>
            <a:custGeom>
              <a:avLst/>
              <a:gdLst/>
              <a:ahLst/>
              <a:cxnLst/>
              <a:rect l="l" t="t" r="r" b="b"/>
              <a:pathLst>
                <a:path w="753" h="753" extrusionOk="0">
                  <a:moveTo>
                    <a:pt x="382" y="192"/>
                  </a:moveTo>
                  <a:cubicBezTo>
                    <a:pt x="427" y="192"/>
                    <a:pt x="473" y="209"/>
                    <a:pt x="509" y="244"/>
                  </a:cubicBezTo>
                  <a:cubicBezTo>
                    <a:pt x="630" y="366"/>
                    <a:pt x="542" y="565"/>
                    <a:pt x="376" y="576"/>
                  </a:cubicBezTo>
                  <a:cubicBezTo>
                    <a:pt x="266" y="576"/>
                    <a:pt x="177" y="487"/>
                    <a:pt x="188" y="377"/>
                  </a:cubicBezTo>
                  <a:cubicBezTo>
                    <a:pt x="188" y="264"/>
                    <a:pt x="285" y="192"/>
                    <a:pt x="382" y="192"/>
                  </a:cubicBezTo>
                  <a:close/>
                  <a:moveTo>
                    <a:pt x="100" y="1"/>
                  </a:moveTo>
                  <a:cubicBezTo>
                    <a:pt x="44" y="1"/>
                    <a:pt x="0" y="45"/>
                    <a:pt x="0" y="100"/>
                  </a:cubicBezTo>
                  <a:lnTo>
                    <a:pt x="0" y="653"/>
                  </a:lnTo>
                  <a:cubicBezTo>
                    <a:pt x="0" y="709"/>
                    <a:pt x="44" y="753"/>
                    <a:pt x="100" y="753"/>
                  </a:cubicBezTo>
                  <a:lnTo>
                    <a:pt x="653" y="753"/>
                  </a:lnTo>
                  <a:cubicBezTo>
                    <a:pt x="708" y="753"/>
                    <a:pt x="752" y="709"/>
                    <a:pt x="752" y="653"/>
                  </a:cubicBezTo>
                  <a:lnTo>
                    <a:pt x="752" y="100"/>
                  </a:lnTo>
                  <a:cubicBezTo>
                    <a:pt x="752"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43">
              <a:extLst>
                <a:ext uri="{FF2B5EF4-FFF2-40B4-BE49-F238E27FC236}">
                  <a16:creationId xmlns:a16="http://schemas.microsoft.com/office/drawing/2014/main" id="{E21ED992-E756-9BB3-9D6E-2E3D480E6FF8}"/>
                </a:ext>
              </a:extLst>
            </p:cNvPr>
            <p:cNvSpPr/>
            <p:nvPr/>
          </p:nvSpPr>
          <p:spPr>
            <a:xfrm>
              <a:off x="8610445" y="3607191"/>
              <a:ext cx="1105941" cy="616259"/>
            </a:xfrm>
            <a:custGeom>
              <a:avLst/>
              <a:gdLst/>
              <a:ahLst/>
              <a:cxnLst/>
              <a:rect l="l" t="t" r="r" b="b"/>
              <a:pathLst>
                <a:path w="8117" h="4523" extrusionOk="0">
                  <a:moveTo>
                    <a:pt x="1" y="0"/>
                  </a:moveTo>
                  <a:lnTo>
                    <a:pt x="1" y="4523"/>
                  </a:lnTo>
                  <a:lnTo>
                    <a:pt x="8117" y="4523"/>
                  </a:lnTo>
                  <a:lnTo>
                    <a:pt x="811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43">
              <a:extLst>
                <a:ext uri="{FF2B5EF4-FFF2-40B4-BE49-F238E27FC236}">
                  <a16:creationId xmlns:a16="http://schemas.microsoft.com/office/drawing/2014/main" id="{0BA523B0-7E25-A81E-EC42-1269C0B53721}"/>
                </a:ext>
              </a:extLst>
            </p:cNvPr>
            <p:cNvSpPr/>
            <p:nvPr/>
          </p:nvSpPr>
          <p:spPr>
            <a:xfrm>
              <a:off x="9188965" y="3640300"/>
              <a:ext cx="500310" cy="550041"/>
            </a:xfrm>
            <a:custGeom>
              <a:avLst/>
              <a:gdLst/>
              <a:ahLst/>
              <a:cxnLst/>
              <a:rect l="l" t="t" r="r" b="b"/>
              <a:pathLst>
                <a:path w="3672" h="4037" extrusionOk="0">
                  <a:moveTo>
                    <a:pt x="1" y="1"/>
                  </a:moveTo>
                  <a:lnTo>
                    <a:pt x="1" y="4037"/>
                  </a:lnTo>
                  <a:lnTo>
                    <a:pt x="3672" y="4037"/>
                  </a:lnTo>
                  <a:lnTo>
                    <a:pt x="367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5" name="Google Shape;2215;p43">
              <a:extLst>
                <a:ext uri="{FF2B5EF4-FFF2-40B4-BE49-F238E27FC236}">
                  <a16:creationId xmlns:a16="http://schemas.microsoft.com/office/drawing/2014/main" id="{74C54E30-B871-C9A4-AA15-95D047396A84}"/>
                </a:ext>
              </a:extLst>
            </p:cNvPr>
            <p:cNvSpPr/>
            <p:nvPr/>
          </p:nvSpPr>
          <p:spPr>
            <a:xfrm>
              <a:off x="8637559" y="3640300"/>
              <a:ext cx="515434" cy="550041"/>
            </a:xfrm>
            <a:custGeom>
              <a:avLst/>
              <a:gdLst/>
              <a:ahLst/>
              <a:cxnLst/>
              <a:rect l="l" t="t" r="r" b="b"/>
              <a:pathLst>
                <a:path w="3783" h="4037" extrusionOk="0">
                  <a:moveTo>
                    <a:pt x="1" y="1"/>
                  </a:moveTo>
                  <a:lnTo>
                    <a:pt x="1" y="4037"/>
                  </a:lnTo>
                  <a:lnTo>
                    <a:pt x="3782" y="4037"/>
                  </a:lnTo>
                  <a:lnTo>
                    <a:pt x="378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43">
              <a:extLst>
                <a:ext uri="{FF2B5EF4-FFF2-40B4-BE49-F238E27FC236}">
                  <a16:creationId xmlns:a16="http://schemas.microsoft.com/office/drawing/2014/main" id="{02947CF5-F45E-718C-84E0-75A45ADA4636}"/>
                </a:ext>
              </a:extLst>
            </p:cNvPr>
            <p:cNvSpPr/>
            <p:nvPr/>
          </p:nvSpPr>
          <p:spPr>
            <a:xfrm>
              <a:off x="8883218" y="3721641"/>
              <a:ext cx="269775" cy="48369"/>
            </a:xfrm>
            <a:custGeom>
              <a:avLst/>
              <a:gdLst/>
              <a:ahLst/>
              <a:cxnLst/>
              <a:rect l="l" t="t" r="r" b="b"/>
              <a:pathLst>
                <a:path w="1980" h="355" extrusionOk="0">
                  <a:moveTo>
                    <a:pt x="0" y="1"/>
                  </a:moveTo>
                  <a:lnTo>
                    <a:pt x="0" y="355"/>
                  </a:lnTo>
                  <a:lnTo>
                    <a:pt x="1979" y="355"/>
                  </a:lnTo>
                  <a:lnTo>
                    <a:pt x="19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43">
              <a:extLst>
                <a:ext uri="{FF2B5EF4-FFF2-40B4-BE49-F238E27FC236}">
                  <a16:creationId xmlns:a16="http://schemas.microsoft.com/office/drawing/2014/main" id="{2BEEA220-C3BE-56BE-3FAF-8DB11558CF7C}"/>
                </a:ext>
              </a:extLst>
            </p:cNvPr>
            <p:cNvSpPr/>
            <p:nvPr/>
          </p:nvSpPr>
          <p:spPr>
            <a:xfrm>
              <a:off x="9188965" y="3721641"/>
              <a:ext cx="269911" cy="48369"/>
            </a:xfrm>
            <a:custGeom>
              <a:avLst/>
              <a:gdLst/>
              <a:ahLst/>
              <a:cxnLst/>
              <a:rect l="l" t="t" r="r" b="b"/>
              <a:pathLst>
                <a:path w="1981" h="355" extrusionOk="0">
                  <a:moveTo>
                    <a:pt x="1" y="1"/>
                  </a:moveTo>
                  <a:lnTo>
                    <a:pt x="1" y="355"/>
                  </a:lnTo>
                  <a:lnTo>
                    <a:pt x="1980" y="355"/>
                  </a:lnTo>
                  <a:lnTo>
                    <a:pt x="198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43">
              <a:extLst>
                <a:ext uri="{FF2B5EF4-FFF2-40B4-BE49-F238E27FC236}">
                  <a16:creationId xmlns:a16="http://schemas.microsoft.com/office/drawing/2014/main" id="{595A31B3-767A-F430-E009-3AD1E24C1F64}"/>
                </a:ext>
              </a:extLst>
            </p:cNvPr>
            <p:cNvSpPr/>
            <p:nvPr/>
          </p:nvSpPr>
          <p:spPr>
            <a:xfrm>
              <a:off x="8883218" y="3706654"/>
              <a:ext cx="574157" cy="48369"/>
            </a:xfrm>
            <a:custGeom>
              <a:avLst/>
              <a:gdLst/>
              <a:ahLst/>
              <a:cxnLst/>
              <a:rect l="l" t="t" r="r" b="b"/>
              <a:pathLst>
                <a:path w="4214" h="355" extrusionOk="0">
                  <a:moveTo>
                    <a:pt x="0" y="0"/>
                  </a:moveTo>
                  <a:lnTo>
                    <a:pt x="0" y="354"/>
                  </a:lnTo>
                  <a:lnTo>
                    <a:pt x="4213" y="354"/>
                  </a:lnTo>
                  <a:lnTo>
                    <a:pt x="421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9" name="Google Shape;2219;p43">
              <a:extLst>
                <a:ext uri="{FF2B5EF4-FFF2-40B4-BE49-F238E27FC236}">
                  <a16:creationId xmlns:a16="http://schemas.microsoft.com/office/drawing/2014/main" id="{F3FC3A27-EE00-B954-5DEE-61A88F66A832}"/>
                </a:ext>
              </a:extLst>
            </p:cNvPr>
            <p:cNvSpPr/>
            <p:nvPr/>
          </p:nvSpPr>
          <p:spPr>
            <a:xfrm>
              <a:off x="8901203" y="3718235"/>
              <a:ext cx="34880" cy="54772"/>
            </a:xfrm>
            <a:custGeom>
              <a:avLst/>
              <a:gdLst/>
              <a:ahLst/>
              <a:cxnLst/>
              <a:rect l="l" t="t" r="r" b="b"/>
              <a:pathLst>
                <a:path w="256" h="402" extrusionOk="0">
                  <a:moveTo>
                    <a:pt x="133" y="48"/>
                  </a:moveTo>
                  <a:cubicBezTo>
                    <a:pt x="167" y="48"/>
                    <a:pt x="200" y="81"/>
                    <a:pt x="200" y="125"/>
                  </a:cubicBezTo>
                  <a:lnTo>
                    <a:pt x="200" y="280"/>
                  </a:lnTo>
                  <a:cubicBezTo>
                    <a:pt x="200" y="324"/>
                    <a:pt x="167" y="357"/>
                    <a:pt x="133" y="357"/>
                  </a:cubicBezTo>
                  <a:cubicBezTo>
                    <a:pt x="89" y="357"/>
                    <a:pt x="56" y="324"/>
                    <a:pt x="56" y="280"/>
                  </a:cubicBezTo>
                  <a:lnTo>
                    <a:pt x="56" y="125"/>
                  </a:lnTo>
                  <a:cubicBezTo>
                    <a:pt x="56" y="81"/>
                    <a:pt x="89" y="48"/>
                    <a:pt x="133" y="48"/>
                  </a:cubicBezTo>
                  <a:close/>
                  <a:moveTo>
                    <a:pt x="131" y="1"/>
                  </a:moveTo>
                  <a:cubicBezTo>
                    <a:pt x="70" y="1"/>
                    <a:pt x="6" y="42"/>
                    <a:pt x="1" y="125"/>
                  </a:cubicBezTo>
                  <a:lnTo>
                    <a:pt x="1" y="280"/>
                  </a:lnTo>
                  <a:cubicBezTo>
                    <a:pt x="1" y="346"/>
                    <a:pt x="56" y="402"/>
                    <a:pt x="133" y="402"/>
                  </a:cubicBezTo>
                  <a:cubicBezTo>
                    <a:pt x="200" y="402"/>
                    <a:pt x="255" y="346"/>
                    <a:pt x="244" y="280"/>
                  </a:cubicBezTo>
                  <a:lnTo>
                    <a:pt x="244" y="125"/>
                  </a:lnTo>
                  <a:cubicBezTo>
                    <a:pt x="250" y="42"/>
                    <a:pt x="192" y="1"/>
                    <a:pt x="1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0" name="Google Shape;2220;p43">
              <a:extLst>
                <a:ext uri="{FF2B5EF4-FFF2-40B4-BE49-F238E27FC236}">
                  <a16:creationId xmlns:a16="http://schemas.microsoft.com/office/drawing/2014/main" id="{2F135EBA-80CF-76FF-2405-BE9282038F3E}"/>
                </a:ext>
              </a:extLst>
            </p:cNvPr>
            <p:cNvSpPr/>
            <p:nvPr/>
          </p:nvSpPr>
          <p:spPr>
            <a:xfrm>
              <a:off x="8893710" y="3742760"/>
              <a:ext cx="49868" cy="34744"/>
            </a:xfrm>
            <a:custGeom>
              <a:avLst/>
              <a:gdLst/>
              <a:ahLst/>
              <a:cxnLst/>
              <a:rect l="l" t="t" r="r" b="b"/>
              <a:pathLst>
                <a:path w="366" h="255" extrusionOk="0">
                  <a:moveTo>
                    <a:pt x="1" y="1"/>
                  </a:moveTo>
                  <a:lnTo>
                    <a:pt x="1" y="255"/>
                  </a:lnTo>
                  <a:lnTo>
                    <a:pt x="365" y="255"/>
                  </a:lnTo>
                  <a:lnTo>
                    <a:pt x="36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43">
              <a:extLst>
                <a:ext uri="{FF2B5EF4-FFF2-40B4-BE49-F238E27FC236}">
                  <a16:creationId xmlns:a16="http://schemas.microsoft.com/office/drawing/2014/main" id="{77A58B14-1705-B568-706E-614B1F7F1532}"/>
                </a:ext>
              </a:extLst>
            </p:cNvPr>
            <p:cNvSpPr/>
            <p:nvPr/>
          </p:nvSpPr>
          <p:spPr>
            <a:xfrm>
              <a:off x="9406012" y="3718235"/>
              <a:ext cx="34744" cy="54772"/>
            </a:xfrm>
            <a:custGeom>
              <a:avLst/>
              <a:gdLst/>
              <a:ahLst/>
              <a:cxnLst/>
              <a:rect l="l" t="t" r="r" b="b"/>
              <a:pathLst>
                <a:path w="255" h="402" extrusionOk="0">
                  <a:moveTo>
                    <a:pt x="122" y="48"/>
                  </a:moveTo>
                  <a:cubicBezTo>
                    <a:pt x="166" y="48"/>
                    <a:pt x="199" y="81"/>
                    <a:pt x="199" y="125"/>
                  </a:cubicBezTo>
                  <a:lnTo>
                    <a:pt x="199" y="280"/>
                  </a:lnTo>
                  <a:cubicBezTo>
                    <a:pt x="199" y="324"/>
                    <a:pt x="166" y="357"/>
                    <a:pt x="122" y="357"/>
                  </a:cubicBezTo>
                  <a:cubicBezTo>
                    <a:pt x="89" y="357"/>
                    <a:pt x="55" y="324"/>
                    <a:pt x="55" y="280"/>
                  </a:cubicBezTo>
                  <a:lnTo>
                    <a:pt x="55" y="125"/>
                  </a:lnTo>
                  <a:cubicBezTo>
                    <a:pt x="55" y="81"/>
                    <a:pt x="89" y="48"/>
                    <a:pt x="122" y="48"/>
                  </a:cubicBezTo>
                  <a:close/>
                  <a:moveTo>
                    <a:pt x="122" y="1"/>
                  </a:moveTo>
                  <a:cubicBezTo>
                    <a:pt x="61" y="1"/>
                    <a:pt x="0" y="42"/>
                    <a:pt x="0" y="125"/>
                  </a:cubicBezTo>
                  <a:lnTo>
                    <a:pt x="0" y="280"/>
                  </a:lnTo>
                  <a:cubicBezTo>
                    <a:pt x="0" y="346"/>
                    <a:pt x="55" y="402"/>
                    <a:pt x="122" y="402"/>
                  </a:cubicBezTo>
                  <a:cubicBezTo>
                    <a:pt x="199" y="402"/>
                    <a:pt x="254" y="346"/>
                    <a:pt x="243" y="280"/>
                  </a:cubicBezTo>
                  <a:lnTo>
                    <a:pt x="243" y="125"/>
                  </a:lnTo>
                  <a:cubicBezTo>
                    <a:pt x="243" y="42"/>
                    <a:pt x="183" y="1"/>
                    <a:pt x="1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43">
              <a:extLst>
                <a:ext uri="{FF2B5EF4-FFF2-40B4-BE49-F238E27FC236}">
                  <a16:creationId xmlns:a16="http://schemas.microsoft.com/office/drawing/2014/main" id="{04952487-5B15-BB08-3F2D-BC30E427BBBC}"/>
                </a:ext>
              </a:extLst>
            </p:cNvPr>
            <p:cNvSpPr/>
            <p:nvPr/>
          </p:nvSpPr>
          <p:spPr>
            <a:xfrm>
              <a:off x="9398382" y="3742760"/>
              <a:ext cx="48369" cy="34744"/>
            </a:xfrm>
            <a:custGeom>
              <a:avLst/>
              <a:gdLst/>
              <a:ahLst/>
              <a:cxnLst/>
              <a:rect l="l" t="t" r="r" b="b"/>
              <a:pathLst>
                <a:path w="355" h="255" extrusionOk="0">
                  <a:moveTo>
                    <a:pt x="1" y="1"/>
                  </a:moveTo>
                  <a:lnTo>
                    <a:pt x="1" y="255"/>
                  </a:lnTo>
                  <a:lnTo>
                    <a:pt x="355" y="255"/>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43">
              <a:extLst>
                <a:ext uri="{FF2B5EF4-FFF2-40B4-BE49-F238E27FC236}">
                  <a16:creationId xmlns:a16="http://schemas.microsoft.com/office/drawing/2014/main" id="{EA54493D-0441-D84A-5C27-541A05CBE721}"/>
                </a:ext>
              </a:extLst>
            </p:cNvPr>
            <p:cNvSpPr/>
            <p:nvPr/>
          </p:nvSpPr>
          <p:spPr>
            <a:xfrm>
              <a:off x="8913330" y="3711150"/>
              <a:ext cx="12126" cy="31746"/>
            </a:xfrm>
            <a:custGeom>
              <a:avLst/>
              <a:gdLst/>
              <a:ahLst/>
              <a:cxnLst/>
              <a:rect l="l" t="t" r="r" b="b"/>
              <a:pathLst>
                <a:path w="89" h="233" extrusionOk="0">
                  <a:moveTo>
                    <a:pt x="44" y="0"/>
                  </a:moveTo>
                  <a:cubicBezTo>
                    <a:pt x="22" y="0"/>
                    <a:pt x="0" y="11"/>
                    <a:pt x="0" y="45"/>
                  </a:cubicBezTo>
                  <a:lnTo>
                    <a:pt x="0" y="199"/>
                  </a:lnTo>
                  <a:cubicBezTo>
                    <a:pt x="0" y="222"/>
                    <a:pt x="22" y="233"/>
                    <a:pt x="44" y="233"/>
                  </a:cubicBezTo>
                  <a:cubicBezTo>
                    <a:pt x="67" y="233"/>
                    <a:pt x="89" y="222"/>
                    <a:pt x="89" y="199"/>
                  </a:cubicBezTo>
                  <a:lnTo>
                    <a:pt x="89" y="45"/>
                  </a:lnTo>
                  <a:cubicBezTo>
                    <a:pt x="89" y="11"/>
                    <a:pt x="67" y="0"/>
                    <a:pt x="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43">
              <a:extLst>
                <a:ext uri="{FF2B5EF4-FFF2-40B4-BE49-F238E27FC236}">
                  <a16:creationId xmlns:a16="http://schemas.microsoft.com/office/drawing/2014/main" id="{C41BD61D-4016-5FE5-68E1-254886D93808}"/>
                </a:ext>
              </a:extLst>
            </p:cNvPr>
            <p:cNvSpPr/>
            <p:nvPr/>
          </p:nvSpPr>
          <p:spPr>
            <a:xfrm>
              <a:off x="9416503" y="3711150"/>
              <a:ext cx="12126" cy="31746"/>
            </a:xfrm>
            <a:custGeom>
              <a:avLst/>
              <a:gdLst/>
              <a:ahLst/>
              <a:cxnLst/>
              <a:rect l="l" t="t" r="r" b="b"/>
              <a:pathLst>
                <a:path w="89" h="233" extrusionOk="0">
                  <a:moveTo>
                    <a:pt x="45" y="0"/>
                  </a:moveTo>
                  <a:cubicBezTo>
                    <a:pt x="23" y="0"/>
                    <a:pt x="0" y="11"/>
                    <a:pt x="0" y="45"/>
                  </a:cubicBezTo>
                  <a:lnTo>
                    <a:pt x="0" y="199"/>
                  </a:lnTo>
                  <a:cubicBezTo>
                    <a:pt x="0" y="222"/>
                    <a:pt x="23" y="233"/>
                    <a:pt x="45" y="233"/>
                  </a:cubicBezTo>
                  <a:cubicBezTo>
                    <a:pt x="67" y="233"/>
                    <a:pt x="89" y="222"/>
                    <a:pt x="89" y="199"/>
                  </a:cubicBezTo>
                  <a:lnTo>
                    <a:pt x="89" y="45"/>
                  </a:lnTo>
                  <a:cubicBezTo>
                    <a:pt x="89" y="11"/>
                    <a:pt x="67" y="0"/>
                    <a:pt x="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43">
              <a:extLst>
                <a:ext uri="{FF2B5EF4-FFF2-40B4-BE49-F238E27FC236}">
                  <a16:creationId xmlns:a16="http://schemas.microsoft.com/office/drawing/2014/main" id="{5EB8F082-B603-28CC-2397-2C6BD97B5A62}"/>
                </a:ext>
              </a:extLst>
            </p:cNvPr>
            <p:cNvSpPr/>
            <p:nvPr/>
          </p:nvSpPr>
          <p:spPr>
            <a:xfrm>
              <a:off x="8883218" y="4083250"/>
              <a:ext cx="269775" cy="48369"/>
            </a:xfrm>
            <a:custGeom>
              <a:avLst/>
              <a:gdLst/>
              <a:ahLst/>
              <a:cxnLst/>
              <a:rect l="l" t="t" r="r" b="b"/>
              <a:pathLst>
                <a:path w="1980" h="355" extrusionOk="0">
                  <a:moveTo>
                    <a:pt x="0" y="1"/>
                  </a:moveTo>
                  <a:lnTo>
                    <a:pt x="0" y="354"/>
                  </a:lnTo>
                  <a:lnTo>
                    <a:pt x="1979" y="354"/>
                  </a:lnTo>
                  <a:lnTo>
                    <a:pt x="19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43">
              <a:extLst>
                <a:ext uri="{FF2B5EF4-FFF2-40B4-BE49-F238E27FC236}">
                  <a16:creationId xmlns:a16="http://schemas.microsoft.com/office/drawing/2014/main" id="{5CA84951-A0B3-3326-BB21-2F222E5C74BF}"/>
                </a:ext>
              </a:extLst>
            </p:cNvPr>
            <p:cNvSpPr/>
            <p:nvPr/>
          </p:nvSpPr>
          <p:spPr>
            <a:xfrm>
              <a:off x="9188965" y="4083250"/>
              <a:ext cx="269911" cy="48369"/>
            </a:xfrm>
            <a:custGeom>
              <a:avLst/>
              <a:gdLst/>
              <a:ahLst/>
              <a:cxnLst/>
              <a:rect l="l" t="t" r="r" b="b"/>
              <a:pathLst>
                <a:path w="1981" h="355" extrusionOk="0">
                  <a:moveTo>
                    <a:pt x="1" y="1"/>
                  </a:moveTo>
                  <a:lnTo>
                    <a:pt x="1" y="354"/>
                  </a:lnTo>
                  <a:lnTo>
                    <a:pt x="1980" y="354"/>
                  </a:lnTo>
                  <a:lnTo>
                    <a:pt x="198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43">
              <a:extLst>
                <a:ext uri="{FF2B5EF4-FFF2-40B4-BE49-F238E27FC236}">
                  <a16:creationId xmlns:a16="http://schemas.microsoft.com/office/drawing/2014/main" id="{49C5498D-A3B0-E773-1CE2-85680B211EBD}"/>
                </a:ext>
              </a:extLst>
            </p:cNvPr>
            <p:cNvSpPr/>
            <p:nvPr/>
          </p:nvSpPr>
          <p:spPr>
            <a:xfrm>
              <a:off x="8883218" y="4068263"/>
              <a:ext cx="574157" cy="48232"/>
            </a:xfrm>
            <a:custGeom>
              <a:avLst/>
              <a:gdLst/>
              <a:ahLst/>
              <a:cxnLst/>
              <a:rect l="l" t="t" r="r" b="b"/>
              <a:pathLst>
                <a:path w="4214" h="354" extrusionOk="0">
                  <a:moveTo>
                    <a:pt x="0" y="0"/>
                  </a:moveTo>
                  <a:lnTo>
                    <a:pt x="0" y="354"/>
                  </a:lnTo>
                  <a:lnTo>
                    <a:pt x="4213" y="354"/>
                  </a:lnTo>
                  <a:lnTo>
                    <a:pt x="421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43">
              <a:extLst>
                <a:ext uri="{FF2B5EF4-FFF2-40B4-BE49-F238E27FC236}">
                  <a16:creationId xmlns:a16="http://schemas.microsoft.com/office/drawing/2014/main" id="{197C32FA-2A98-BAFD-C098-E0EE4FD75455}"/>
                </a:ext>
              </a:extLst>
            </p:cNvPr>
            <p:cNvSpPr/>
            <p:nvPr/>
          </p:nvSpPr>
          <p:spPr>
            <a:xfrm>
              <a:off x="8901203" y="4080934"/>
              <a:ext cx="34880" cy="53682"/>
            </a:xfrm>
            <a:custGeom>
              <a:avLst/>
              <a:gdLst/>
              <a:ahLst/>
              <a:cxnLst/>
              <a:rect l="l" t="t" r="r" b="b"/>
              <a:pathLst>
                <a:path w="256" h="394" extrusionOk="0">
                  <a:moveTo>
                    <a:pt x="144" y="49"/>
                  </a:moveTo>
                  <a:cubicBezTo>
                    <a:pt x="173" y="49"/>
                    <a:pt x="200" y="87"/>
                    <a:pt x="200" y="117"/>
                  </a:cubicBezTo>
                  <a:lnTo>
                    <a:pt x="200" y="272"/>
                  </a:lnTo>
                  <a:cubicBezTo>
                    <a:pt x="200" y="316"/>
                    <a:pt x="167" y="349"/>
                    <a:pt x="133" y="349"/>
                  </a:cubicBezTo>
                  <a:cubicBezTo>
                    <a:pt x="89" y="349"/>
                    <a:pt x="56" y="316"/>
                    <a:pt x="56" y="272"/>
                  </a:cubicBezTo>
                  <a:lnTo>
                    <a:pt x="56" y="117"/>
                  </a:lnTo>
                  <a:cubicBezTo>
                    <a:pt x="56" y="84"/>
                    <a:pt x="89" y="51"/>
                    <a:pt x="133" y="51"/>
                  </a:cubicBezTo>
                  <a:cubicBezTo>
                    <a:pt x="137" y="50"/>
                    <a:pt x="141" y="49"/>
                    <a:pt x="144" y="49"/>
                  </a:cubicBezTo>
                  <a:close/>
                  <a:moveTo>
                    <a:pt x="131" y="1"/>
                  </a:moveTo>
                  <a:cubicBezTo>
                    <a:pt x="70" y="1"/>
                    <a:pt x="6" y="40"/>
                    <a:pt x="1" y="117"/>
                  </a:cubicBezTo>
                  <a:lnTo>
                    <a:pt x="1" y="272"/>
                  </a:lnTo>
                  <a:cubicBezTo>
                    <a:pt x="1" y="338"/>
                    <a:pt x="56" y="394"/>
                    <a:pt x="133" y="394"/>
                  </a:cubicBezTo>
                  <a:cubicBezTo>
                    <a:pt x="200" y="394"/>
                    <a:pt x="255" y="338"/>
                    <a:pt x="244" y="272"/>
                  </a:cubicBezTo>
                  <a:lnTo>
                    <a:pt x="244" y="117"/>
                  </a:lnTo>
                  <a:cubicBezTo>
                    <a:pt x="250" y="40"/>
                    <a:pt x="192" y="1"/>
                    <a:pt x="1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43">
              <a:extLst>
                <a:ext uri="{FF2B5EF4-FFF2-40B4-BE49-F238E27FC236}">
                  <a16:creationId xmlns:a16="http://schemas.microsoft.com/office/drawing/2014/main" id="{6C12B0EE-0F60-34A8-6B61-BB172528E559}"/>
                </a:ext>
              </a:extLst>
            </p:cNvPr>
            <p:cNvSpPr/>
            <p:nvPr/>
          </p:nvSpPr>
          <p:spPr>
            <a:xfrm>
              <a:off x="8893710" y="4104369"/>
              <a:ext cx="49868" cy="34744"/>
            </a:xfrm>
            <a:custGeom>
              <a:avLst/>
              <a:gdLst/>
              <a:ahLst/>
              <a:cxnLst/>
              <a:rect l="l" t="t" r="r" b="b"/>
              <a:pathLst>
                <a:path w="366" h="255" extrusionOk="0">
                  <a:moveTo>
                    <a:pt x="1" y="0"/>
                  </a:moveTo>
                  <a:lnTo>
                    <a:pt x="1" y="255"/>
                  </a:lnTo>
                  <a:lnTo>
                    <a:pt x="365" y="255"/>
                  </a:lnTo>
                  <a:lnTo>
                    <a:pt x="36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43">
              <a:extLst>
                <a:ext uri="{FF2B5EF4-FFF2-40B4-BE49-F238E27FC236}">
                  <a16:creationId xmlns:a16="http://schemas.microsoft.com/office/drawing/2014/main" id="{60A1A8EA-1560-4AA0-27F5-00E9B1BAB5FB}"/>
                </a:ext>
              </a:extLst>
            </p:cNvPr>
            <p:cNvSpPr/>
            <p:nvPr/>
          </p:nvSpPr>
          <p:spPr>
            <a:xfrm>
              <a:off x="9406012" y="4080934"/>
              <a:ext cx="33245" cy="53682"/>
            </a:xfrm>
            <a:custGeom>
              <a:avLst/>
              <a:gdLst/>
              <a:ahLst/>
              <a:cxnLst/>
              <a:rect l="l" t="t" r="r" b="b"/>
              <a:pathLst>
                <a:path w="244" h="394" extrusionOk="0">
                  <a:moveTo>
                    <a:pt x="136" y="49"/>
                  </a:moveTo>
                  <a:cubicBezTo>
                    <a:pt x="173" y="49"/>
                    <a:pt x="199" y="87"/>
                    <a:pt x="199" y="117"/>
                  </a:cubicBezTo>
                  <a:lnTo>
                    <a:pt x="199" y="272"/>
                  </a:lnTo>
                  <a:cubicBezTo>
                    <a:pt x="199" y="316"/>
                    <a:pt x="166" y="349"/>
                    <a:pt x="122" y="349"/>
                  </a:cubicBezTo>
                  <a:cubicBezTo>
                    <a:pt x="89" y="349"/>
                    <a:pt x="55" y="316"/>
                    <a:pt x="55" y="272"/>
                  </a:cubicBezTo>
                  <a:lnTo>
                    <a:pt x="55" y="117"/>
                  </a:lnTo>
                  <a:cubicBezTo>
                    <a:pt x="55" y="84"/>
                    <a:pt x="89" y="51"/>
                    <a:pt x="122" y="51"/>
                  </a:cubicBezTo>
                  <a:cubicBezTo>
                    <a:pt x="126" y="50"/>
                    <a:pt x="131" y="49"/>
                    <a:pt x="136" y="49"/>
                  </a:cubicBezTo>
                  <a:close/>
                  <a:moveTo>
                    <a:pt x="122" y="1"/>
                  </a:moveTo>
                  <a:cubicBezTo>
                    <a:pt x="61" y="1"/>
                    <a:pt x="0" y="40"/>
                    <a:pt x="0" y="117"/>
                  </a:cubicBezTo>
                  <a:lnTo>
                    <a:pt x="0" y="272"/>
                  </a:lnTo>
                  <a:cubicBezTo>
                    <a:pt x="0" y="338"/>
                    <a:pt x="55" y="394"/>
                    <a:pt x="122" y="394"/>
                  </a:cubicBezTo>
                  <a:cubicBezTo>
                    <a:pt x="188" y="394"/>
                    <a:pt x="243" y="338"/>
                    <a:pt x="243" y="272"/>
                  </a:cubicBezTo>
                  <a:lnTo>
                    <a:pt x="243" y="117"/>
                  </a:lnTo>
                  <a:cubicBezTo>
                    <a:pt x="243" y="40"/>
                    <a:pt x="183" y="1"/>
                    <a:pt x="1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43">
              <a:extLst>
                <a:ext uri="{FF2B5EF4-FFF2-40B4-BE49-F238E27FC236}">
                  <a16:creationId xmlns:a16="http://schemas.microsoft.com/office/drawing/2014/main" id="{4251F3E0-8EE8-DA99-D2BD-4DDA4C79B462}"/>
                </a:ext>
              </a:extLst>
            </p:cNvPr>
            <p:cNvSpPr/>
            <p:nvPr/>
          </p:nvSpPr>
          <p:spPr>
            <a:xfrm>
              <a:off x="9398382" y="4104369"/>
              <a:ext cx="48369" cy="34744"/>
            </a:xfrm>
            <a:custGeom>
              <a:avLst/>
              <a:gdLst/>
              <a:ahLst/>
              <a:cxnLst/>
              <a:rect l="l" t="t" r="r" b="b"/>
              <a:pathLst>
                <a:path w="355" h="255" extrusionOk="0">
                  <a:moveTo>
                    <a:pt x="1" y="0"/>
                  </a:moveTo>
                  <a:lnTo>
                    <a:pt x="1" y="255"/>
                  </a:lnTo>
                  <a:lnTo>
                    <a:pt x="355" y="255"/>
                  </a:lnTo>
                  <a:lnTo>
                    <a:pt x="3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43">
              <a:extLst>
                <a:ext uri="{FF2B5EF4-FFF2-40B4-BE49-F238E27FC236}">
                  <a16:creationId xmlns:a16="http://schemas.microsoft.com/office/drawing/2014/main" id="{95EED528-301B-FEA5-D110-44DCD0B4B5B0}"/>
                </a:ext>
              </a:extLst>
            </p:cNvPr>
            <p:cNvSpPr/>
            <p:nvPr/>
          </p:nvSpPr>
          <p:spPr>
            <a:xfrm>
              <a:off x="8913330" y="4072759"/>
              <a:ext cx="12126" cy="31746"/>
            </a:xfrm>
            <a:custGeom>
              <a:avLst/>
              <a:gdLst/>
              <a:ahLst/>
              <a:cxnLst/>
              <a:rect l="l" t="t" r="r" b="b"/>
              <a:pathLst>
                <a:path w="89" h="233" extrusionOk="0">
                  <a:moveTo>
                    <a:pt x="44" y="0"/>
                  </a:moveTo>
                  <a:cubicBezTo>
                    <a:pt x="22" y="0"/>
                    <a:pt x="0" y="11"/>
                    <a:pt x="0" y="44"/>
                  </a:cubicBezTo>
                  <a:lnTo>
                    <a:pt x="0" y="199"/>
                  </a:lnTo>
                  <a:cubicBezTo>
                    <a:pt x="0" y="221"/>
                    <a:pt x="22" y="232"/>
                    <a:pt x="44" y="232"/>
                  </a:cubicBezTo>
                  <a:cubicBezTo>
                    <a:pt x="67" y="232"/>
                    <a:pt x="89" y="221"/>
                    <a:pt x="89" y="199"/>
                  </a:cubicBezTo>
                  <a:lnTo>
                    <a:pt x="89" y="44"/>
                  </a:lnTo>
                  <a:cubicBezTo>
                    <a:pt x="89" y="11"/>
                    <a:pt x="67" y="0"/>
                    <a:pt x="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43">
              <a:extLst>
                <a:ext uri="{FF2B5EF4-FFF2-40B4-BE49-F238E27FC236}">
                  <a16:creationId xmlns:a16="http://schemas.microsoft.com/office/drawing/2014/main" id="{D03E2361-5DD7-60BE-D580-E6DE201D73DB}"/>
                </a:ext>
              </a:extLst>
            </p:cNvPr>
            <p:cNvSpPr/>
            <p:nvPr/>
          </p:nvSpPr>
          <p:spPr>
            <a:xfrm>
              <a:off x="9416503" y="4072759"/>
              <a:ext cx="12126" cy="31746"/>
            </a:xfrm>
            <a:custGeom>
              <a:avLst/>
              <a:gdLst/>
              <a:ahLst/>
              <a:cxnLst/>
              <a:rect l="l" t="t" r="r" b="b"/>
              <a:pathLst>
                <a:path w="89" h="233" extrusionOk="0">
                  <a:moveTo>
                    <a:pt x="45" y="0"/>
                  </a:moveTo>
                  <a:cubicBezTo>
                    <a:pt x="23" y="0"/>
                    <a:pt x="0" y="11"/>
                    <a:pt x="0" y="44"/>
                  </a:cubicBezTo>
                  <a:lnTo>
                    <a:pt x="0" y="199"/>
                  </a:lnTo>
                  <a:cubicBezTo>
                    <a:pt x="0" y="221"/>
                    <a:pt x="23" y="232"/>
                    <a:pt x="45" y="232"/>
                  </a:cubicBezTo>
                  <a:cubicBezTo>
                    <a:pt x="67" y="232"/>
                    <a:pt x="89" y="221"/>
                    <a:pt x="89" y="199"/>
                  </a:cubicBezTo>
                  <a:lnTo>
                    <a:pt x="89" y="44"/>
                  </a:lnTo>
                  <a:cubicBezTo>
                    <a:pt x="89" y="11"/>
                    <a:pt x="67" y="0"/>
                    <a:pt x="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 name="TextBox 8">
            <a:extLst>
              <a:ext uri="{FF2B5EF4-FFF2-40B4-BE49-F238E27FC236}">
                <a16:creationId xmlns:a16="http://schemas.microsoft.com/office/drawing/2014/main" id="{02A5A30E-8E96-C6D6-B43D-21332C8B7466}"/>
              </a:ext>
            </a:extLst>
          </p:cNvPr>
          <p:cNvSpPr txBox="1"/>
          <p:nvPr/>
        </p:nvSpPr>
        <p:spPr>
          <a:xfrm>
            <a:off x="2017904" y="1068190"/>
            <a:ext cx="5996808" cy="3293209"/>
          </a:xfrm>
          <a:prstGeom prst="rect">
            <a:avLst/>
          </a:prstGeom>
          <a:noFill/>
        </p:spPr>
        <p:txBody>
          <a:bodyPr wrap="square">
            <a:spAutoFit/>
          </a:bodyPr>
          <a:lstStyle/>
          <a:p>
            <a:pPr>
              <a:buNone/>
            </a:pPr>
            <a:r>
              <a:rPr lang="en-US" sz="1600" b="1" dirty="0"/>
              <a:t>Financial &amp; Efficiency Metrics:</a:t>
            </a:r>
            <a:endParaRPr lang="en-US" sz="1600" dirty="0"/>
          </a:p>
          <a:p>
            <a:pPr>
              <a:buFont typeface="Arial" panose="020B0604020202020204" pitchFamily="34" charset="0"/>
              <a:buChar char="•"/>
            </a:pPr>
            <a:r>
              <a:rPr lang="en-US" sz="1600" dirty="0"/>
              <a:t>Revenue per Passenger-Kilometer</a:t>
            </a:r>
          </a:p>
          <a:p>
            <a:pPr>
              <a:buFont typeface="Arial" panose="020B0604020202020204" pitchFamily="34" charset="0"/>
              <a:buChar char="•"/>
            </a:pPr>
            <a:r>
              <a:rPr lang="en-US" sz="1600" dirty="0"/>
              <a:t>Operating Cost per Kilometer</a:t>
            </a:r>
          </a:p>
          <a:p>
            <a:pPr>
              <a:buFont typeface="Arial" panose="020B0604020202020204" pitchFamily="34" charset="0"/>
              <a:buChar char="•"/>
            </a:pPr>
            <a:r>
              <a:rPr lang="en-US" sz="1600" dirty="0"/>
              <a:t>Energy Efficiency per Journey</a:t>
            </a:r>
          </a:p>
          <a:p>
            <a:pPr>
              <a:buNone/>
            </a:pPr>
            <a:r>
              <a:rPr lang="en-US" sz="1600" b="1" dirty="0"/>
              <a:t>Infrastructure &amp; Utilization:</a:t>
            </a:r>
            <a:endParaRPr lang="en-US" sz="1600" dirty="0"/>
          </a:p>
          <a:p>
            <a:pPr>
              <a:buFont typeface="Arial" panose="020B0604020202020204" pitchFamily="34" charset="0"/>
              <a:buChar char="•"/>
            </a:pPr>
            <a:r>
              <a:rPr lang="en-US" sz="1600" dirty="0"/>
              <a:t>Seat Occupancy Rate</a:t>
            </a:r>
          </a:p>
          <a:p>
            <a:pPr>
              <a:buFont typeface="Arial" panose="020B0604020202020204" pitchFamily="34" charset="0"/>
              <a:buChar char="•"/>
            </a:pPr>
            <a:r>
              <a:rPr lang="en-US" sz="1600" dirty="0"/>
              <a:t>Platform Utilization per Station</a:t>
            </a:r>
          </a:p>
          <a:p>
            <a:pPr>
              <a:buFont typeface="Arial" panose="020B0604020202020204" pitchFamily="34" charset="0"/>
              <a:buChar char="•"/>
            </a:pPr>
            <a:r>
              <a:rPr lang="en-US" sz="1600" dirty="0"/>
              <a:t>Turnaround Time at Stations</a:t>
            </a:r>
          </a:p>
          <a:p>
            <a:pPr>
              <a:buFont typeface="Arial" panose="020B0604020202020204" pitchFamily="34" charset="0"/>
              <a:buChar char="•"/>
            </a:pPr>
            <a:r>
              <a:rPr lang="en-US" sz="1600" dirty="0"/>
              <a:t>Peak vs. Off-Peak Utilization Rate</a:t>
            </a:r>
          </a:p>
          <a:p>
            <a:pPr>
              <a:buNone/>
            </a:pPr>
            <a:r>
              <a:rPr lang="en-US" sz="1600" b="1" dirty="0"/>
              <a:t>Customer Satisfaction &amp; Service Quality:</a:t>
            </a:r>
            <a:endParaRPr lang="en-US" sz="1600" dirty="0"/>
          </a:p>
          <a:p>
            <a:pPr>
              <a:buFont typeface="Arial" panose="020B0604020202020204" pitchFamily="34" charset="0"/>
              <a:buChar char="•"/>
            </a:pPr>
            <a:r>
              <a:rPr lang="en-US" sz="1600" dirty="0"/>
              <a:t>Customer Satisfaction Score (CSAT)</a:t>
            </a:r>
          </a:p>
          <a:p>
            <a:pPr>
              <a:buFont typeface="Arial" panose="020B0604020202020204" pitchFamily="34" charset="0"/>
              <a:buChar char="•"/>
            </a:pPr>
            <a:r>
              <a:rPr lang="en-US" sz="1600" dirty="0"/>
              <a:t>Customer Retention Rate</a:t>
            </a:r>
          </a:p>
          <a:p>
            <a:pPr>
              <a:buFont typeface="Arial" panose="020B0604020202020204" pitchFamily="34" charset="0"/>
              <a:buChar char="•"/>
            </a:pPr>
            <a:r>
              <a:rPr lang="en-US" sz="1600" dirty="0"/>
              <a:t>Net Promoter Score (NPS)</a:t>
            </a:r>
          </a:p>
        </p:txBody>
      </p:sp>
    </p:spTree>
    <p:extLst>
      <p:ext uri="{BB962C8B-B14F-4D97-AF65-F5344CB8AC3E}">
        <p14:creationId xmlns:p14="http://schemas.microsoft.com/office/powerpoint/2010/main" val="1484397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109"/>
                                        </p:tgtEl>
                                        <p:attrNameLst>
                                          <p:attrName>style.visibility</p:attrName>
                                        </p:attrNameLst>
                                      </p:cBhvr>
                                      <p:to>
                                        <p:strVal val="visible"/>
                                      </p:to>
                                    </p:set>
                                    <p:animEffect transition="in" filter="barn(inVertical)">
                                      <p:cBhvr>
                                        <p:cTn id="7" dur="500"/>
                                        <p:tgtEl>
                                          <p:spTgt spid="210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inVertic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9" grpId="0"/>
      <p:bldP spid="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237"/>
        <p:cNvGrpSpPr/>
        <p:nvPr/>
      </p:nvGrpSpPr>
      <p:grpSpPr>
        <a:xfrm>
          <a:off x="0" y="0"/>
          <a:ext cx="0" cy="0"/>
          <a:chOff x="0" y="0"/>
          <a:chExt cx="0" cy="0"/>
        </a:xfrm>
      </p:grpSpPr>
      <p:sp>
        <p:nvSpPr>
          <p:cNvPr id="2238" name="Google Shape;2238;p44"/>
          <p:cNvSpPr txBox="1">
            <a:spLocks noGrp="1"/>
          </p:cNvSpPr>
          <p:nvPr>
            <p:ph type="title"/>
          </p:nvPr>
        </p:nvSpPr>
        <p:spPr>
          <a:xfrm>
            <a:off x="2637053" y="1691206"/>
            <a:ext cx="3699600" cy="876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Thanks!</a:t>
            </a:r>
            <a:endParaRPr dirty="0"/>
          </a:p>
        </p:txBody>
      </p:sp>
      <p:grpSp>
        <p:nvGrpSpPr>
          <p:cNvPr id="2241" name="Google Shape;2241;p44"/>
          <p:cNvGrpSpPr/>
          <p:nvPr/>
        </p:nvGrpSpPr>
        <p:grpSpPr>
          <a:xfrm>
            <a:off x="451187" y="-26175"/>
            <a:ext cx="1671525" cy="4544675"/>
            <a:chOff x="616750" y="-26175"/>
            <a:chExt cx="1671525" cy="4544675"/>
          </a:xfrm>
        </p:grpSpPr>
        <p:sp>
          <p:nvSpPr>
            <p:cNvPr id="2242" name="Google Shape;2242;p44"/>
            <p:cNvSpPr/>
            <p:nvPr/>
          </p:nvSpPr>
          <p:spPr>
            <a:xfrm>
              <a:off x="1483823" y="4035779"/>
              <a:ext cx="215474" cy="184903"/>
            </a:xfrm>
            <a:custGeom>
              <a:avLst/>
              <a:gdLst/>
              <a:ahLst/>
              <a:cxnLst/>
              <a:rect l="l" t="t" r="r" b="b"/>
              <a:pathLst>
                <a:path w="874" h="750" extrusionOk="0">
                  <a:moveTo>
                    <a:pt x="498" y="0"/>
                  </a:moveTo>
                  <a:cubicBezTo>
                    <a:pt x="166" y="0"/>
                    <a:pt x="0" y="398"/>
                    <a:pt x="243" y="642"/>
                  </a:cubicBezTo>
                  <a:cubicBezTo>
                    <a:pt x="318" y="716"/>
                    <a:pt x="410" y="750"/>
                    <a:pt x="500" y="750"/>
                  </a:cubicBezTo>
                  <a:cubicBezTo>
                    <a:pt x="691" y="750"/>
                    <a:pt x="874" y="601"/>
                    <a:pt x="874" y="376"/>
                  </a:cubicBezTo>
                  <a:cubicBezTo>
                    <a:pt x="874" y="166"/>
                    <a:pt x="708" y="0"/>
                    <a:pt x="4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44"/>
            <p:cNvSpPr/>
            <p:nvPr/>
          </p:nvSpPr>
          <p:spPr>
            <a:xfrm>
              <a:off x="1322834" y="1691206"/>
              <a:ext cx="569995" cy="188355"/>
            </a:xfrm>
            <a:custGeom>
              <a:avLst/>
              <a:gdLst/>
              <a:ahLst/>
              <a:cxnLst/>
              <a:rect l="l" t="t" r="r" b="b"/>
              <a:pathLst>
                <a:path w="2312" h="764" extrusionOk="0">
                  <a:moveTo>
                    <a:pt x="1" y="1"/>
                  </a:moveTo>
                  <a:lnTo>
                    <a:pt x="1" y="764"/>
                  </a:lnTo>
                  <a:lnTo>
                    <a:pt x="2312" y="764"/>
                  </a:lnTo>
                  <a:lnTo>
                    <a:pt x="2312" y="1"/>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44"/>
            <p:cNvSpPr/>
            <p:nvPr/>
          </p:nvSpPr>
          <p:spPr>
            <a:xfrm>
              <a:off x="1322834" y="1091627"/>
              <a:ext cx="569995" cy="188355"/>
            </a:xfrm>
            <a:custGeom>
              <a:avLst/>
              <a:gdLst/>
              <a:ahLst/>
              <a:cxnLst/>
              <a:rect l="l" t="t" r="r" b="b"/>
              <a:pathLst>
                <a:path w="2312" h="764" extrusionOk="0">
                  <a:moveTo>
                    <a:pt x="1" y="0"/>
                  </a:moveTo>
                  <a:lnTo>
                    <a:pt x="1" y="763"/>
                  </a:lnTo>
                  <a:lnTo>
                    <a:pt x="2312" y="763"/>
                  </a:lnTo>
                  <a:lnTo>
                    <a:pt x="2312" y="0"/>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44"/>
            <p:cNvSpPr/>
            <p:nvPr/>
          </p:nvSpPr>
          <p:spPr>
            <a:xfrm>
              <a:off x="1322834" y="491801"/>
              <a:ext cx="569995" cy="188355"/>
            </a:xfrm>
            <a:custGeom>
              <a:avLst/>
              <a:gdLst/>
              <a:ahLst/>
              <a:cxnLst/>
              <a:rect l="l" t="t" r="r" b="b"/>
              <a:pathLst>
                <a:path w="2312" h="764" extrusionOk="0">
                  <a:moveTo>
                    <a:pt x="1" y="1"/>
                  </a:moveTo>
                  <a:lnTo>
                    <a:pt x="1" y="764"/>
                  </a:lnTo>
                  <a:lnTo>
                    <a:pt x="2312" y="764"/>
                  </a:lnTo>
                  <a:lnTo>
                    <a:pt x="2312" y="1"/>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44"/>
            <p:cNvSpPr/>
            <p:nvPr/>
          </p:nvSpPr>
          <p:spPr>
            <a:xfrm>
              <a:off x="1347487" y="4128478"/>
              <a:ext cx="518222" cy="305460"/>
            </a:xfrm>
            <a:custGeom>
              <a:avLst/>
              <a:gdLst/>
              <a:ahLst/>
              <a:cxnLst/>
              <a:rect l="l" t="t" r="r" b="b"/>
              <a:pathLst>
                <a:path w="2102" h="1239" extrusionOk="0">
                  <a:moveTo>
                    <a:pt x="0" y="0"/>
                  </a:moveTo>
                  <a:lnTo>
                    <a:pt x="0" y="1239"/>
                  </a:lnTo>
                  <a:lnTo>
                    <a:pt x="2101" y="1239"/>
                  </a:lnTo>
                  <a:lnTo>
                    <a:pt x="2101" y="962"/>
                  </a:lnTo>
                  <a:cubicBezTo>
                    <a:pt x="2101" y="432"/>
                    <a:pt x="1670" y="0"/>
                    <a:pt x="113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47;p44"/>
            <p:cNvSpPr/>
            <p:nvPr/>
          </p:nvSpPr>
          <p:spPr>
            <a:xfrm>
              <a:off x="1347487" y="3820306"/>
              <a:ext cx="520934" cy="308418"/>
            </a:xfrm>
            <a:custGeom>
              <a:avLst/>
              <a:gdLst/>
              <a:ahLst/>
              <a:cxnLst/>
              <a:rect l="l" t="t" r="r" b="b"/>
              <a:pathLst>
                <a:path w="2113" h="1251" extrusionOk="0">
                  <a:moveTo>
                    <a:pt x="0" y="1"/>
                  </a:moveTo>
                  <a:lnTo>
                    <a:pt x="0" y="1250"/>
                  </a:lnTo>
                  <a:lnTo>
                    <a:pt x="1139" y="1250"/>
                  </a:lnTo>
                  <a:cubicBezTo>
                    <a:pt x="1670" y="1250"/>
                    <a:pt x="2112" y="808"/>
                    <a:pt x="2112" y="277"/>
                  </a:cubicBezTo>
                  <a:lnTo>
                    <a:pt x="211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48;p44"/>
            <p:cNvSpPr/>
            <p:nvPr/>
          </p:nvSpPr>
          <p:spPr>
            <a:xfrm>
              <a:off x="1249365" y="4349129"/>
              <a:ext cx="717178" cy="169371"/>
            </a:xfrm>
            <a:custGeom>
              <a:avLst/>
              <a:gdLst/>
              <a:ahLst/>
              <a:cxnLst/>
              <a:rect l="l" t="t" r="r" b="b"/>
              <a:pathLst>
                <a:path w="2909" h="687" extrusionOk="0">
                  <a:moveTo>
                    <a:pt x="0" y="1"/>
                  </a:moveTo>
                  <a:lnTo>
                    <a:pt x="0" y="687"/>
                  </a:lnTo>
                  <a:lnTo>
                    <a:pt x="2908" y="687"/>
                  </a:lnTo>
                  <a:lnTo>
                    <a:pt x="290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44"/>
            <p:cNvSpPr/>
            <p:nvPr/>
          </p:nvSpPr>
          <p:spPr>
            <a:xfrm>
              <a:off x="1322834" y="-26175"/>
              <a:ext cx="142006" cy="2426422"/>
            </a:xfrm>
            <a:custGeom>
              <a:avLst/>
              <a:gdLst/>
              <a:ahLst/>
              <a:cxnLst/>
              <a:rect l="l" t="t" r="r" b="b"/>
              <a:pathLst>
                <a:path w="576" h="9842" extrusionOk="0">
                  <a:moveTo>
                    <a:pt x="1" y="1"/>
                  </a:moveTo>
                  <a:lnTo>
                    <a:pt x="1" y="9079"/>
                  </a:lnTo>
                  <a:cubicBezTo>
                    <a:pt x="1" y="9400"/>
                    <a:pt x="189" y="9698"/>
                    <a:pt x="487" y="9842"/>
                  </a:cubicBezTo>
                  <a:cubicBezTo>
                    <a:pt x="532" y="9798"/>
                    <a:pt x="554" y="9742"/>
                    <a:pt x="576" y="9676"/>
                  </a:cubicBezTo>
                  <a:cubicBezTo>
                    <a:pt x="410" y="9521"/>
                    <a:pt x="310" y="9300"/>
                    <a:pt x="310" y="9079"/>
                  </a:cubicBezTo>
                  <a:lnTo>
                    <a:pt x="31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44"/>
            <p:cNvSpPr/>
            <p:nvPr/>
          </p:nvSpPr>
          <p:spPr>
            <a:xfrm>
              <a:off x="1838097" y="-26175"/>
              <a:ext cx="450177" cy="3846725"/>
            </a:xfrm>
            <a:custGeom>
              <a:avLst/>
              <a:gdLst/>
              <a:ahLst/>
              <a:cxnLst/>
              <a:rect l="l" t="t" r="r" b="b"/>
              <a:pathLst>
                <a:path w="1826" h="15603" extrusionOk="0">
                  <a:moveTo>
                    <a:pt x="1504" y="1"/>
                  </a:moveTo>
                  <a:lnTo>
                    <a:pt x="1" y="15603"/>
                  </a:lnTo>
                  <a:lnTo>
                    <a:pt x="321" y="15603"/>
                  </a:lnTo>
                  <a:lnTo>
                    <a:pt x="18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44"/>
            <p:cNvSpPr/>
            <p:nvPr/>
          </p:nvSpPr>
          <p:spPr>
            <a:xfrm>
              <a:off x="1167515" y="-26175"/>
              <a:ext cx="275629" cy="2446145"/>
            </a:xfrm>
            <a:custGeom>
              <a:avLst/>
              <a:gdLst/>
              <a:ahLst/>
              <a:cxnLst/>
              <a:rect l="l" t="t" r="r" b="b"/>
              <a:pathLst>
                <a:path w="1118" h="9922" extrusionOk="0">
                  <a:moveTo>
                    <a:pt x="0" y="1"/>
                  </a:moveTo>
                  <a:lnTo>
                    <a:pt x="0" y="9079"/>
                  </a:lnTo>
                  <a:cubicBezTo>
                    <a:pt x="0" y="9543"/>
                    <a:pt x="376" y="9919"/>
                    <a:pt x="841" y="9919"/>
                  </a:cubicBezTo>
                  <a:cubicBezTo>
                    <a:pt x="854" y="9921"/>
                    <a:pt x="867" y="9921"/>
                    <a:pt x="879" y="9921"/>
                  </a:cubicBezTo>
                  <a:cubicBezTo>
                    <a:pt x="966" y="9921"/>
                    <a:pt x="1050" y="9890"/>
                    <a:pt x="1117" y="9842"/>
                  </a:cubicBezTo>
                  <a:cubicBezTo>
                    <a:pt x="819" y="9709"/>
                    <a:pt x="620" y="9411"/>
                    <a:pt x="631" y="9079"/>
                  </a:cubicBezTo>
                  <a:lnTo>
                    <a:pt x="6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252;p44"/>
            <p:cNvSpPr/>
            <p:nvPr/>
          </p:nvSpPr>
          <p:spPr>
            <a:xfrm>
              <a:off x="1685490" y="-26175"/>
              <a:ext cx="523646" cy="3846725"/>
            </a:xfrm>
            <a:custGeom>
              <a:avLst/>
              <a:gdLst/>
              <a:ahLst/>
              <a:cxnLst/>
              <a:rect l="l" t="t" r="r" b="b"/>
              <a:pathLst>
                <a:path w="2124" h="15603" extrusionOk="0">
                  <a:moveTo>
                    <a:pt x="1493" y="1"/>
                  </a:moveTo>
                  <a:lnTo>
                    <a:pt x="0" y="15603"/>
                  </a:lnTo>
                  <a:lnTo>
                    <a:pt x="620" y="15603"/>
                  </a:lnTo>
                  <a:lnTo>
                    <a:pt x="21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44"/>
            <p:cNvSpPr/>
            <p:nvPr/>
          </p:nvSpPr>
          <p:spPr>
            <a:xfrm>
              <a:off x="1442897" y="2359323"/>
              <a:ext cx="122776" cy="60155"/>
            </a:xfrm>
            <a:custGeom>
              <a:avLst/>
              <a:gdLst/>
              <a:ahLst/>
              <a:cxnLst/>
              <a:rect l="l" t="t" r="r" b="b"/>
              <a:pathLst>
                <a:path w="498" h="244" extrusionOk="0">
                  <a:moveTo>
                    <a:pt x="89" y="0"/>
                  </a:moveTo>
                  <a:cubicBezTo>
                    <a:pt x="67" y="66"/>
                    <a:pt x="45" y="122"/>
                    <a:pt x="0" y="166"/>
                  </a:cubicBezTo>
                  <a:cubicBezTo>
                    <a:pt x="111" y="210"/>
                    <a:pt x="233" y="243"/>
                    <a:pt x="354" y="243"/>
                  </a:cubicBezTo>
                  <a:cubicBezTo>
                    <a:pt x="398" y="243"/>
                    <a:pt x="454" y="232"/>
                    <a:pt x="498" y="221"/>
                  </a:cubicBezTo>
                  <a:cubicBezTo>
                    <a:pt x="343" y="188"/>
                    <a:pt x="199" y="111"/>
                    <a:pt x="89" y="0"/>
                  </a:cubicBez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44"/>
            <p:cNvSpPr/>
            <p:nvPr/>
          </p:nvSpPr>
          <p:spPr>
            <a:xfrm>
              <a:off x="1565426" y="-26175"/>
              <a:ext cx="251222" cy="2445652"/>
            </a:xfrm>
            <a:custGeom>
              <a:avLst/>
              <a:gdLst/>
              <a:ahLst/>
              <a:cxnLst/>
              <a:rect l="l" t="t" r="r" b="b"/>
              <a:pathLst>
                <a:path w="1019" h="9920" extrusionOk="0">
                  <a:moveTo>
                    <a:pt x="698" y="1"/>
                  </a:moveTo>
                  <a:lnTo>
                    <a:pt x="222" y="9079"/>
                  </a:lnTo>
                  <a:cubicBezTo>
                    <a:pt x="222" y="9488"/>
                    <a:pt x="299" y="9831"/>
                    <a:pt x="1" y="9908"/>
                  </a:cubicBezTo>
                  <a:cubicBezTo>
                    <a:pt x="56" y="9919"/>
                    <a:pt x="111" y="9919"/>
                    <a:pt x="167" y="9919"/>
                  </a:cubicBezTo>
                  <a:cubicBezTo>
                    <a:pt x="642" y="9919"/>
                    <a:pt x="543" y="9543"/>
                    <a:pt x="543" y="9079"/>
                  </a:cubicBezTo>
                  <a:lnTo>
                    <a:pt x="1018"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44"/>
            <p:cNvSpPr/>
            <p:nvPr/>
          </p:nvSpPr>
          <p:spPr>
            <a:xfrm>
              <a:off x="930346" y="-26175"/>
              <a:ext cx="1126183" cy="3846725"/>
            </a:xfrm>
            <a:custGeom>
              <a:avLst/>
              <a:gdLst/>
              <a:ahLst/>
              <a:cxnLst/>
              <a:rect l="l" t="t" r="r" b="b"/>
              <a:pathLst>
                <a:path w="4568" h="15603" extrusionOk="0">
                  <a:moveTo>
                    <a:pt x="0" y="1"/>
                  </a:moveTo>
                  <a:lnTo>
                    <a:pt x="443" y="15603"/>
                  </a:lnTo>
                  <a:lnTo>
                    <a:pt x="3063" y="15603"/>
                  </a:lnTo>
                  <a:lnTo>
                    <a:pt x="4567" y="1"/>
                  </a:lnTo>
                  <a:lnTo>
                    <a:pt x="3583" y="1"/>
                  </a:lnTo>
                  <a:lnTo>
                    <a:pt x="3119" y="9079"/>
                  </a:lnTo>
                  <a:cubicBezTo>
                    <a:pt x="3119" y="9543"/>
                    <a:pt x="3207" y="9919"/>
                    <a:pt x="2743" y="9919"/>
                  </a:cubicBezTo>
                  <a:cubicBezTo>
                    <a:pt x="2687" y="9919"/>
                    <a:pt x="2632" y="9919"/>
                    <a:pt x="2577" y="9908"/>
                  </a:cubicBezTo>
                  <a:cubicBezTo>
                    <a:pt x="2533" y="9919"/>
                    <a:pt x="2477" y="9919"/>
                    <a:pt x="2433" y="9919"/>
                  </a:cubicBezTo>
                  <a:cubicBezTo>
                    <a:pt x="2312" y="9919"/>
                    <a:pt x="2190" y="9897"/>
                    <a:pt x="2068" y="9842"/>
                  </a:cubicBezTo>
                  <a:cubicBezTo>
                    <a:pt x="2010" y="9890"/>
                    <a:pt x="1928" y="9921"/>
                    <a:pt x="1841" y="9921"/>
                  </a:cubicBezTo>
                  <a:cubicBezTo>
                    <a:pt x="1829" y="9921"/>
                    <a:pt x="1816" y="9921"/>
                    <a:pt x="1803" y="9919"/>
                  </a:cubicBezTo>
                  <a:cubicBezTo>
                    <a:pt x="1338" y="9919"/>
                    <a:pt x="962" y="9543"/>
                    <a:pt x="962" y="9079"/>
                  </a:cubicBezTo>
                  <a:lnTo>
                    <a:pt x="9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44"/>
            <p:cNvSpPr/>
            <p:nvPr/>
          </p:nvSpPr>
          <p:spPr>
            <a:xfrm>
              <a:off x="1170227" y="1691206"/>
              <a:ext cx="411964" cy="188355"/>
            </a:xfrm>
            <a:custGeom>
              <a:avLst/>
              <a:gdLst/>
              <a:ahLst/>
              <a:cxnLst/>
              <a:rect l="l" t="t" r="r" b="b"/>
              <a:pathLst>
                <a:path w="1671" h="764" extrusionOk="0">
                  <a:moveTo>
                    <a:pt x="1" y="1"/>
                  </a:moveTo>
                  <a:lnTo>
                    <a:pt x="1" y="764"/>
                  </a:lnTo>
                  <a:lnTo>
                    <a:pt x="1670" y="764"/>
                  </a:lnTo>
                  <a:lnTo>
                    <a:pt x="16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257;p44"/>
            <p:cNvSpPr/>
            <p:nvPr/>
          </p:nvSpPr>
          <p:spPr>
            <a:xfrm>
              <a:off x="1170227" y="1091627"/>
              <a:ext cx="411964" cy="188355"/>
            </a:xfrm>
            <a:custGeom>
              <a:avLst/>
              <a:gdLst/>
              <a:ahLst/>
              <a:cxnLst/>
              <a:rect l="l" t="t" r="r" b="b"/>
              <a:pathLst>
                <a:path w="1671" h="764" extrusionOk="0">
                  <a:moveTo>
                    <a:pt x="1" y="0"/>
                  </a:moveTo>
                  <a:lnTo>
                    <a:pt x="1" y="763"/>
                  </a:lnTo>
                  <a:lnTo>
                    <a:pt x="1670" y="763"/>
                  </a:lnTo>
                  <a:lnTo>
                    <a:pt x="16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44"/>
            <p:cNvSpPr/>
            <p:nvPr/>
          </p:nvSpPr>
          <p:spPr>
            <a:xfrm>
              <a:off x="1170227" y="491801"/>
              <a:ext cx="411964" cy="188355"/>
            </a:xfrm>
            <a:custGeom>
              <a:avLst/>
              <a:gdLst/>
              <a:ahLst/>
              <a:cxnLst/>
              <a:rect l="l" t="t" r="r" b="b"/>
              <a:pathLst>
                <a:path w="1671" h="764" extrusionOk="0">
                  <a:moveTo>
                    <a:pt x="1" y="1"/>
                  </a:moveTo>
                  <a:lnTo>
                    <a:pt x="1" y="764"/>
                  </a:lnTo>
                  <a:lnTo>
                    <a:pt x="1670" y="764"/>
                  </a:lnTo>
                  <a:lnTo>
                    <a:pt x="16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259;p44"/>
            <p:cNvSpPr/>
            <p:nvPr/>
          </p:nvSpPr>
          <p:spPr>
            <a:xfrm>
              <a:off x="1039315" y="4128478"/>
              <a:ext cx="518222" cy="305460"/>
            </a:xfrm>
            <a:custGeom>
              <a:avLst/>
              <a:gdLst/>
              <a:ahLst/>
              <a:cxnLst/>
              <a:rect l="l" t="t" r="r" b="b"/>
              <a:pathLst>
                <a:path w="2102" h="1239" extrusionOk="0">
                  <a:moveTo>
                    <a:pt x="963" y="0"/>
                  </a:moveTo>
                  <a:cubicBezTo>
                    <a:pt x="432" y="0"/>
                    <a:pt x="1" y="432"/>
                    <a:pt x="1" y="962"/>
                  </a:cubicBezTo>
                  <a:lnTo>
                    <a:pt x="1" y="1239"/>
                  </a:lnTo>
                  <a:lnTo>
                    <a:pt x="2102" y="1239"/>
                  </a:lnTo>
                  <a:lnTo>
                    <a:pt x="2102" y="962"/>
                  </a:lnTo>
                  <a:cubicBezTo>
                    <a:pt x="2102" y="432"/>
                    <a:pt x="1659" y="0"/>
                    <a:pt x="11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44"/>
            <p:cNvSpPr/>
            <p:nvPr/>
          </p:nvSpPr>
          <p:spPr>
            <a:xfrm>
              <a:off x="1036603" y="3820306"/>
              <a:ext cx="518222" cy="308418"/>
            </a:xfrm>
            <a:custGeom>
              <a:avLst/>
              <a:gdLst/>
              <a:ahLst/>
              <a:cxnLst/>
              <a:rect l="l" t="t" r="r" b="b"/>
              <a:pathLst>
                <a:path w="2102" h="1251" extrusionOk="0">
                  <a:moveTo>
                    <a:pt x="1" y="1"/>
                  </a:moveTo>
                  <a:lnTo>
                    <a:pt x="1" y="277"/>
                  </a:lnTo>
                  <a:cubicBezTo>
                    <a:pt x="1" y="808"/>
                    <a:pt x="432" y="1250"/>
                    <a:pt x="963" y="1250"/>
                  </a:cubicBezTo>
                  <a:lnTo>
                    <a:pt x="1129" y="1250"/>
                  </a:lnTo>
                  <a:cubicBezTo>
                    <a:pt x="1670" y="1250"/>
                    <a:pt x="2102" y="808"/>
                    <a:pt x="2102" y="277"/>
                  </a:cubicBezTo>
                  <a:lnTo>
                    <a:pt x="21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44"/>
            <p:cNvSpPr/>
            <p:nvPr/>
          </p:nvSpPr>
          <p:spPr>
            <a:xfrm>
              <a:off x="938481" y="4349129"/>
              <a:ext cx="717178" cy="169371"/>
            </a:xfrm>
            <a:custGeom>
              <a:avLst/>
              <a:gdLst/>
              <a:ahLst/>
              <a:cxnLst/>
              <a:rect l="l" t="t" r="r" b="b"/>
              <a:pathLst>
                <a:path w="2909" h="687" extrusionOk="0">
                  <a:moveTo>
                    <a:pt x="1" y="1"/>
                  </a:moveTo>
                  <a:lnTo>
                    <a:pt x="1" y="687"/>
                  </a:lnTo>
                  <a:lnTo>
                    <a:pt x="2909" y="687"/>
                  </a:lnTo>
                  <a:lnTo>
                    <a:pt x="290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44"/>
            <p:cNvSpPr/>
            <p:nvPr/>
          </p:nvSpPr>
          <p:spPr>
            <a:xfrm>
              <a:off x="616750" y="-26175"/>
              <a:ext cx="1357929" cy="3846725"/>
            </a:xfrm>
            <a:custGeom>
              <a:avLst/>
              <a:gdLst/>
              <a:ahLst/>
              <a:cxnLst/>
              <a:rect l="l" t="t" r="r" b="b"/>
              <a:pathLst>
                <a:path w="5508" h="15603" extrusionOk="0">
                  <a:moveTo>
                    <a:pt x="1" y="1"/>
                  </a:moveTo>
                  <a:lnTo>
                    <a:pt x="1505" y="15603"/>
                  </a:lnTo>
                  <a:lnTo>
                    <a:pt x="4015" y="15603"/>
                  </a:lnTo>
                  <a:lnTo>
                    <a:pt x="5508" y="1"/>
                  </a:lnTo>
                  <a:lnTo>
                    <a:pt x="3595" y="1"/>
                  </a:lnTo>
                  <a:lnTo>
                    <a:pt x="3595" y="9079"/>
                  </a:lnTo>
                  <a:cubicBezTo>
                    <a:pt x="3595" y="9543"/>
                    <a:pt x="3219" y="9919"/>
                    <a:pt x="2754" y="9919"/>
                  </a:cubicBezTo>
                  <a:cubicBezTo>
                    <a:pt x="2290" y="9919"/>
                    <a:pt x="1914" y="9543"/>
                    <a:pt x="1914" y="9079"/>
                  </a:cubicBezTo>
                  <a:lnTo>
                    <a:pt x="191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44"/>
            <p:cNvSpPr/>
            <p:nvPr/>
          </p:nvSpPr>
          <p:spPr>
            <a:xfrm>
              <a:off x="1200304" y="4035779"/>
              <a:ext cx="237416" cy="182931"/>
            </a:xfrm>
            <a:custGeom>
              <a:avLst/>
              <a:gdLst/>
              <a:ahLst/>
              <a:cxnLst/>
              <a:rect l="l" t="t" r="r" b="b"/>
              <a:pathLst>
                <a:path w="963" h="742" extrusionOk="0">
                  <a:moveTo>
                    <a:pt x="387" y="0"/>
                  </a:moveTo>
                  <a:cubicBezTo>
                    <a:pt x="0" y="89"/>
                    <a:pt x="0" y="642"/>
                    <a:pt x="387" y="730"/>
                  </a:cubicBezTo>
                  <a:lnTo>
                    <a:pt x="387" y="741"/>
                  </a:lnTo>
                  <a:lnTo>
                    <a:pt x="476" y="741"/>
                  </a:lnTo>
                  <a:cubicBezTo>
                    <a:pt x="962" y="741"/>
                    <a:pt x="962" y="0"/>
                    <a:pt x="4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44"/>
            <p:cNvSpPr/>
            <p:nvPr/>
          </p:nvSpPr>
          <p:spPr>
            <a:xfrm>
              <a:off x="1172939" y="4035779"/>
              <a:ext cx="215720" cy="184903"/>
            </a:xfrm>
            <a:custGeom>
              <a:avLst/>
              <a:gdLst/>
              <a:ahLst/>
              <a:cxnLst/>
              <a:rect l="l" t="t" r="r" b="b"/>
              <a:pathLst>
                <a:path w="875" h="750" extrusionOk="0">
                  <a:moveTo>
                    <a:pt x="498" y="0"/>
                  </a:moveTo>
                  <a:cubicBezTo>
                    <a:pt x="166" y="0"/>
                    <a:pt x="1" y="398"/>
                    <a:pt x="233" y="642"/>
                  </a:cubicBezTo>
                  <a:cubicBezTo>
                    <a:pt x="311" y="716"/>
                    <a:pt x="405" y="750"/>
                    <a:pt x="497" y="750"/>
                  </a:cubicBezTo>
                  <a:cubicBezTo>
                    <a:pt x="691" y="750"/>
                    <a:pt x="874" y="601"/>
                    <a:pt x="874" y="376"/>
                  </a:cubicBezTo>
                  <a:cubicBezTo>
                    <a:pt x="874" y="166"/>
                    <a:pt x="708" y="0"/>
                    <a:pt x="49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44"/>
            <p:cNvSpPr/>
            <p:nvPr/>
          </p:nvSpPr>
          <p:spPr>
            <a:xfrm>
              <a:off x="1260213" y="4101112"/>
              <a:ext cx="62867" cy="54485"/>
            </a:xfrm>
            <a:custGeom>
              <a:avLst/>
              <a:gdLst/>
              <a:ahLst/>
              <a:cxnLst/>
              <a:rect l="l" t="t" r="r" b="b"/>
              <a:pathLst>
                <a:path w="255" h="221" extrusionOk="0">
                  <a:moveTo>
                    <a:pt x="144" y="1"/>
                  </a:moveTo>
                  <a:cubicBezTo>
                    <a:pt x="45" y="1"/>
                    <a:pt x="0" y="111"/>
                    <a:pt x="67" y="189"/>
                  </a:cubicBezTo>
                  <a:cubicBezTo>
                    <a:pt x="88" y="210"/>
                    <a:pt x="116" y="220"/>
                    <a:pt x="143" y="220"/>
                  </a:cubicBezTo>
                  <a:cubicBezTo>
                    <a:pt x="200" y="220"/>
                    <a:pt x="255" y="178"/>
                    <a:pt x="255" y="111"/>
                  </a:cubicBezTo>
                  <a:cubicBezTo>
                    <a:pt x="255" y="45"/>
                    <a:pt x="211" y="1"/>
                    <a:pt x="1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266;p44"/>
            <p:cNvSpPr/>
            <p:nvPr/>
          </p:nvSpPr>
          <p:spPr>
            <a:xfrm>
              <a:off x="1170227" y="679909"/>
              <a:ext cx="229280" cy="57443"/>
            </a:xfrm>
            <a:custGeom>
              <a:avLst/>
              <a:gdLst/>
              <a:ahLst/>
              <a:cxnLst/>
              <a:rect l="l" t="t" r="r" b="b"/>
              <a:pathLst>
                <a:path w="930" h="233" extrusionOk="0">
                  <a:moveTo>
                    <a:pt x="1" y="1"/>
                  </a:moveTo>
                  <a:lnTo>
                    <a:pt x="1" y="233"/>
                  </a:lnTo>
                  <a:lnTo>
                    <a:pt x="929" y="233"/>
                  </a:lnTo>
                  <a:lnTo>
                    <a:pt x="9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44"/>
            <p:cNvSpPr/>
            <p:nvPr/>
          </p:nvSpPr>
          <p:spPr>
            <a:xfrm>
              <a:off x="1110318" y="491801"/>
              <a:ext cx="60155" cy="245551"/>
            </a:xfrm>
            <a:custGeom>
              <a:avLst/>
              <a:gdLst/>
              <a:ahLst/>
              <a:cxnLst/>
              <a:rect l="l" t="t" r="r" b="b"/>
              <a:pathLst>
                <a:path w="244" h="996" extrusionOk="0">
                  <a:moveTo>
                    <a:pt x="244" y="1"/>
                  </a:moveTo>
                  <a:lnTo>
                    <a:pt x="0" y="354"/>
                  </a:lnTo>
                  <a:lnTo>
                    <a:pt x="0" y="996"/>
                  </a:lnTo>
                  <a:lnTo>
                    <a:pt x="244" y="996"/>
                  </a:lnTo>
                  <a:lnTo>
                    <a:pt x="24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2268;p44"/>
            <p:cNvSpPr/>
            <p:nvPr/>
          </p:nvSpPr>
          <p:spPr>
            <a:xfrm>
              <a:off x="1170227" y="1279735"/>
              <a:ext cx="229280" cy="54731"/>
            </a:xfrm>
            <a:custGeom>
              <a:avLst/>
              <a:gdLst/>
              <a:ahLst/>
              <a:cxnLst/>
              <a:rect l="l" t="t" r="r" b="b"/>
              <a:pathLst>
                <a:path w="930" h="222" extrusionOk="0">
                  <a:moveTo>
                    <a:pt x="1" y="0"/>
                  </a:moveTo>
                  <a:lnTo>
                    <a:pt x="1" y="221"/>
                  </a:lnTo>
                  <a:lnTo>
                    <a:pt x="929" y="221"/>
                  </a:lnTo>
                  <a:lnTo>
                    <a:pt x="9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44"/>
            <p:cNvSpPr/>
            <p:nvPr/>
          </p:nvSpPr>
          <p:spPr>
            <a:xfrm>
              <a:off x="1110318" y="1091627"/>
              <a:ext cx="60155" cy="242839"/>
            </a:xfrm>
            <a:custGeom>
              <a:avLst/>
              <a:gdLst/>
              <a:ahLst/>
              <a:cxnLst/>
              <a:rect l="l" t="t" r="r" b="b"/>
              <a:pathLst>
                <a:path w="244" h="985" extrusionOk="0">
                  <a:moveTo>
                    <a:pt x="244" y="0"/>
                  </a:moveTo>
                  <a:lnTo>
                    <a:pt x="0" y="343"/>
                  </a:lnTo>
                  <a:lnTo>
                    <a:pt x="0" y="984"/>
                  </a:lnTo>
                  <a:lnTo>
                    <a:pt x="244" y="984"/>
                  </a:lnTo>
                  <a:lnTo>
                    <a:pt x="24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44"/>
            <p:cNvSpPr/>
            <p:nvPr/>
          </p:nvSpPr>
          <p:spPr>
            <a:xfrm>
              <a:off x="1170227" y="1876603"/>
              <a:ext cx="229280" cy="57690"/>
            </a:xfrm>
            <a:custGeom>
              <a:avLst/>
              <a:gdLst/>
              <a:ahLst/>
              <a:cxnLst/>
              <a:rect l="l" t="t" r="r" b="b"/>
              <a:pathLst>
                <a:path w="930" h="234" extrusionOk="0">
                  <a:moveTo>
                    <a:pt x="1" y="1"/>
                  </a:moveTo>
                  <a:lnTo>
                    <a:pt x="1" y="233"/>
                  </a:lnTo>
                  <a:lnTo>
                    <a:pt x="929" y="233"/>
                  </a:lnTo>
                  <a:lnTo>
                    <a:pt x="9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44"/>
            <p:cNvSpPr/>
            <p:nvPr/>
          </p:nvSpPr>
          <p:spPr>
            <a:xfrm>
              <a:off x="1110318" y="1691206"/>
              <a:ext cx="60155" cy="243086"/>
            </a:xfrm>
            <a:custGeom>
              <a:avLst/>
              <a:gdLst/>
              <a:ahLst/>
              <a:cxnLst/>
              <a:rect l="l" t="t" r="r" b="b"/>
              <a:pathLst>
                <a:path w="244" h="986" extrusionOk="0">
                  <a:moveTo>
                    <a:pt x="244" y="1"/>
                  </a:moveTo>
                  <a:lnTo>
                    <a:pt x="0" y="344"/>
                  </a:lnTo>
                  <a:lnTo>
                    <a:pt x="0" y="985"/>
                  </a:lnTo>
                  <a:lnTo>
                    <a:pt x="244" y="985"/>
                  </a:lnTo>
                  <a:lnTo>
                    <a:pt x="24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44"/>
            <p:cNvSpPr/>
            <p:nvPr/>
          </p:nvSpPr>
          <p:spPr>
            <a:xfrm>
              <a:off x="1655413" y="3752261"/>
              <a:ext cx="234704" cy="68291"/>
            </a:xfrm>
            <a:custGeom>
              <a:avLst/>
              <a:gdLst/>
              <a:ahLst/>
              <a:cxnLst/>
              <a:rect l="l" t="t" r="r" b="b"/>
              <a:pathLst>
                <a:path w="952" h="277" extrusionOk="0">
                  <a:moveTo>
                    <a:pt x="1" y="0"/>
                  </a:moveTo>
                  <a:lnTo>
                    <a:pt x="1" y="277"/>
                  </a:lnTo>
                  <a:lnTo>
                    <a:pt x="952" y="277"/>
                  </a:lnTo>
                  <a:lnTo>
                    <a:pt x="952" y="0"/>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73" name="Google Shape;2273;p44"/>
          <p:cNvGrpSpPr/>
          <p:nvPr/>
        </p:nvGrpSpPr>
        <p:grpSpPr>
          <a:xfrm>
            <a:off x="7021287" y="-26175"/>
            <a:ext cx="1671525" cy="4544675"/>
            <a:chOff x="616750" y="-26175"/>
            <a:chExt cx="1671525" cy="4544675"/>
          </a:xfrm>
        </p:grpSpPr>
        <p:sp>
          <p:nvSpPr>
            <p:cNvPr id="2274" name="Google Shape;2274;p44"/>
            <p:cNvSpPr/>
            <p:nvPr/>
          </p:nvSpPr>
          <p:spPr>
            <a:xfrm>
              <a:off x="1483823" y="4035779"/>
              <a:ext cx="215474" cy="184903"/>
            </a:xfrm>
            <a:custGeom>
              <a:avLst/>
              <a:gdLst/>
              <a:ahLst/>
              <a:cxnLst/>
              <a:rect l="l" t="t" r="r" b="b"/>
              <a:pathLst>
                <a:path w="874" h="750" extrusionOk="0">
                  <a:moveTo>
                    <a:pt x="498" y="0"/>
                  </a:moveTo>
                  <a:cubicBezTo>
                    <a:pt x="166" y="0"/>
                    <a:pt x="0" y="398"/>
                    <a:pt x="243" y="642"/>
                  </a:cubicBezTo>
                  <a:cubicBezTo>
                    <a:pt x="318" y="716"/>
                    <a:pt x="410" y="750"/>
                    <a:pt x="500" y="750"/>
                  </a:cubicBezTo>
                  <a:cubicBezTo>
                    <a:pt x="691" y="750"/>
                    <a:pt x="874" y="601"/>
                    <a:pt x="874" y="376"/>
                  </a:cubicBezTo>
                  <a:cubicBezTo>
                    <a:pt x="874" y="166"/>
                    <a:pt x="708" y="0"/>
                    <a:pt x="4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44"/>
            <p:cNvSpPr/>
            <p:nvPr/>
          </p:nvSpPr>
          <p:spPr>
            <a:xfrm>
              <a:off x="1322834" y="1691206"/>
              <a:ext cx="569995" cy="188355"/>
            </a:xfrm>
            <a:custGeom>
              <a:avLst/>
              <a:gdLst/>
              <a:ahLst/>
              <a:cxnLst/>
              <a:rect l="l" t="t" r="r" b="b"/>
              <a:pathLst>
                <a:path w="2312" h="764" extrusionOk="0">
                  <a:moveTo>
                    <a:pt x="1" y="1"/>
                  </a:moveTo>
                  <a:lnTo>
                    <a:pt x="1" y="764"/>
                  </a:lnTo>
                  <a:lnTo>
                    <a:pt x="2312" y="764"/>
                  </a:lnTo>
                  <a:lnTo>
                    <a:pt x="2312" y="1"/>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44"/>
            <p:cNvSpPr/>
            <p:nvPr/>
          </p:nvSpPr>
          <p:spPr>
            <a:xfrm>
              <a:off x="1322834" y="1091627"/>
              <a:ext cx="569995" cy="188355"/>
            </a:xfrm>
            <a:custGeom>
              <a:avLst/>
              <a:gdLst/>
              <a:ahLst/>
              <a:cxnLst/>
              <a:rect l="l" t="t" r="r" b="b"/>
              <a:pathLst>
                <a:path w="2312" h="764" extrusionOk="0">
                  <a:moveTo>
                    <a:pt x="1" y="0"/>
                  </a:moveTo>
                  <a:lnTo>
                    <a:pt x="1" y="763"/>
                  </a:lnTo>
                  <a:lnTo>
                    <a:pt x="2312" y="763"/>
                  </a:lnTo>
                  <a:lnTo>
                    <a:pt x="2312" y="0"/>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44"/>
            <p:cNvSpPr/>
            <p:nvPr/>
          </p:nvSpPr>
          <p:spPr>
            <a:xfrm>
              <a:off x="1322834" y="491801"/>
              <a:ext cx="569995" cy="188355"/>
            </a:xfrm>
            <a:custGeom>
              <a:avLst/>
              <a:gdLst/>
              <a:ahLst/>
              <a:cxnLst/>
              <a:rect l="l" t="t" r="r" b="b"/>
              <a:pathLst>
                <a:path w="2312" h="764" extrusionOk="0">
                  <a:moveTo>
                    <a:pt x="1" y="1"/>
                  </a:moveTo>
                  <a:lnTo>
                    <a:pt x="1" y="764"/>
                  </a:lnTo>
                  <a:lnTo>
                    <a:pt x="2312" y="764"/>
                  </a:lnTo>
                  <a:lnTo>
                    <a:pt x="2312" y="1"/>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44"/>
            <p:cNvSpPr/>
            <p:nvPr/>
          </p:nvSpPr>
          <p:spPr>
            <a:xfrm>
              <a:off x="1347487" y="4128478"/>
              <a:ext cx="518222" cy="305460"/>
            </a:xfrm>
            <a:custGeom>
              <a:avLst/>
              <a:gdLst/>
              <a:ahLst/>
              <a:cxnLst/>
              <a:rect l="l" t="t" r="r" b="b"/>
              <a:pathLst>
                <a:path w="2102" h="1239" extrusionOk="0">
                  <a:moveTo>
                    <a:pt x="0" y="0"/>
                  </a:moveTo>
                  <a:lnTo>
                    <a:pt x="0" y="1239"/>
                  </a:lnTo>
                  <a:lnTo>
                    <a:pt x="2101" y="1239"/>
                  </a:lnTo>
                  <a:lnTo>
                    <a:pt x="2101" y="962"/>
                  </a:lnTo>
                  <a:cubicBezTo>
                    <a:pt x="2101" y="432"/>
                    <a:pt x="1670" y="0"/>
                    <a:pt x="113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279;p44"/>
            <p:cNvSpPr/>
            <p:nvPr/>
          </p:nvSpPr>
          <p:spPr>
            <a:xfrm>
              <a:off x="1347487" y="3820306"/>
              <a:ext cx="520934" cy="308418"/>
            </a:xfrm>
            <a:custGeom>
              <a:avLst/>
              <a:gdLst/>
              <a:ahLst/>
              <a:cxnLst/>
              <a:rect l="l" t="t" r="r" b="b"/>
              <a:pathLst>
                <a:path w="2113" h="1251" extrusionOk="0">
                  <a:moveTo>
                    <a:pt x="0" y="1"/>
                  </a:moveTo>
                  <a:lnTo>
                    <a:pt x="0" y="1250"/>
                  </a:lnTo>
                  <a:lnTo>
                    <a:pt x="1139" y="1250"/>
                  </a:lnTo>
                  <a:cubicBezTo>
                    <a:pt x="1670" y="1250"/>
                    <a:pt x="2112" y="808"/>
                    <a:pt x="2112" y="277"/>
                  </a:cubicBezTo>
                  <a:lnTo>
                    <a:pt x="211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280;p44"/>
            <p:cNvSpPr/>
            <p:nvPr/>
          </p:nvSpPr>
          <p:spPr>
            <a:xfrm>
              <a:off x="1249365" y="4349129"/>
              <a:ext cx="717178" cy="169371"/>
            </a:xfrm>
            <a:custGeom>
              <a:avLst/>
              <a:gdLst/>
              <a:ahLst/>
              <a:cxnLst/>
              <a:rect l="l" t="t" r="r" b="b"/>
              <a:pathLst>
                <a:path w="2909" h="687" extrusionOk="0">
                  <a:moveTo>
                    <a:pt x="0" y="1"/>
                  </a:moveTo>
                  <a:lnTo>
                    <a:pt x="0" y="687"/>
                  </a:lnTo>
                  <a:lnTo>
                    <a:pt x="2908" y="687"/>
                  </a:lnTo>
                  <a:lnTo>
                    <a:pt x="290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44"/>
            <p:cNvSpPr/>
            <p:nvPr/>
          </p:nvSpPr>
          <p:spPr>
            <a:xfrm>
              <a:off x="1322834" y="-26175"/>
              <a:ext cx="142006" cy="2426422"/>
            </a:xfrm>
            <a:custGeom>
              <a:avLst/>
              <a:gdLst/>
              <a:ahLst/>
              <a:cxnLst/>
              <a:rect l="l" t="t" r="r" b="b"/>
              <a:pathLst>
                <a:path w="576" h="9842" extrusionOk="0">
                  <a:moveTo>
                    <a:pt x="1" y="1"/>
                  </a:moveTo>
                  <a:lnTo>
                    <a:pt x="1" y="9079"/>
                  </a:lnTo>
                  <a:cubicBezTo>
                    <a:pt x="1" y="9400"/>
                    <a:pt x="189" y="9698"/>
                    <a:pt x="487" y="9842"/>
                  </a:cubicBezTo>
                  <a:cubicBezTo>
                    <a:pt x="532" y="9798"/>
                    <a:pt x="554" y="9742"/>
                    <a:pt x="576" y="9676"/>
                  </a:cubicBezTo>
                  <a:cubicBezTo>
                    <a:pt x="410" y="9521"/>
                    <a:pt x="310" y="9300"/>
                    <a:pt x="310" y="9079"/>
                  </a:cubicBezTo>
                  <a:lnTo>
                    <a:pt x="31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282;p44"/>
            <p:cNvSpPr/>
            <p:nvPr/>
          </p:nvSpPr>
          <p:spPr>
            <a:xfrm>
              <a:off x="1838097" y="-26175"/>
              <a:ext cx="450177" cy="3846725"/>
            </a:xfrm>
            <a:custGeom>
              <a:avLst/>
              <a:gdLst/>
              <a:ahLst/>
              <a:cxnLst/>
              <a:rect l="l" t="t" r="r" b="b"/>
              <a:pathLst>
                <a:path w="1826" h="15603" extrusionOk="0">
                  <a:moveTo>
                    <a:pt x="1504" y="1"/>
                  </a:moveTo>
                  <a:lnTo>
                    <a:pt x="1" y="15603"/>
                  </a:lnTo>
                  <a:lnTo>
                    <a:pt x="321" y="15603"/>
                  </a:lnTo>
                  <a:lnTo>
                    <a:pt x="18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2283;p44"/>
            <p:cNvSpPr/>
            <p:nvPr/>
          </p:nvSpPr>
          <p:spPr>
            <a:xfrm>
              <a:off x="1167515" y="-26175"/>
              <a:ext cx="275629" cy="2446145"/>
            </a:xfrm>
            <a:custGeom>
              <a:avLst/>
              <a:gdLst/>
              <a:ahLst/>
              <a:cxnLst/>
              <a:rect l="l" t="t" r="r" b="b"/>
              <a:pathLst>
                <a:path w="1118" h="9922" extrusionOk="0">
                  <a:moveTo>
                    <a:pt x="0" y="1"/>
                  </a:moveTo>
                  <a:lnTo>
                    <a:pt x="0" y="9079"/>
                  </a:lnTo>
                  <a:cubicBezTo>
                    <a:pt x="0" y="9543"/>
                    <a:pt x="376" y="9919"/>
                    <a:pt x="841" y="9919"/>
                  </a:cubicBezTo>
                  <a:cubicBezTo>
                    <a:pt x="854" y="9921"/>
                    <a:pt x="867" y="9921"/>
                    <a:pt x="879" y="9921"/>
                  </a:cubicBezTo>
                  <a:cubicBezTo>
                    <a:pt x="966" y="9921"/>
                    <a:pt x="1050" y="9890"/>
                    <a:pt x="1117" y="9842"/>
                  </a:cubicBezTo>
                  <a:cubicBezTo>
                    <a:pt x="819" y="9709"/>
                    <a:pt x="620" y="9411"/>
                    <a:pt x="631" y="9079"/>
                  </a:cubicBezTo>
                  <a:lnTo>
                    <a:pt x="6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284;p44"/>
            <p:cNvSpPr/>
            <p:nvPr/>
          </p:nvSpPr>
          <p:spPr>
            <a:xfrm>
              <a:off x="1685490" y="-26175"/>
              <a:ext cx="523646" cy="3846725"/>
            </a:xfrm>
            <a:custGeom>
              <a:avLst/>
              <a:gdLst/>
              <a:ahLst/>
              <a:cxnLst/>
              <a:rect l="l" t="t" r="r" b="b"/>
              <a:pathLst>
                <a:path w="2124" h="15603" extrusionOk="0">
                  <a:moveTo>
                    <a:pt x="1493" y="1"/>
                  </a:moveTo>
                  <a:lnTo>
                    <a:pt x="0" y="15603"/>
                  </a:lnTo>
                  <a:lnTo>
                    <a:pt x="620" y="15603"/>
                  </a:lnTo>
                  <a:lnTo>
                    <a:pt x="21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285;p44"/>
            <p:cNvSpPr/>
            <p:nvPr/>
          </p:nvSpPr>
          <p:spPr>
            <a:xfrm>
              <a:off x="1442897" y="2359323"/>
              <a:ext cx="122776" cy="60155"/>
            </a:xfrm>
            <a:custGeom>
              <a:avLst/>
              <a:gdLst/>
              <a:ahLst/>
              <a:cxnLst/>
              <a:rect l="l" t="t" r="r" b="b"/>
              <a:pathLst>
                <a:path w="498" h="244" extrusionOk="0">
                  <a:moveTo>
                    <a:pt x="89" y="0"/>
                  </a:moveTo>
                  <a:cubicBezTo>
                    <a:pt x="67" y="66"/>
                    <a:pt x="45" y="122"/>
                    <a:pt x="0" y="166"/>
                  </a:cubicBezTo>
                  <a:cubicBezTo>
                    <a:pt x="111" y="210"/>
                    <a:pt x="233" y="243"/>
                    <a:pt x="354" y="243"/>
                  </a:cubicBezTo>
                  <a:cubicBezTo>
                    <a:pt x="398" y="243"/>
                    <a:pt x="454" y="232"/>
                    <a:pt x="498" y="221"/>
                  </a:cubicBezTo>
                  <a:cubicBezTo>
                    <a:pt x="343" y="188"/>
                    <a:pt x="199" y="111"/>
                    <a:pt x="89" y="0"/>
                  </a:cubicBez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44"/>
            <p:cNvSpPr/>
            <p:nvPr/>
          </p:nvSpPr>
          <p:spPr>
            <a:xfrm>
              <a:off x="1565426" y="-26175"/>
              <a:ext cx="251222" cy="2445652"/>
            </a:xfrm>
            <a:custGeom>
              <a:avLst/>
              <a:gdLst/>
              <a:ahLst/>
              <a:cxnLst/>
              <a:rect l="l" t="t" r="r" b="b"/>
              <a:pathLst>
                <a:path w="1019" h="9920" extrusionOk="0">
                  <a:moveTo>
                    <a:pt x="698" y="1"/>
                  </a:moveTo>
                  <a:lnTo>
                    <a:pt x="222" y="9079"/>
                  </a:lnTo>
                  <a:cubicBezTo>
                    <a:pt x="222" y="9488"/>
                    <a:pt x="299" y="9831"/>
                    <a:pt x="1" y="9908"/>
                  </a:cubicBezTo>
                  <a:cubicBezTo>
                    <a:pt x="56" y="9919"/>
                    <a:pt x="111" y="9919"/>
                    <a:pt x="167" y="9919"/>
                  </a:cubicBezTo>
                  <a:cubicBezTo>
                    <a:pt x="642" y="9919"/>
                    <a:pt x="543" y="9543"/>
                    <a:pt x="543" y="9079"/>
                  </a:cubicBezTo>
                  <a:lnTo>
                    <a:pt x="1018"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2287;p44"/>
            <p:cNvSpPr/>
            <p:nvPr/>
          </p:nvSpPr>
          <p:spPr>
            <a:xfrm>
              <a:off x="930346" y="-26175"/>
              <a:ext cx="1126183" cy="3846725"/>
            </a:xfrm>
            <a:custGeom>
              <a:avLst/>
              <a:gdLst/>
              <a:ahLst/>
              <a:cxnLst/>
              <a:rect l="l" t="t" r="r" b="b"/>
              <a:pathLst>
                <a:path w="4568" h="15603" extrusionOk="0">
                  <a:moveTo>
                    <a:pt x="0" y="1"/>
                  </a:moveTo>
                  <a:lnTo>
                    <a:pt x="443" y="15603"/>
                  </a:lnTo>
                  <a:lnTo>
                    <a:pt x="3063" y="15603"/>
                  </a:lnTo>
                  <a:lnTo>
                    <a:pt x="4567" y="1"/>
                  </a:lnTo>
                  <a:lnTo>
                    <a:pt x="3583" y="1"/>
                  </a:lnTo>
                  <a:lnTo>
                    <a:pt x="3119" y="9079"/>
                  </a:lnTo>
                  <a:cubicBezTo>
                    <a:pt x="3119" y="9543"/>
                    <a:pt x="3207" y="9919"/>
                    <a:pt x="2743" y="9919"/>
                  </a:cubicBezTo>
                  <a:cubicBezTo>
                    <a:pt x="2687" y="9919"/>
                    <a:pt x="2632" y="9919"/>
                    <a:pt x="2577" y="9908"/>
                  </a:cubicBezTo>
                  <a:cubicBezTo>
                    <a:pt x="2533" y="9919"/>
                    <a:pt x="2477" y="9919"/>
                    <a:pt x="2433" y="9919"/>
                  </a:cubicBezTo>
                  <a:cubicBezTo>
                    <a:pt x="2312" y="9919"/>
                    <a:pt x="2190" y="9897"/>
                    <a:pt x="2068" y="9842"/>
                  </a:cubicBezTo>
                  <a:cubicBezTo>
                    <a:pt x="2010" y="9890"/>
                    <a:pt x="1928" y="9921"/>
                    <a:pt x="1841" y="9921"/>
                  </a:cubicBezTo>
                  <a:cubicBezTo>
                    <a:pt x="1829" y="9921"/>
                    <a:pt x="1816" y="9921"/>
                    <a:pt x="1803" y="9919"/>
                  </a:cubicBezTo>
                  <a:cubicBezTo>
                    <a:pt x="1338" y="9919"/>
                    <a:pt x="962" y="9543"/>
                    <a:pt x="962" y="9079"/>
                  </a:cubicBezTo>
                  <a:lnTo>
                    <a:pt x="9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8" name="Google Shape;2288;p44"/>
            <p:cNvSpPr/>
            <p:nvPr/>
          </p:nvSpPr>
          <p:spPr>
            <a:xfrm>
              <a:off x="1170227" y="1691206"/>
              <a:ext cx="411964" cy="188355"/>
            </a:xfrm>
            <a:custGeom>
              <a:avLst/>
              <a:gdLst/>
              <a:ahLst/>
              <a:cxnLst/>
              <a:rect l="l" t="t" r="r" b="b"/>
              <a:pathLst>
                <a:path w="1671" h="764" extrusionOk="0">
                  <a:moveTo>
                    <a:pt x="1" y="1"/>
                  </a:moveTo>
                  <a:lnTo>
                    <a:pt x="1" y="764"/>
                  </a:lnTo>
                  <a:lnTo>
                    <a:pt x="1670" y="764"/>
                  </a:lnTo>
                  <a:lnTo>
                    <a:pt x="16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2289;p44"/>
            <p:cNvSpPr/>
            <p:nvPr/>
          </p:nvSpPr>
          <p:spPr>
            <a:xfrm>
              <a:off x="1170227" y="1091627"/>
              <a:ext cx="411964" cy="188355"/>
            </a:xfrm>
            <a:custGeom>
              <a:avLst/>
              <a:gdLst/>
              <a:ahLst/>
              <a:cxnLst/>
              <a:rect l="l" t="t" r="r" b="b"/>
              <a:pathLst>
                <a:path w="1671" h="764" extrusionOk="0">
                  <a:moveTo>
                    <a:pt x="1" y="0"/>
                  </a:moveTo>
                  <a:lnTo>
                    <a:pt x="1" y="763"/>
                  </a:lnTo>
                  <a:lnTo>
                    <a:pt x="1670" y="763"/>
                  </a:lnTo>
                  <a:lnTo>
                    <a:pt x="16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0" name="Google Shape;2290;p44"/>
            <p:cNvSpPr/>
            <p:nvPr/>
          </p:nvSpPr>
          <p:spPr>
            <a:xfrm>
              <a:off x="1170227" y="491801"/>
              <a:ext cx="411964" cy="188355"/>
            </a:xfrm>
            <a:custGeom>
              <a:avLst/>
              <a:gdLst/>
              <a:ahLst/>
              <a:cxnLst/>
              <a:rect l="l" t="t" r="r" b="b"/>
              <a:pathLst>
                <a:path w="1671" h="764" extrusionOk="0">
                  <a:moveTo>
                    <a:pt x="1" y="1"/>
                  </a:moveTo>
                  <a:lnTo>
                    <a:pt x="1" y="764"/>
                  </a:lnTo>
                  <a:lnTo>
                    <a:pt x="1670" y="764"/>
                  </a:lnTo>
                  <a:lnTo>
                    <a:pt x="16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2291;p44"/>
            <p:cNvSpPr/>
            <p:nvPr/>
          </p:nvSpPr>
          <p:spPr>
            <a:xfrm>
              <a:off x="1039315" y="4128478"/>
              <a:ext cx="518222" cy="305460"/>
            </a:xfrm>
            <a:custGeom>
              <a:avLst/>
              <a:gdLst/>
              <a:ahLst/>
              <a:cxnLst/>
              <a:rect l="l" t="t" r="r" b="b"/>
              <a:pathLst>
                <a:path w="2102" h="1239" extrusionOk="0">
                  <a:moveTo>
                    <a:pt x="963" y="0"/>
                  </a:moveTo>
                  <a:cubicBezTo>
                    <a:pt x="432" y="0"/>
                    <a:pt x="1" y="432"/>
                    <a:pt x="1" y="962"/>
                  </a:cubicBezTo>
                  <a:lnTo>
                    <a:pt x="1" y="1239"/>
                  </a:lnTo>
                  <a:lnTo>
                    <a:pt x="2102" y="1239"/>
                  </a:lnTo>
                  <a:lnTo>
                    <a:pt x="2102" y="962"/>
                  </a:lnTo>
                  <a:cubicBezTo>
                    <a:pt x="2102" y="432"/>
                    <a:pt x="1659" y="0"/>
                    <a:pt x="11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292;p44"/>
            <p:cNvSpPr/>
            <p:nvPr/>
          </p:nvSpPr>
          <p:spPr>
            <a:xfrm>
              <a:off x="1036603" y="3820306"/>
              <a:ext cx="518222" cy="308418"/>
            </a:xfrm>
            <a:custGeom>
              <a:avLst/>
              <a:gdLst/>
              <a:ahLst/>
              <a:cxnLst/>
              <a:rect l="l" t="t" r="r" b="b"/>
              <a:pathLst>
                <a:path w="2102" h="1251" extrusionOk="0">
                  <a:moveTo>
                    <a:pt x="1" y="1"/>
                  </a:moveTo>
                  <a:lnTo>
                    <a:pt x="1" y="277"/>
                  </a:lnTo>
                  <a:cubicBezTo>
                    <a:pt x="1" y="808"/>
                    <a:pt x="432" y="1250"/>
                    <a:pt x="963" y="1250"/>
                  </a:cubicBezTo>
                  <a:lnTo>
                    <a:pt x="1129" y="1250"/>
                  </a:lnTo>
                  <a:cubicBezTo>
                    <a:pt x="1670" y="1250"/>
                    <a:pt x="2102" y="808"/>
                    <a:pt x="2102" y="277"/>
                  </a:cubicBezTo>
                  <a:lnTo>
                    <a:pt x="21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2293;p44"/>
            <p:cNvSpPr/>
            <p:nvPr/>
          </p:nvSpPr>
          <p:spPr>
            <a:xfrm>
              <a:off x="938481" y="4349129"/>
              <a:ext cx="717178" cy="169371"/>
            </a:xfrm>
            <a:custGeom>
              <a:avLst/>
              <a:gdLst/>
              <a:ahLst/>
              <a:cxnLst/>
              <a:rect l="l" t="t" r="r" b="b"/>
              <a:pathLst>
                <a:path w="2909" h="687" extrusionOk="0">
                  <a:moveTo>
                    <a:pt x="1" y="1"/>
                  </a:moveTo>
                  <a:lnTo>
                    <a:pt x="1" y="687"/>
                  </a:lnTo>
                  <a:lnTo>
                    <a:pt x="2909" y="687"/>
                  </a:lnTo>
                  <a:lnTo>
                    <a:pt x="290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94;p44"/>
            <p:cNvSpPr/>
            <p:nvPr/>
          </p:nvSpPr>
          <p:spPr>
            <a:xfrm>
              <a:off x="616750" y="-26175"/>
              <a:ext cx="1357929" cy="3846725"/>
            </a:xfrm>
            <a:custGeom>
              <a:avLst/>
              <a:gdLst/>
              <a:ahLst/>
              <a:cxnLst/>
              <a:rect l="l" t="t" r="r" b="b"/>
              <a:pathLst>
                <a:path w="5508" h="15603" extrusionOk="0">
                  <a:moveTo>
                    <a:pt x="1" y="1"/>
                  </a:moveTo>
                  <a:lnTo>
                    <a:pt x="1505" y="15603"/>
                  </a:lnTo>
                  <a:lnTo>
                    <a:pt x="4015" y="15603"/>
                  </a:lnTo>
                  <a:lnTo>
                    <a:pt x="5508" y="1"/>
                  </a:lnTo>
                  <a:lnTo>
                    <a:pt x="3595" y="1"/>
                  </a:lnTo>
                  <a:lnTo>
                    <a:pt x="3595" y="9079"/>
                  </a:lnTo>
                  <a:cubicBezTo>
                    <a:pt x="3595" y="9543"/>
                    <a:pt x="3219" y="9919"/>
                    <a:pt x="2754" y="9919"/>
                  </a:cubicBezTo>
                  <a:cubicBezTo>
                    <a:pt x="2290" y="9919"/>
                    <a:pt x="1914" y="9543"/>
                    <a:pt x="1914" y="9079"/>
                  </a:cubicBezTo>
                  <a:lnTo>
                    <a:pt x="191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44"/>
            <p:cNvSpPr/>
            <p:nvPr/>
          </p:nvSpPr>
          <p:spPr>
            <a:xfrm>
              <a:off x="1200304" y="4035779"/>
              <a:ext cx="237416" cy="182931"/>
            </a:xfrm>
            <a:custGeom>
              <a:avLst/>
              <a:gdLst/>
              <a:ahLst/>
              <a:cxnLst/>
              <a:rect l="l" t="t" r="r" b="b"/>
              <a:pathLst>
                <a:path w="963" h="742" extrusionOk="0">
                  <a:moveTo>
                    <a:pt x="387" y="0"/>
                  </a:moveTo>
                  <a:cubicBezTo>
                    <a:pt x="0" y="89"/>
                    <a:pt x="0" y="642"/>
                    <a:pt x="387" y="730"/>
                  </a:cubicBezTo>
                  <a:lnTo>
                    <a:pt x="387" y="741"/>
                  </a:lnTo>
                  <a:lnTo>
                    <a:pt x="476" y="741"/>
                  </a:lnTo>
                  <a:cubicBezTo>
                    <a:pt x="962" y="741"/>
                    <a:pt x="962" y="0"/>
                    <a:pt x="4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44"/>
            <p:cNvSpPr/>
            <p:nvPr/>
          </p:nvSpPr>
          <p:spPr>
            <a:xfrm>
              <a:off x="1172939" y="4035779"/>
              <a:ext cx="215720" cy="184903"/>
            </a:xfrm>
            <a:custGeom>
              <a:avLst/>
              <a:gdLst/>
              <a:ahLst/>
              <a:cxnLst/>
              <a:rect l="l" t="t" r="r" b="b"/>
              <a:pathLst>
                <a:path w="875" h="750" extrusionOk="0">
                  <a:moveTo>
                    <a:pt x="498" y="0"/>
                  </a:moveTo>
                  <a:cubicBezTo>
                    <a:pt x="166" y="0"/>
                    <a:pt x="1" y="398"/>
                    <a:pt x="233" y="642"/>
                  </a:cubicBezTo>
                  <a:cubicBezTo>
                    <a:pt x="311" y="716"/>
                    <a:pt x="405" y="750"/>
                    <a:pt x="497" y="750"/>
                  </a:cubicBezTo>
                  <a:cubicBezTo>
                    <a:pt x="691" y="750"/>
                    <a:pt x="874" y="601"/>
                    <a:pt x="874" y="376"/>
                  </a:cubicBezTo>
                  <a:cubicBezTo>
                    <a:pt x="874" y="166"/>
                    <a:pt x="708" y="0"/>
                    <a:pt x="49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44"/>
            <p:cNvSpPr/>
            <p:nvPr/>
          </p:nvSpPr>
          <p:spPr>
            <a:xfrm>
              <a:off x="1260213" y="4101112"/>
              <a:ext cx="62867" cy="54485"/>
            </a:xfrm>
            <a:custGeom>
              <a:avLst/>
              <a:gdLst/>
              <a:ahLst/>
              <a:cxnLst/>
              <a:rect l="l" t="t" r="r" b="b"/>
              <a:pathLst>
                <a:path w="255" h="221" extrusionOk="0">
                  <a:moveTo>
                    <a:pt x="144" y="1"/>
                  </a:moveTo>
                  <a:cubicBezTo>
                    <a:pt x="45" y="1"/>
                    <a:pt x="0" y="111"/>
                    <a:pt x="67" y="189"/>
                  </a:cubicBezTo>
                  <a:cubicBezTo>
                    <a:pt x="88" y="210"/>
                    <a:pt x="116" y="220"/>
                    <a:pt x="143" y="220"/>
                  </a:cubicBezTo>
                  <a:cubicBezTo>
                    <a:pt x="200" y="220"/>
                    <a:pt x="255" y="178"/>
                    <a:pt x="255" y="111"/>
                  </a:cubicBezTo>
                  <a:cubicBezTo>
                    <a:pt x="255" y="45"/>
                    <a:pt x="211" y="1"/>
                    <a:pt x="1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44"/>
            <p:cNvSpPr/>
            <p:nvPr/>
          </p:nvSpPr>
          <p:spPr>
            <a:xfrm>
              <a:off x="1170227" y="679909"/>
              <a:ext cx="229280" cy="57443"/>
            </a:xfrm>
            <a:custGeom>
              <a:avLst/>
              <a:gdLst/>
              <a:ahLst/>
              <a:cxnLst/>
              <a:rect l="l" t="t" r="r" b="b"/>
              <a:pathLst>
                <a:path w="930" h="233" extrusionOk="0">
                  <a:moveTo>
                    <a:pt x="1" y="1"/>
                  </a:moveTo>
                  <a:lnTo>
                    <a:pt x="1" y="233"/>
                  </a:lnTo>
                  <a:lnTo>
                    <a:pt x="929" y="233"/>
                  </a:lnTo>
                  <a:lnTo>
                    <a:pt x="9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44"/>
            <p:cNvSpPr/>
            <p:nvPr/>
          </p:nvSpPr>
          <p:spPr>
            <a:xfrm>
              <a:off x="1110318" y="491801"/>
              <a:ext cx="60155" cy="245551"/>
            </a:xfrm>
            <a:custGeom>
              <a:avLst/>
              <a:gdLst/>
              <a:ahLst/>
              <a:cxnLst/>
              <a:rect l="l" t="t" r="r" b="b"/>
              <a:pathLst>
                <a:path w="244" h="996" extrusionOk="0">
                  <a:moveTo>
                    <a:pt x="244" y="1"/>
                  </a:moveTo>
                  <a:lnTo>
                    <a:pt x="0" y="354"/>
                  </a:lnTo>
                  <a:lnTo>
                    <a:pt x="0" y="996"/>
                  </a:lnTo>
                  <a:lnTo>
                    <a:pt x="244" y="996"/>
                  </a:lnTo>
                  <a:lnTo>
                    <a:pt x="24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44"/>
            <p:cNvSpPr/>
            <p:nvPr/>
          </p:nvSpPr>
          <p:spPr>
            <a:xfrm>
              <a:off x="1170227" y="1279735"/>
              <a:ext cx="229280" cy="54731"/>
            </a:xfrm>
            <a:custGeom>
              <a:avLst/>
              <a:gdLst/>
              <a:ahLst/>
              <a:cxnLst/>
              <a:rect l="l" t="t" r="r" b="b"/>
              <a:pathLst>
                <a:path w="930" h="222" extrusionOk="0">
                  <a:moveTo>
                    <a:pt x="1" y="0"/>
                  </a:moveTo>
                  <a:lnTo>
                    <a:pt x="1" y="221"/>
                  </a:lnTo>
                  <a:lnTo>
                    <a:pt x="929" y="221"/>
                  </a:lnTo>
                  <a:lnTo>
                    <a:pt x="9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301;p44"/>
            <p:cNvSpPr/>
            <p:nvPr/>
          </p:nvSpPr>
          <p:spPr>
            <a:xfrm>
              <a:off x="1110318" y="1091627"/>
              <a:ext cx="60155" cy="242839"/>
            </a:xfrm>
            <a:custGeom>
              <a:avLst/>
              <a:gdLst/>
              <a:ahLst/>
              <a:cxnLst/>
              <a:rect l="l" t="t" r="r" b="b"/>
              <a:pathLst>
                <a:path w="244" h="985" extrusionOk="0">
                  <a:moveTo>
                    <a:pt x="244" y="0"/>
                  </a:moveTo>
                  <a:lnTo>
                    <a:pt x="0" y="343"/>
                  </a:lnTo>
                  <a:lnTo>
                    <a:pt x="0" y="984"/>
                  </a:lnTo>
                  <a:lnTo>
                    <a:pt x="244" y="984"/>
                  </a:lnTo>
                  <a:lnTo>
                    <a:pt x="24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2302;p44"/>
            <p:cNvSpPr/>
            <p:nvPr/>
          </p:nvSpPr>
          <p:spPr>
            <a:xfrm>
              <a:off x="1170227" y="1876603"/>
              <a:ext cx="229280" cy="57690"/>
            </a:xfrm>
            <a:custGeom>
              <a:avLst/>
              <a:gdLst/>
              <a:ahLst/>
              <a:cxnLst/>
              <a:rect l="l" t="t" r="r" b="b"/>
              <a:pathLst>
                <a:path w="930" h="234" extrusionOk="0">
                  <a:moveTo>
                    <a:pt x="1" y="1"/>
                  </a:moveTo>
                  <a:lnTo>
                    <a:pt x="1" y="233"/>
                  </a:lnTo>
                  <a:lnTo>
                    <a:pt x="929" y="233"/>
                  </a:lnTo>
                  <a:lnTo>
                    <a:pt x="9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2303;p44"/>
            <p:cNvSpPr/>
            <p:nvPr/>
          </p:nvSpPr>
          <p:spPr>
            <a:xfrm>
              <a:off x="1110318" y="1691206"/>
              <a:ext cx="60155" cy="243086"/>
            </a:xfrm>
            <a:custGeom>
              <a:avLst/>
              <a:gdLst/>
              <a:ahLst/>
              <a:cxnLst/>
              <a:rect l="l" t="t" r="r" b="b"/>
              <a:pathLst>
                <a:path w="244" h="986" extrusionOk="0">
                  <a:moveTo>
                    <a:pt x="244" y="1"/>
                  </a:moveTo>
                  <a:lnTo>
                    <a:pt x="0" y="344"/>
                  </a:lnTo>
                  <a:lnTo>
                    <a:pt x="0" y="985"/>
                  </a:lnTo>
                  <a:lnTo>
                    <a:pt x="244" y="985"/>
                  </a:lnTo>
                  <a:lnTo>
                    <a:pt x="24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44"/>
            <p:cNvSpPr/>
            <p:nvPr/>
          </p:nvSpPr>
          <p:spPr>
            <a:xfrm>
              <a:off x="1655413" y="3752261"/>
              <a:ext cx="234704" cy="68291"/>
            </a:xfrm>
            <a:custGeom>
              <a:avLst/>
              <a:gdLst/>
              <a:ahLst/>
              <a:cxnLst/>
              <a:rect l="l" t="t" r="r" b="b"/>
              <a:pathLst>
                <a:path w="952" h="277" extrusionOk="0">
                  <a:moveTo>
                    <a:pt x="1" y="0"/>
                  </a:moveTo>
                  <a:lnTo>
                    <a:pt x="1" y="277"/>
                  </a:lnTo>
                  <a:lnTo>
                    <a:pt x="952" y="277"/>
                  </a:lnTo>
                  <a:lnTo>
                    <a:pt x="952" y="0"/>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Rectangle 4">
            <a:extLst>
              <a:ext uri="{FF2B5EF4-FFF2-40B4-BE49-F238E27FC236}">
                <a16:creationId xmlns:a16="http://schemas.microsoft.com/office/drawing/2014/main" id="{8A92998A-3D90-4AC7-4AC2-4C6B9565DE63}"/>
              </a:ext>
            </a:extLst>
          </p:cNvPr>
          <p:cNvSpPr/>
          <p:nvPr/>
        </p:nvSpPr>
        <p:spPr>
          <a:xfrm>
            <a:off x="3049553" y="3255579"/>
            <a:ext cx="3129455" cy="496682"/>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
        <p:nvSpPr>
          <p:cNvPr id="7" name="TextBox 6">
            <a:extLst>
              <a:ext uri="{FF2B5EF4-FFF2-40B4-BE49-F238E27FC236}">
                <a16:creationId xmlns:a16="http://schemas.microsoft.com/office/drawing/2014/main" id="{60B0592E-59E3-A5BD-5E8F-437A995B84A1}"/>
              </a:ext>
            </a:extLst>
          </p:cNvPr>
          <p:cNvSpPr txBox="1"/>
          <p:nvPr/>
        </p:nvSpPr>
        <p:spPr>
          <a:xfrm>
            <a:off x="3042515" y="3255579"/>
            <a:ext cx="3136494" cy="523220"/>
          </a:xfrm>
          <a:prstGeom prst="rect">
            <a:avLst/>
          </a:prstGeom>
        </p:spPr>
        <p:style>
          <a:lnRef idx="0">
            <a:schemeClr val="dk1"/>
          </a:lnRef>
          <a:fillRef idx="3">
            <a:schemeClr val="dk1"/>
          </a:fillRef>
          <a:effectRef idx="3">
            <a:schemeClr val="dk1"/>
          </a:effectRef>
          <a:fontRef idx="minor">
            <a:schemeClr val="lt1"/>
          </a:fontRef>
        </p:style>
        <p:txBody>
          <a:bodyPr wrap="square">
            <a:spAutoFit/>
          </a:bodyPr>
          <a:lstStyle/>
          <a:p>
            <a:pPr>
              <a:buNone/>
            </a:pPr>
            <a:r>
              <a:rPr lang="en-US" dirty="0"/>
              <a:t>UK Railway Performance Dashboard | DEPI Graduation Project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238"/>
                                        </p:tgtEl>
                                        <p:attrNameLst>
                                          <p:attrName>style.visibility</p:attrName>
                                        </p:attrNameLst>
                                      </p:cBhvr>
                                      <p:to>
                                        <p:strVal val="visible"/>
                                      </p:to>
                                    </p:set>
                                    <p:animEffect transition="in" filter="barn(inVertical)">
                                      <p:cBhvr>
                                        <p:cTn id="7" dur="500"/>
                                        <p:tgtEl>
                                          <p:spTgt spid="22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8" grpId="0"/>
    </p:bldLst>
  </p:timing>
</p:sld>
</file>

<file path=ppt/theme/theme1.xml><?xml version="1.0" encoding="utf-8"?>
<a:theme xmlns:a="http://schemas.openxmlformats.org/drawingml/2006/main" name="Trains and Railroads Minitheme by Slidesgo">
  <a:themeElements>
    <a:clrScheme name="Simple Light">
      <a:dk1>
        <a:srgbClr val="47322F"/>
      </a:dk1>
      <a:lt1>
        <a:srgbClr val="FFFFFF"/>
      </a:lt1>
      <a:dk2>
        <a:srgbClr val="E5DDD9"/>
      </a:dk2>
      <a:lt2>
        <a:srgbClr val="CEC2B6"/>
      </a:lt2>
      <a:accent1>
        <a:srgbClr val="E53A39"/>
      </a:accent1>
      <a:accent2>
        <a:srgbClr val="F28F42"/>
      </a:accent2>
      <a:accent3>
        <a:srgbClr val="F7B71F"/>
      </a:accent3>
      <a:accent4>
        <a:srgbClr val="3191A0"/>
      </a:accent4>
      <a:accent5>
        <a:srgbClr val="5EBFD1"/>
      </a:accent5>
      <a:accent6>
        <a:srgbClr val="E3FBFF"/>
      </a:accent6>
      <a:hlink>
        <a:srgbClr val="47322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479</TotalTime>
  <Words>1424</Words>
  <Application>Microsoft Office PowerPoint</Application>
  <PresentationFormat>On-screen Show (16:9)</PresentationFormat>
  <Paragraphs>262</Paragraphs>
  <Slides>35</Slides>
  <Notes>35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Aptos Black</vt:lpstr>
      <vt:lpstr>Bebas Neue</vt:lpstr>
      <vt:lpstr>Arimo</vt:lpstr>
      <vt:lpstr>Nova Square</vt:lpstr>
      <vt:lpstr>Arial</vt:lpstr>
      <vt:lpstr>Trains and Railroads Minitheme by Slidesgo</vt:lpstr>
      <vt:lpstr>UK Railway Performance Dashboard</vt:lpstr>
      <vt:lpstr>Team Members</vt:lpstr>
      <vt:lpstr>Table of Contents</vt:lpstr>
      <vt:lpstr> Project Overview</vt:lpstr>
      <vt:lpstr>Overview</vt:lpstr>
      <vt:lpstr>Dataset Description</vt:lpstr>
      <vt:lpstr>Contents of the Dataset</vt:lpstr>
      <vt:lpstr>Problems found &amp; fixed:</vt:lpstr>
      <vt:lpstr>Data Cleaning</vt:lpstr>
      <vt:lpstr>Data Modeling</vt:lpstr>
      <vt:lpstr>Star Schema</vt:lpstr>
      <vt:lpstr>Railway Fact Table</vt:lpstr>
      <vt:lpstr>Dimensions</vt:lpstr>
      <vt:lpstr>Calculated Columns</vt:lpstr>
      <vt:lpstr>DAX Measures</vt:lpstr>
      <vt:lpstr>Key DAX Measures</vt:lpstr>
      <vt:lpstr>Key KPIs</vt:lpstr>
      <vt:lpstr>KPIs Categories</vt:lpstr>
      <vt:lpstr>Charts Categories</vt:lpstr>
      <vt:lpstr>Data Insights</vt:lpstr>
      <vt:lpstr>Data Insights</vt:lpstr>
      <vt:lpstr>Data Insights</vt:lpstr>
      <vt:lpstr>Data Insights</vt:lpstr>
      <vt:lpstr>Data Insights</vt:lpstr>
      <vt:lpstr>Data Insights</vt:lpstr>
      <vt:lpstr>Data Insights</vt:lpstr>
      <vt:lpstr>Data Insights</vt:lpstr>
      <vt:lpstr>Data Insights</vt:lpstr>
      <vt:lpstr>Data Insights</vt:lpstr>
      <vt:lpstr>Data Insights</vt:lpstr>
      <vt:lpstr>Data Insights</vt:lpstr>
      <vt:lpstr>Data Insights</vt:lpstr>
      <vt:lpstr>Data Insights</vt:lpstr>
      <vt:lpstr>Unavailable KPIs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salma ibrahim</dc:creator>
  <cp:lastModifiedBy>salma omair</cp:lastModifiedBy>
  <cp:revision>16</cp:revision>
  <dcterms:modified xsi:type="dcterms:W3CDTF">2026-06-25T23:26:32Z</dcterms:modified>
</cp:coreProperties>
</file>